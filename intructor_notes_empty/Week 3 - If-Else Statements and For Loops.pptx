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82" r:id="rId4"/>
    <p:sldId id="281"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30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0" d="100"/>
          <a:sy n="110" d="100"/>
        </p:scale>
        <p:origin x="57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alla Mukhaimer, Widad" userId="eed79641-8d75-4c66-a669-438ad56aff06" providerId="ADAL" clId="{B3E3B95D-E21C-4411-BB17-80F00E8BE5CB}"/>
    <pc:docChg chg="custSel addSld delSld modSld">
      <pc:chgData name="Abdalla Mukhaimer, Widad" userId="eed79641-8d75-4c66-a669-438ad56aff06" providerId="ADAL" clId="{B3E3B95D-E21C-4411-BB17-80F00E8BE5CB}" dt="2024-09-04T01:05:04.617" v="230" actId="114"/>
      <pc:docMkLst>
        <pc:docMk/>
      </pc:docMkLst>
      <pc:sldChg chg="modSp mod">
        <pc:chgData name="Abdalla Mukhaimer, Widad" userId="eed79641-8d75-4c66-a669-438ad56aff06" providerId="ADAL" clId="{B3E3B95D-E21C-4411-BB17-80F00E8BE5CB}" dt="2024-09-04T00:47:25.381" v="1" actId="20577"/>
        <pc:sldMkLst>
          <pc:docMk/>
          <pc:sldMk cId="2107717852" sldId="256"/>
        </pc:sldMkLst>
        <pc:spChg chg="mod">
          <ac:chgData name="Abdalla Mukhaimer, Widad" userId="eed79641-8d75-4c66-a669-438ad56aff06" providerId="ADAL" clId="{B3E3B95D-E21C-4411-BB17-80F00E8BE5CB}" dt="2024-09-04T00:47:25.381" v="1" actId="20577"/>
          <ac:spMkLst>
            <pc:docMk/>
            <pc:sldMk cId="2107717852" sldId="256"/>
            <ac:spMk id="5" creationId="{8ADE3B64-432C-802E-F8EF-A9F7B0F3A1CE}"/>
          </ac:spMkLst>
        </pc:spChg>
      </pc:sldChg>
      <pc:sldChg chg="del">
        <pc:chgData name="Abdalla Mukhaimer, Widad" userId="eed79641-8d75-4c66-a669-438ad56aff06" providerId="ADAL" clId="{B3E3B95D-E21C-4411-BB17-80F00E8BE5CB}" dt="2024-09-04T00:47:42.840" v="2" actId="47"/>
        <pc:sldMkLst>
          <pc:docMk/>
          <pc:sldMk cId="83076080" sldId="257"/>
        </pc:sldMkLst>
      </pc:sldChg>
      <pc:sldChg chg="del">
        <pc:chgData name="Abdalla Mukhaimer, Widad" userId="eed79641-8d75-4c66-a669-438ad56aff06" providerId="ADAL" clId="{B3E3B95D-E21C-4411-BB17-80F00E8BE5CB}" dt="2024-09-04T00:47:42.840" v="2" actId="47"/>
        <pc:sldMkLst>
          <pc:docMk/>
          <pc:sldMk cId="42112075" sldId="258"/>
        </pc:sldMkLst>
      </pc:sldChg>
      <pc:sldChg chg="del">
        <pc:chgData name="Abdalla Mukhaimer, Widad" userId="eed79641-8d75-4c66-a669-438ad56aff06" providerId="ADAL" clId="{B3E3B95D-E21C-4411-BB17-80F00E8BE5CB}" dt="2024-09-04T00:47:42.840" v="2" actId="47"/>
        <pc:sldMkLst>
          <pc:docMk/>
          <pc:sldMk cId="2633779932" sldId="259"/>
        </pc:sldMkLst>
      </pc:sldChg>
      <pc:sldChg chg="del">
        <pc:chgData name="Abdalla Mukhaimer, Widad" userId="eed79641-8d75-4c66-a669-438ad56aff06" providerId="ADAL" clId="{B3E3B95D-E21C-4411-BB17-80F00E8BE5CB}" dt="2024-09-04T00:47:42.840" v="2" actId="47"/>
        <pc:sldMkLst>
          <pc:docMk/>
          <pc:sldMk cId="3349702556" sldId="260"/>
        </pc:sldMkLst>
      </pc:sldChg>
      <pc:sldChg chg="del">
        <pc:chgData name="Abdalla Mukhaimer, Widad" userId="eed79641-8d75-4c66-a669-438ad56aff06" providerId="ADAL" clId="{B3E3B95D-E21C-4411-BB17-80F00E8BE5CB}" dt="2024-09-04T00:47:42.840" v="2" actId="47"/>
        <pc:sldMkLst>
          <pc:docMk/>
          <pc:sldMk cId="270758460" sldId="261"/>
        </pc:sldMkLst>
      </pc:sldChg>
      <pc:sldChg chg="del">
        <pc:chgData name="Abdalla Mukhaimer, Widad" userId="eed79641-8d75-4c66-a669-438ad56aff06" providerId="ADAL" clId="{B3E3B95D-E21C-4411-BB17-80F00E8BE5CB}" dt="2024-09-04T00:47:42.840" v="2" actId="47"/>
        <pc:sldMkLst>
          <pc:docMk/>
          <pc:sldMk cId="1631655099" sldId="262"/>
        </pc:sldMkLst>
      </pc:sldChg>
      <pc:sldChg chg="del">
        <pc:chgData name="Abdalla Mukhaimer, Widad" userId="eed79641-8d75-4c66-a669-438ad56aff06" providerId="ADAL" clId="{B3E3B95D-E21C-4411-BB17-80F00E8BE5CB}" dt="2024-09-04T00:47:42.840" v="2" actId="47"/>
        <pc:sldMkLst>
          <pc:docMk/>
          <pc:sldMk cId="2892628154" sldId="263"/>
        </pc:sldMkLst>
      </pc:sldChg>
      <pc:sldChg chg="del">
        <pc:chgData name="Abdalla Mukhaimer, Widad" userId="eed79641-8d75-4c66-a669-438ad56aff06" providerId="ADAL" clId="{B3E3B95D-E21C-4411-BB17-80F00E8BE5CB}" dt="2024-09-04T00:47:42.840" v="2" actId="47"/>
        <pc:sldMkLst>
          <pc:docMk/>
          <pc:sldMk cId="2493097616" sldId="264"/>
        </pc:sldMkLst>
      </pc:sldChg>
      <pc:sldChg chg="modSp mod">
        <pc:chgData name="Abdalla Mukhaimer, Widad" userId="eed79641-8d75-4c66-a669-438ad56aff06" providerId="ADAL" clId="{B3E3B95D-E21C-4411-BB17-80F00E8BE5CB}" dt="2024-09-04T00:54:50.011" v="93" actId="1076"/>
        <pc:sldMkLst>
          <pc:docMk/>
          <pc:sldMk cId="4067003934" sldId="265"/>
        </pc:sldMkLst>
        <pc:spChg chg="mod">
          <ac:chgData name="Abdalla Mukhaimer, Widad" userId="eed79641-8d75-4c66-a669-438ad56aff06" providerId="ADAL" clId="{B3E3B95D-E21C-4411-BB17-80F00E8BE5CB}" dt="2024-09-04T00:54:50.011" v="93" actId="1076"/>
          <ac:spMkLst>
            <pc:docMk/>
            <pc:sldMk cId="4067003934" sldId="265"/>
            <ac:spMk id="3" creationId="{046FE5AC-2EA7-8544-2768-C474F30BB943}"/>
          </ac:spMkLst>
        </pc:spChg>
      </pc:sldChg>
      <pc:sldChg chg="addSp modSp new mod">
        <pc:chgData name="Abdalla Mukhaimer, Widad" userId="eed79641-8d75-4c66-a669-438ad56aff06" providerId="ADAL" clId="{B3E3B95D-E21C-4411-BB17-80F00E8BE5CB}" dt="2024-09-04T00:55:32.892" v="100" actId="20577"/>
        <pc:sldMkLst>
          <pc:docMk/>
          <pc:sldMk cId="2447683089" sldId="266"/>
        </pc:sldMkLst>
        <pc:spChg chg="add mod">
          <ac:chgData name="Abdalla Mukhaimer, Widad" userId="eed79641-8d75-4c66-a669-438ad56aff06" providerId="ADAL" clId="{B3E3B95D-E21C-4411-BB17-80F00E8BE5CB}" dt="2024-09-04T00:55:32.892" v="100" actId="20577"/>
          <ac:spMkLst>
            <pc:docMk/>
            <pc:sldMk cId="2447683089" sldId="266"/>
            <ac:spMk id="3" creationId="{04628E53-F387-D335-E221-A5421145479B}"/>
          </ac:spMkLst>
        </pc:spChg>
      </pc:sldChg>
      <pc:sldChg chg="del">
        <pc:chgData name="Abdalla Mukhaimer, Widad" userId="eed79641-8d75-4c66-a669-438ad56aff06" providerId="ADAL" clId="{B3E3B95D-E21C-4411-BB17-80F00E8BE5CB}" dt="2024-09-04T00:48:00.949" v="17" actId="47"/>
        <pc:sldMkLst>
          <pc:docMk/>
          <pc:sldMk cId="2505215913" sldId="266"/>
        </pc:sldMkLst>
      </pc:sldChg>
      <pc:sldChg chg="addSp modSp add mod">
        <pc:chgData name="Abdalla Mukhaimer, Widad" userId="eed79641-8d75-4c66-a669-438ad56aff06" providerId="ADAL" clId="{B3E3B95D-E21C-4411-BB17-80F00E8BE5CB}" dt="2024-09-04T00:56:10.091" v="107" actId="1076"/>
        <pc:sldMkLst>
          <pc:docMk/>
          <pc:sldMk cId="1016122106" sldId="267"/>
        </pc:sldMkLst>
        <pc:spChg chg="add mod">
          <ac:chgData name="Abdalla Mukhaimer, Widad" userId="eed79641-8d75-4c66-a669-438ad56aff06" providerId="ADAL" clId="{B3E3B95D-E21C-4411-BB17-80F00E8BE5CB}" dt="2024-09-04T00:56:10.091" v="107" actId="1076"/>
          <ac:spMkLst>
            <pc:docMk/>
            <pc:sldMk cId="1016122106" sldId="267"/>
            <ac:spMk id="3" creationId="{F4819C46-36FE-C514-2BA2-629FA0E3E2B7}"/>
          </ac:spMkLst>
        </pc:spChg>
      </pc:sldChg>
      <pc:sldChg chg="addSp modSp add mod">
        <pc:chgData name="Abdalla Mukhaimer, Widad" userId="eed79641-8d75-4c66-a669-438ad56aff06" providerId="ADAL" clId="{B3E3B95D-E21C-4411-BB17-80F00E8BE5CB}" dt="2024-09-04T00:56:24.079" v="111" actId="20577"/>
        <pc:sldMkLst>
          <pc:docMk/>
          <pc:sldMk cId="2890642587" sldId="268"/>
        </pc:sldMkLst>
        <pc:spChg chg="add mod">
          <ac:chgData name="Abdalla Mukhaimer, Widad" userId="eed79641-8d75-4c66-a669-438ad56aff06" providerId="ADAL" clId="{B3E3B95D-E21C-4411-BB17-80F00E8BE5CB}" dt="2024-09-04T00:56:24.079" v="111" actId="20577"/>
          <ac:spMkLst>
            <pc:docMk/>
            <pc:sldMk cId="2890642587" sldId="268"/>
            <ac:spMk id="3" creationId="{EB902E64-E92A-8E05-8112-10AF0BDBA4AE}"/>
          </ac:spMkLst>
        </pc:spChg>
      </pc:sldChg>
      <pc:sldChg chg="addSp modSp add mod">
        <pc:chgData name="Abdalla Mukhaimer, Widad" userId="eed79641-8d75-4c66-a669-438ad56aff06" providerId="ADAL" clId="{B3E3B95D-E21C-4411-BB17-80F00E8BE5CB}" dt="2024-09-04T00:56:49.019" v="117" actId="1076"/>
        <pc:sldMkLst>
          <pc:docMk/>
          <pc:sldMk cId="3745111227" sldId="269"/>
        </pc:sldMkLst>
        <pc:spChg chg="add mod">
          <ac:chgData name="Abdalla Mukhaimer, Widad" userId="eed79641-8d75-4c66-a669-438ad56aff06" providerId="ADAL" clId="{B3E3B95D-E21C-4411-BB17-80F00E8BE5CB}" dt="2024-09-04T00:56:49.019" v="117" actId="1076"/>
          <ac:spMkLst>
            <pc:docMk/>
            <pc:sldMk cId="3745111227" sldId="269"/>
            <ac:spMk id="3" creationId="{0584EB0D-F2E1-FA37-6085-23A2642F7202}"/>
          </ac:spMkLst>
        </pc:spChg>
      </pc:sldChg>
      <pc:sldChg chg="addSp modSp add mod">
        <pc:chgData name="Abdalla Mukhaimer, Widad" userId="eed79641-8d75-4c66-a669-438ad56aff06" providerId="ADAL" clId="{B3E3B95D-E21C-4411-BB17-80F00E8BE5CB}" dt="2024-09-04T00:58:43.306" v="144" actId="1076"/>
        <pc:sldMkLst>
          <pc:docMk/>
          <pc:sldMk cId="3554967400" sldId="270"/>
        </pc:sldMkLst>
        <pc:spChg chg="add mod">
          <ac:chgData name="Abdalla Mukhaimer, Widad" userId="eed79641-8d75-4c66-a669-438ad56aff06" providerId="ADAL" clId="{B3E3B95D-E21C-4411-BB17-80F00E8BE5CB}" dt="2024-09-04T00:58:43.306" v="144" actId="1076"/>
          <ac:spMkLst>
            <pc:docMk/>
            <pc:sldMk cId="3554967400" sldId="270"/>
            <ac:spMk id="3" creationId="{DA6859F6-AF1F-2327-61B9-01F171FA7D42}"/>
          </ac:spMkLst>
        </pc:spChg>
      </pc:sldChg>
      <pc:sldChg chg="addSp modSp add mod">
        <pc:chgData name="Abdalla Mukhaimer, Widad" userId="eed79641-8d75-4c66-a669-438ad56aff06" providerId="ADAL" clId="{B3E3B95D-E21C-4411-BB17-80F00E8BE5CB}" dt="2024-09-04T00:57:11.559" v="122" actId="1076"/>
        <pc:sldMkLst>
          <pc:docMk/>
          <pc:sldMk cId="554581324" sldId="271"/>
        </pc:sldMkLst>
        <pc:spChg chg="add mod">
          <ac:chgData name="Abdalla Mukhaimer, Widad" userId="eed79641-8d75-4c66-a669-438ad56aff06" providerId="ADAL" clId="{B3E3B95D-E21C-4411-BB17-80F00E8BE5CB}" dt="2024-09-04T00:57:11.559" v="122" actId="1076"/>
          <ac:spMkLst>
            <pc:docMk/>
            <pc:sldMk cId="554581324" sldId="271"/>
            <ac:spMk id="3" creationId="{CBBCE30B-FF39-474D-F56B-EA07C97DE3AC}"/>
          </ac:spMkLst>
        </pc:spChg>
      </pc:sldChg>
      <pc:sldChg chg="del">
        <pc:chgData name="Abdalla Mukhaimer, Widad" userId="eed79641-8d75-4c66-a669-438ad56aff06" providerId="ADAL" clId="{B3E3B95D-E21C-4411-BB17-80F00E8BE5CB}" dt="2024-09-04T00:47:42.840" v="2" actId="47"/>
        <pc:sldMkLst>
          <pc:docMk/>
          <pc:sldMk cId="2509982811" sldId="271"/>
        </pc:sldMkLst>
      </pc:sldChg>
      <pc:sldChg chg="del">
        <pc:chgData name="Abdalla Mukhaimer, Widad" userId="eed79641-8d75-4c66-a669-438ad56aff06" providerId="ADAL" clId="{B3E3B95D-E21C-4411-BB17-80F00E8BE5CB}" dt="2024-09-04T00:47:42.840" v="2" actId="47"/>
        <pc:sldMkLst>
          <pc:docMk/>
          <pc:sldMk cId="2367738858" sldId="272"/>
        </pc:sldMkLst>
      </pc:sldChg>
      <pc:sldChg chg="addSp modSp add mod">
        <pc:chgData name="Abdalla Mukhaimer, Widad" userId="eed79641-8d75-4c66-a669-438ad56aff06" providerId="ADAL" clId="{B3E3B95D-E21C-4411-BB17-80F00E8BE5CB}" dt="2024-09-04T00:57:22.892" v="126" actId="14100"/>
        <pc:sldMkLst>
          <pc:docMk/>
          <pc:sldMk cId="4118345050" sldId="272"/>
        </pc:sldMkLst>
        <pc:picChg chg="add mod">
          <ac:chgData name="Abdalla Mukhaimer, Widad" userId="eed79641-8d75-4c66-a669-438ad56aff06" providerId="ADAL" clId="{B3E3B95D-E21C-4411-BB17-80F00E8BE5CB}" dt="2024-09-04T00:57:22.892" v="126" actId="14100"/>
          <ac:picMkLst>
            <pc:docMk/>
            <pc:sldMk cId="4118345050" sldId="272"/>
            <ac:picMk id="3" creationId="{D101EC6E-266E-047E-028F-DC6F366BFEA2}"/>
          </ac:picMkLst>
        </pc:picChg>
      </pc:sldChg>
      <pc:sldChg chg="del">
        <pc:chgData name="Abdalla Mukhaimer, Widad" userId="eed79641-8d75-4c66-a669-438ad56aff06" providerId="ADAL" clId="{B3E3B95D-E21C-4411-BB17-80F00E8BE5CB}" dt="2024-09-04T00:47:42.840" v="2" actId="47"/>
        <pc:sldMkLst>
          <pc:docMk/>
          <pc:sldMk cId="1057073083" sldId="273"/>
        </pc:sldMkLst>
      </pc:sldChg>
      <pc:sldChg chg="addSp modSp add mod">
        <pc:chgData name="Abdalla Mukhaimer, Widad" userId="eed79641-8d75-4c66-a669-438ad56aff06" providerId="ADAL" clId="{B3E3B95D-E21C-4411-BB17-80F00E8BE5CB}" dt="2024-09-04T00:58:06.309" v="133" actId="1076"/>
        <pc:sldMkLst>
          <pc:docMk/>
          <pc:sldMk cId="1962175857" sldId="273"/>
        </pc:sldMkLst>
        <pc:spChg chg="add mod">
          <ac:chgData name="Abdalla Mukhaimer, Widad" userId="eed79641-8d75-4c66-a669-438ad56aff06" providerId="ADAL" clId="{B3E3B95D-E21C-4411-BB17-80F00E8BE5CB}" dt="2024-09-04T00:58:06.309" v="133" actId="1076"/>
          <ac:spMkLst>
            <pc:docMk/>
            <pc:sldMk cId="1962175857" sldId="273"/>
            <ac:spMk id="3" creationId="{17B42110-B279-C486-4D43-21C51E132D19}"/>
          </ac:spMkLst>
        </pc:spChg>
      </pc:sldChg>
      <pc:sldChg chg="del">
        <pc:chgData name="Abdalla Mukhaimer, Widad" userId="eed79641-8d75-4c66-a669-438ad56aff06" providerId="ADAL" clId="{B3E3B95D-E21C-4411-BB17-80F00E8BE5CB}" dt="2024-09-04T00:47:42.840" v="2" actId="47"/>
        <pc:sldMkLst>
          <pc:docMk/>
          <pc:sldMk cId="3124954933" sldId="274"/>
        </pc:sldMkLst>
      </pc:sldChg>
      <pc:sldChg chg="addSp modSp add mod">
        <pc:chgData name="Abdalla Mukhaimer, Widad" userId="eed79641-8d75-4c66-a669-438ad56aff06" providerId="ADAL" clId="{B3E3B95D-E21C-4411-BB17-80F00E8BE5CB}" dt="2024-09-04T00:59:35.440" v="158" actId="1076"/>
        <pc:sldMkLst>
          <pc:docMk/>
          <pc:sldMk cId="4029866266" sldId="274"/>
        </pc:sldMkLst>
        <pc:spChg chg="add mod">
          <ac:chgData name="Abdalla Mukhaimer, Widad" userId="eed79641-8d75-4c66-a669-438ad56aff06" providerId="ADAL" clId="{B3E3B95D-E21C-4411-BB17-80F00E8BE5CB}" dt="2024-09-04T00:51:06.381" v="40"/>
          <ac:spMkLst>
            <pc:docMk/>
            <pc:sldMk cId="4029866266" sldId="274"/>
            <ac:spMk id="3" creationId="{581B5626-64A2-F245-FE6A-CAAFF9A375A5}"/>
          </ac:spMkLst>
        </pc:spChg>
        <pc:spChg chg="add mod">
          <ac:chgData name="Abdalla Mukhaimer, Widad" userId="eed79641-8d75-4c66-a669-438ad56aff06" providerId="ADAL" clId="{B3E3B95D-E21C-4411-BB17-80F00E8BE5CB}" dt="2024-09-04T00:59:29.547" v="154" actId="20577"/>
          <ac:spMkLst>
            <pc:docMk/>
            <pc:sldMk cId="4029866266" sldId="274"/>
            <ac:spMk id="5" creationId="{54DFD19E-6846-89A4-559D-BA57F0DF5F81}"/>
          </ac:spMkLst>
        </pc:spChg>
        <pc:graphicFrameChg chg="add mod">
          <ac:chgData name="Abdalla Mukhaimer, Widad" userId="eed79641-8d75-4c66-a669-438ad56aff06" providerId="ADAL" clId="{B3E3B95D-E21C-4411-BB17-80F00E8BE5CB}" dt="2024-09-04T00:51:04.824" v="39"/>
          <ac:graphicFrameMkLst>
            <pc:docMk/>
            <pc:sldMk cId="4029866266" sldId="274"/>
            <ac:graphicFrameMk id="2" creationId="{4DAC7A47-4132-2ABA-A670-0FE3DF2D043F}"/>
          </ac:graphicFrameMkLst>
        </pc:graphicFrameChg>
        <pc:picChg chg="add mod">
          <ac:chgData name="Abdalla Mukhaimer, Widad" userId="eed79641-8d75-4c66-a669-438ad56aff06" providerId="ADAL" clId="{B3E3B95D-E21C-4411-BB17-80F00E8BE5CB}" dt="2024-09-04T00:59:35.440" v="158" actId="1076"/>
          <ac:picMkLst>
            <pc:docMk/>
            <pc:sldMk cId="4029866266" sldId="274"/>
            <ac:picMk id="7" creationId="{9369C18E-2017-0455-4A12-5C62D792C072}"/>
          </ac:picMkLst>
        </pc:picChg>
      </pc:sldChg>
      <pc:sldChg chg="del">
        <pc:chgData name="Abdalla Mukhaimer, Widad" userId="eed79641-8d75-4c66-a669-438ad56aff06" providerId="ADAL" clId="{B3E3B95D-E21C-4411-BB17-80F00E8BE5CB}" dt="2024-09-04T00:47:42.840" v="2" actId="47"/>
        <pc:sldMkLst>
          <pc:docMk/>
          <pc:sldMk cId="1563350564" sldId="275"/>
        </pc:sldMkLst>
      </pc:sldChg>
      <pc:sldChg chg="addSp modSp add mod">
        <pc:chgData name="Abdalla Mukhaimer, Widad" userId="eed79641-8d75-4c66-a669-438ad56aff06" providerId="ADAL" clId="{B3E3B95D-E21C-4411-BB17-80F00E8BE5CB}" dt="2024-09-04T01:00:29.152" v="178" actId="20577"/>
        <pc:sldMkLst>
          <pc:docMk/>
          <pc:sldMk cId="3154682062" sldId="275"/>
        </pc:sldMkLst>
        <pc:spChg chg="add mod">
          <ac:chgData name="Abdalla Mukhaimer, Widad" userId="eed79641-8d75-4c66-a669-438ad56aff06" providerId="ADAL" clId="{B3E3B95D-E21C-4411-BB17-80F00E8BE5CB}" dt="2024-09-04T01:00:29.152" v="178" actId="20577"/>
          <ac:spMkLst>
            <pc:docMk/>
            <pc:sldMk cId="3154682062" sldId="275"/>
            <ac:spMk id="3" creationId="{C2E063A1-E7D6-FC06-4774-8A742BA739F9}"/>
          </ac:spMkLst>
        </pc:spChg>
        <pc:picChg chg="add mod">
          <ac:chgData name="Abdalla Mukhaimer, Widad" userId="eed79641-8d75-4c66-a669-438ad56aff06" providerId="ADAL" clId="{B3E3B95D-E21C-4411-BB17-80F00E8BE5CB}" dt="2024-09-04T01:00:27.231" v="177" actId="1076"/>
          <ac:picMkLst>
            <pc:docMk/>
            <pc:sldMk cId="3154682062" sldId="275"/>
            <ac:picMk id="5" creationId="{CED03651-B2BA-D2F9-EE99-19899E46D9BA}"/>
          </ac:picMkLst>
        </pc:picChg>
      </pc:sldChg>
      <pc:sldChg chg="del">
        <pc:chgData name="Abdalla Mukhaimer, Widad" userId="eed79641-8d75-4c66-a669-438ad56aff06" providerId="ADAL" clId="{B3E3B95D-E21C-4411-BB17-80F00E8BE5CB}" dt="2024-09-04T00:48:00.949" v="17" actId="47"/>
        <pc:sldMkLst>
          <pc:docMk/>
          <pc:sldMk cId="263689349" sldId="276"/>
        </pc:sldMkLst>
      </pc:sldChg>
      <pc:sldChg chg="addSp modSp add mod">
        <pc:chgData name="Abdalla Mukhaimer, Widad" userId="eed79641-8d75-4c66-a669-438ad56aff06" providerId="ADAL" clId="{B3E3B95D-E21C-4411-BB17-80F00E8BE5CB}" dt="2024-09-04T01:05:04.617" v="230" actId="114"/>
        <pc:sldMkLst>
          <pc:docMk/>
          <pc:sldMk cId="2924833964" sldId="276"/>
        </pc:sldMkLst>
        <pc:spChg chg="add mod">
          <ac:chgData name="Abdalla Mukhaimer, Widad" userId="eed79641-8d75-4c66-a669-438ad56aff06" providerId="ADAL" clId="{B3E3B95D-E21C-4411-BB17-80F00E8BE5CB}" dt="2024-09-04T01:05:04.617" v="230" actId="114"/>
          <ac:spMkLst>
            <pc:docMk/>
            <pc:sldMk cId="2924833964" sldId="276"/>
            <ac:spMk id="3" creationId="{06D29E79-C041-C24B-4240-3E9C521303B3}"/>
          </ac:spMkLst>
        </pc:spChg>
      </pc:sldChg>
      <pc:sldChg chg="del">
        <pc:chgData name="Abdalla Mukhaimer, Widad" userId="eed79641-8d75-4c66-a669-438ad56aff06" providerId="ADAL" clId="{B3E3B95D-E21C-4411-BB17-80F00E8BE5CB}" dt="2024-09-04T00:48:00.949" v="17" actId="47"/>
        <pc:sldMkLst>
          <pc:docMk/>
          <pc:sldMk cId="1042248246" sldId="277"/>
        </pc:sldMkLst>
      </pc:sldChg>
      <pc:sldChg chg="addSp modSp add mod">
        <pc:chgData name="Abdalla Mukhaimer, Widad" userId="eed79641-8d75-4c66-a669-438ad56aff06" providerId="ADAL" clId="{B3E3B95D-E21C-4411-BB17-80F00E8BE5CB}" dt="2024-09-04T01:01:20.997" v="191" actId="20577"/>
        <pc:sldMkLst>
          <pc:docMk/>
          <pc:sldMk cId="2995701745" sldId="277"/>
        </pc:sldMkLst>
        <pc:spChg chg="add mod">
          <ac:chgData name="Abdalla Mukhaimer, Widad" userId="eed79641-8d75-4c66-a669-438ad56aff06" providerId="ADAL" clId="{B3E3B95D-E21C-4411-BB17-80F00E8BE5CB}" dt="2024-09-04T01:01:20.997" v="191" actId="20577"/>
          <ac:spMkLst>
            <pc:docMk/>
            <pc:sldMk cId="2995701745" sldId="277"/>
            <ac:spMk id="3" creationId="{A1D66702-E7CB-EE38-0E2D-45224CB7D5DE}"/>
          </ac:spMkLst>
        </pc:spChg>
      </pc:sldChg>
      <pc:sldChg chg="addSp modSp new mod">
        <pc:chgData name="Abdalla Mukhaimer, Widad" userId="eed79641-8d75-4c66-a669-438ad56aff06" providerId="ADAL" clId="{B3E3B95D-E21C-4411-BB17-80F00E8BE5CB}" dt="2024-09-04T01:02:07.891" v="200" actId="20577"/>
        <pc:sldMkLst>
          <pc:docMk/>
          <pc:sldMk cId="1385072485" sldId="278"/>
        </pc:sldMkLst>
        <pc:spChg chg="add mod">
          <ac:chgData name="Abdalla Mukhaimer, Widad" userId="eed79641-8d75-4c66-a669-438ad56aff06" providerId="ADAL" clId="{B3E3B95D-E21C-4411-BB17-80F00E8BE5CB}" dt="2024-09-04T01:02:07.891" v="200" actId="20577"/>
          <ac:spMkLst>
            <pc:docMk/>
            <pc:sldMk cId="1385072485" sldId="278"/>
            <ac:spMk id="3" creationId="{085131DE-0561-5BA2-A934-1C742528A918}"/>
          </ac:spMkLst>
        </pc:spChg>
      </pc:sldChg>
      <pc:sldChg chg="del">
        <pc:chgData name="Abdalla Mukhaimer, Widad" userId="eed79641-8d75-4c66-a669-438ad56aff06" providerId="ADAL" clId="{B3E3B95D-E21C-4411-BB17-80F00E8BE5CB}" dt="2024-09-04T00:47:42.840" v="2" actId="47"/>
        <pc:sldMkLst>
          <pc:docMk/>
          <pc:sldMk cId="1780270585" sldId="278"/>
        </pc:sldMkLst>
      </pc:sldChg>
      <pc:sldChg chg="addSp modSp add mod">
        <pc:chgData name="Abdalla Mukhaimer, Widad" userId="eed79641-8d75-4c66-a669-438ad56aff06" providerId="ADAL" clId="{B3E3B95D-E21C-4411-BB17-80F00E8BE5CB}" dt="2024-09-04T01:02:45.204" v="206" actId="1076"/>
        <pc:sldMkLst>
          <pc:docMk/>
          <pc:sldMk cId="3168257986" sldId="279"/>
        </pc:sldMkLst>
        <pc:spChg chg="add mod">
          <ac:chgData name="Abdalla Mukhaimer, Widad" userId="eed79641-8d75-4c66-a669-438ad56aff06" providerId="ADAL" clId="{B3E3B95D-E21C-4411-BB17-80F00E8BE5CB}" dt="2024-09-04T01:02:45.204" v="206" actId="1076"/>
          <ac:spMkLst>
            <pc:docMk/>
            <pc:sldMk cId="3168257986" sldId="279"/>
            <ac:spMk id="3" creationId="{21F13B50-D8AC-3BE6-2BD0-4CD2B67939CE}"/>
          </ac:spMkLst>
        </pc:spChg>
      </pc:sldChg>
      <pc:sldChg chg="del">
        <pc:chgData name="Abdalla Mukhaimer, Widad" userId="eed79641-8d75-4c66-a669-438ad56aff06" providerId="ADAL" clId="{B3E3B95D-E21C-4411-BB17-80F00E8BE5CB}" dt="2024-09-04T00:47:42.840" v="2" actId="47"/>
        <pc:sldMkLst>
          <pc:docMk/>
          <pc:sldMk cId="3210071347" sldId="279"/>
        </pc:sldMkLst>
      </pc:sldChg>
      <pc:sldChg chg="del">
        <pc:chgData name="Abdalla Mukhaimer, Widad" userId="eed79641-8d75-4c66-a669-438ad56aff06" providerId="ADAL" clId="{B3E3B95D-E21C-4411-BB17-80F00E8BE5CB}" dt="2024-09-04T00:47:42.840" v="2" actId="47"/>
        <pc:sldMkLst>
          <pc:docMk/>
          <pc:sldMk cId="1519145651" sldId="280"/>
        </pc:sldMkLst>
      </pc:sldChg>
      <pc:sldChg chg="addSp modSp add mod">
        <pc:chgData name="Abdalla Mukhaimer, Widad" userId="eed79641-8d75-4c66-a669-438ad56aff06" providerId="ADAL" clId="{B3E3B95D-E21C-4411-BB17-80F00E8BE5CB}" dt="2024-09-04T01:03:04.713" v="212" actId="1076"/>
        <pc:sldMkLst>
          <pc:docMk/>
          <pc:sldMk cId="3277280875" sldId="280"/>
        </pc:sldMkLst>
        <pc:spChg chg="add mod">
          <ac:chgData name="Abdalla Mukhaimer, Widad" userId="eed79641-8d75-4c66-a669-438ad56aff06" providerId="ADAL" clId="{B3E3B95D-E21C-4411-BB17-80F00E8BE5CB}" dt="2024-09-04T01:03:04.713" v="212" actId="1076"/>
          <ac:spMkLst>
            <pc:docMk/>
            <pc:sldMk cId="3277280875" sldId="280"/>
            <ac:spMk id="3" creationId="{E8AF3420-1C5D-A340-BA25-57190B832806}"/>
          </ac:spMkLst>
        </pc:spChg>
      </pc:sldChg>
      <pc:sldChg chg="addSp modSp add mod">
        <pc:chgData name="Abdalla Mukhaimer, Widad" userId="eed79641-8d75-4c66-a669-438ad56aff06" providerId="ADAL" clId="{B3E3B95D-E21C-4411-BB17-80F00E8BE5CB}" dt="2024-09-04T01:04:06.567" v="228" actId="1076"/>
        <pc:sldMkLst>
          <pc:docMk/>
          <pc:sldMk cId="1283477161" sldId="281"/>
        </pc:sldMkLst>
        <pc:spChg chg="add">
          <ac:chgData name="Abdalla Mukhaimer, Widad" userId="eed79641-8d75-4c66-a669-438ad56aff06" providerId="ADAL" clId="{B3E3B95D-E21C-4411-BB17-80F00E8BE5CB}" dt="2024-09-04T00:53:17.794" v="81"/>
          <ac:spMkLst>
            <pc:docMk/>
            <pc:sldMk cId="1283477161" sldId="281"/>
            <ac:spMk id="2" creationId="{7CD8F410-570B-F2FD-F2DF-07ADC72A6798}"/>
          </ac:spMkLst>
        </pc:spChg>
        <pc:spChg chg="add mod">
          <ac:chgData name="Abdalla Mukhaimer, Widad" userId="eed79641-8d75-4c66-a669-438ad56aff06" providerId="ADAL" clId="{B3E3B95D-E21C-4411-BB17-80F00E8BE5CB}" dt="2024-09-04T01:03:39.062" v="223" actId="15"/>
          <ac:spMkLst>
            <pc:docMk/>
            <pc:sldMk cId="1283477161" sldId="281"/>
            <ac:spMk id="3" creationId="{F37E1351-52CE-1CC1-4A6F-DC3092EB32C2}"/>
          </ac:spMkLst>
        </pc:spChg>
        <pc:picChg chg="add mod">
          <ac:chgData name="Abdalla Mukhaimer, Widad" userId="eed79641-8d75-4c66-a669-438ad56aff06" providerId="ADAL" clId="{B3E3B95D-E21C-4411-BB17-80F00E8BE5CB}" dt="2024-09-04T01:04:06.567" v="228" actId="1076"/>
          <ac:picMkLst>
            <pc:docMk/>
            <pc:sldMk cId="1283477161" sldId="281"/>
            <ac:picMk id="5" creationId="{E901C9CF-8C56-8317-FFE1-48C80E592736}"/>
          </ac:picMkLst>
        </pc:picChg>
      </pc:sldChg>
      <pc:sldChg chg="del">
        <pc:chgData name="Abdalla Mukhaimer, Widad" userId="eed79641-8d75-4c66-a669-438ad56aff06" providerId="ADAL" clId="{B3E3B95D-E21C-4411-BB17-80F00E8BE5CB}" dt="2024-09-04T00:47:42.840" v="2" actId="47"/>
        <pc:sldMkLst>
          <pc:docMk/>
          <pc:sldMk cId="4087888029" sldId="281"/>
        </pc:sldMkLst>
      </pc:sldChg>
      <pc:sldChg chg="add del">
        <pc:chgData name="Abdalla Mukhaimer, Widad" userId="eed79641-8d75-4c66-a669-438ad56aff06" providerId="ADAL" clId="{B3E3B95D-E21C-4411-BB17-80F00E8BE5CB}" dt="2024-09-04T00:53:50.221" v="86" actId="47"/>
        <pc:sldMkLst>
          <pc:docMk/>
          <pc:sldMk cId="1156240079" sldId="282"/>
        </pc:sldMkLst>
      </pc:sldChg>
      <pc:sldChg chg="modSp add mod">
        <pc:chgData name="Abdalla Mukhaimer, Widad" userId="eed79641-8d75-4c66-a669-438ad56aff06" providerId="ADAL" clId="{B3E3B95D-E21C-4411-BB17-80F00E8BE5CB}" dt="2024-09-04T00:55:39.596" v="102" actId="1076"/>
        <pc:sldMkLst>
          <pc:docMk/>
          <pc:sldMk cId="3308334322" sldId="282"/>
        </pc:sldMkLst>
        <pc:spChg chg="mod">
          <ac:chgData name="Abdalla Mukhaimer, Widad" userId="eed79641-8d75-4c66-a669-438ad56aff06" providerId="ADAL" clId="{B3E3B95D-E21C-4411-BB17-80F00E8BE5CB}" dt="2024-09-04T00:55:39.596" v="102" actId="1076"/>
          <ac:spMkLst>
            <pc:docMk/>
            <pc:sldMk cId="3308334322" sldId="282"/>
            <ac:spMk id="3" creationId="{04628E53-F387-D335-E221-A5421145479B}"/>
          </ac:spMkLst>
        </pc:spChg>
      </pc:sldChg>
      <pc:sldChg chg="modSp add mod">
        <pc:chgData name="Abdalla Mukhaimer, Widad" userId="eed79641-8d75-4c66-a669-438ad56aff06" providerId="ADAL" clId="{B3E3B95D-E21C-4411-BB17-80F00E8BE5CB}" dt="2024-09-04T01:00:04.166" v="166" actId="20577"/>
        <pc:sldMkLst>
          <pc:docMk/>
          <pc:sldMk cId="3086146959" sldId="283"/>
        </pc:sldMkLst>
        <pc:spChg chg="mod">
          <ac:chgData name="Abdalla Mukhaimer, Widad" userId="eed79641-8d75-4c66-a669-438ad56aff06" providerId="ADAL" clId="{B3E3B95D-E21C-4411-BB17-80F00E8BE5CB}" dt="2024-09-04T01:00:04.166" v="166" actId="20577"/>
          <ac:spMkLst>
            <pc:docMk/>
            <pc:sldMk cId="3086146959" sldId="283"/>
            <ac:spMk id="5" creationId="{54DFD19E-6846-89A4-559D-BA57F0DF5F81}"/>
          </ac:spMkLst>
        </pc:spChg>
        <pc:picChg chg="mod">
          <ac:chgData name="Abdalla Mukhaimer, Widad" userId="eed79641-8d75-4c66-a669-438ad56aff06" providerId="ADAL" clId="{B3E3B95D-E21C-4411-BB17-80F00E8BE5CB}" dt="2024-09-04T01:00:01.511" v="165" actId="1076"/>
          <ac:picMkLst>
            <pc:docMk/>
            <pc:sldMk cId="3086146959" sldId="283"/>
            <ac:picMk id="7" creationId="{9369C18E-2017-0455-4A12-5C62D792C072}"/>
          </ac:picMkLst>
        </pc:picChg>
      </pc:sldChg>
      <pc:sldChg chg="add del">
        <pc:chgData name="Abdalla Mukhaimer, Widad" userId="eed79641-8d75-4c66-a669-438ad56aff06" providerId="ADAL" clId="{B3E3B95D-E21C-4411-BB17-80F00E8BE5CB}" dt="2024-09-04T00:53:51.304" v="87" actId="47"/>
        <pc:sldMkLst>
          <pc:docMk/>
          <pc:sldMk cId="4266823928" sldId="283"/>
        </pc:sldMkLst>
      </pc:sldChg>
    </pc:docChg>
  </pc:docChgLst>
  <pc:docChgLst>
    <pc:chgData name="Abdalla Mukhaimer, Widad" userId="eed79641-8d75-4c66-a669-438ad56aff06" providerId="ADAL" clId="{C26FDB0D-652D-4510-8CDC-A2DEBC97AC74}"/>
    <pc:docChg chg="modSld">
      <pc:chgData name="Abdalla Mukhaimer, Widad" userId="eed79641-8d75-4c66-a669-438ad56aff06" providerId="ADAL" clId="{C26FDB0D-652D-4510-8CDC-A2DEBC97AC74}" dt="2025-02-01T22:03:17.708" v="9" actId="1076"/>
      <pc:docMkLst>
        <pc:docMk/>
      </pc:docMkLst>
      <pc:sldChg chg="modSp mod">
        <pc:chgData name="Abdalla Mukhaimer, Widad" userId="eed79641-8d75-4c66-a669-438ad56aff06" providerId="ADAL" clId="{C26FDB0D-652D-4510-8CDC-A2DEBC97AC74}" dt="2025-02-01T22:03:17.708" v="9" actId="1076"/>
        <pc:sldMkLst>
          <pc:docMk/>
          <pc:sldMk cId="2825933428" sldId="285"/>
        </pc:sldMkLst>
        <pc:spChg chg="mod">
          <ac:chgData name="Abdalla Mukhaimer, Widad" userId="eed79641-8d75-4c66-a669-438ad56aff06" providerId="ADAL" clId="{C26FDB0D-652D-4510-8CDC-A2DEBC97AC74}" dt="2025-02-01T22:03:17.708" v="9" actId="1076"/>
          <ac:spMkLst>
            <pc:docMk/>
            <pc:sldMk cId="2825933428" sldId="285"/>
            <ac:spMk id="3" creationId="{02A9BAAE-E39D-6BD3-ECDD-7C92CEC4DA3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ABCE2-5EAA-341D-B287-16F65969CE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F62596-7499-4A15-8476-2E128308F6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BE05C-CC92-737D-2C3E-A490474D62A7}"/>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5" name="Footer Placeholder 4">
            <a:extLst>
              <a:ext uri="{FF2B5EF4-FFF2-40B4-BE49-F238E27FC236}">
                <a16:creationId xmlns:a16="http://schemas.microsoft.com/office/drawing/2014/main" id="{503E11A0-33E5-0384-25E3-5D0B8937C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A954F-286A-5395-3450-7ACF46CE1C4D}"/>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321925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AA4D2-FE76-AD58-0707-2376D55D4B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7079D5-614C-B2DC-406F-525F844D5E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CD654-E0C4-24B3-4FE7-39C9A45C99B0}"/>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5" name="Footer Placeholder 4">
            <a:extLst>
              <a:ext uri="{FF2B5EF4-FFF2-40B4-BE49-F238E27FC236}">
                <a16:creationId xmlns:a16="http://schemas.microsoft.com/office/drawing/2014/main" id="{14A70730-91E4-1FED-0965-F0640C130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42A92-C9D0-3223-E0D7-75F416BD2159}"/>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2333464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D7D5-8111-1377-0850-E4DBB907CC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CBF9DE-FDED-EFCF-DF3D-210ED54203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4E8783-C276-5A2E-62DA-66C205E33068}"/>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5" name="Footer Placeholder 4">
            <a:extLst>
              <a:ext uri="{FF2B5EF4-FFF2-40B4-BE49-F238E27FC236}">
                <a16:creationId xmlns:a16="http://schemas.microsoft.com/office/drawing/2014/main" id="{E9CB819E-3459-D184-7171-A8D545A0F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22EE9F-058D-6AAA-EAB6-95EC90039627}"/>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660397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2419-3DC6-E966-BC68-9D6651DA7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1D944F-A179-3381-DE9D-4AFD3D3A42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BE02F2-5A8D-0A96-6208-BAD68A441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E7ED03-9FA7-18AD-7AEC-B8E8F70B7137}"/>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6" name="Footer Placeholder 5">
            <a:extLst>
              <a:ext uri="{FF2B5EF4-FFF2-40B4-BE49-F238E27FC236}">
                <a16:creationId xmlns:a16="http://schemas.microsoft.com/office/drawing/2014/main" id="{A04616ED-DC7C-3DB2-645B-D9AEC52D9F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2E00FC-E702-6E79-65A6-AD22126D8AE4}"/>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03578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74749-FA30-E5AB-3817-D85726024A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AA57EF-5044-BF3D-8DB1-E71617E5A1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1B04B3-A1FB-FB10-CBB7-19547789ED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5A318-64F8-DDCC-ED86-7FAB53D938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7432DD-3A7E-129F-08FB-19AEECC55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9809B6-52DB-9ADC-9744-FD4B67060663}"/>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8" name="Footer Placeholder 7">
            <a:extLst>
              <a:ext uri="{FF2B5EF4-FFF2-40B4-BE49-F238E27FC236}">
                <a16:creationId xmlns:a16="http://schemas.microsoft.com/office/drawing/2014/main" id="{2773EAC5-8B66-4A70-ABBA-4957789132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FBA69D-9848-DFAF-0C95-73F995EA2B56}"/>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92681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E6896-7DA2-7ABD-7334-006436F75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89B4A9-F42E-7FB1-DE96-6E4C1EF9793F}"/>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4" name="Footer Placeholder 3">
            <a:extLst>
              <a:ext uri="{FF2B5EF4-FFF2-40B4-BE49-F238E27FC236}">
                <a16:creationId xmlns:a16="http://schemas.microsoft.com/office/drawing/2014/main" id="{927FC3E5-4AD6-3134-38A1-B7D357569C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3A9435-183E-6410-B3A4-3511C877A95A}"/>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614716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1DA27E-9C6A-D1EB-2FEF-B06DF6B33E4C}"/>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3" name="Footer Placeholder 2">
            <a:extLst>
              <a:ext uri="{FF2B5EF4-FFF2-40B4-BE49-F238E27FC236}">
                <a16:creationId xmlns:a16="http://schemas.microsoft.com/office/drawing/2014/main" id="{A16AA566-E4BE-53D3-D085-9B03007CFC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5A1A61-00C6-CE16-5834-7A58026020DA}"/>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182763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D6D2D-15F7-60AD-15D5-87B5DAE2AB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6587D1-A7CB-71F8-1121-038C6B6AED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CC3335-FE7D-F6F9-527F-2E63F021E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DFE721-D4C9-A8F4-613C-2080ED8A46CF}"/>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6" name="Footer Placeholder 5">
            <a:extLst>
              <a:ext uri="{FF2B5EF4-FFF2-40B4-BE49-F238E27FC236}">
                <a16:creationId xmlns:a16="http://schemas.microsoft.com/office/drawing/2014/main" id="{F2F4FD10-F162-08C1-FEC7-5F1206540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93A1F6-A5C3-E0F7-BA78-5AD1CEB46EE8}"/>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976369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AE3-50DA-CED6-4B8F-DF79D868B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DEBEDB-BE52-A8BB-BA13-E9273BD2A1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E33B94-5383-AFFA-86EA-D680945E9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039DF1-B5B4-7ADC-3B72-2DE58E6A698C}"/>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6" name="Footer Placeholder 5">
            <a:extLst>
              <a:ext uri="{FF2B5EF4-FFF2-40B4-BE49-F238E27FC236}">
                <a16:creationId xmlns:a16="http://schemas.microsoft.com/office/drawing/2014/main" id="{CF97D876-43D9-0797-045A-25C405D7B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DE8222-EEE4-02CC-373C-512BEFA14717}"/>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2665444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E998-09FD-9BA2-38D9-45BF3CC454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576C5B-1DC3-6099-44A8-41C3B2C4D9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C4EBB-C5CC-5774-F15B-FE429E102ABE}"/>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5" name="Footer Placeholder 4">
            <a:extLst>
              <a:ext uri="{FF2B5EF4-FFF2-40B4-BE49-F238E27FC236}">
                <a16:creationId xmlns:a16="http://schemas.microsoft.com/office/drawing/2014/main" id="{3489F9F4-2EF4-AD3E-104C-AD2B95CADD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673E2-315E-1DF3-8767-9034BC05C127}"/>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216193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44CC48-7399-8CCC-0CC0-06A99DEA74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243295-780E-7352-D5F1-3FC9ACA11C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54623B-2E8D-BFC0-A5B6-E2AEADE2456F}"/>
              </a:ext>
            </a:extLst>
          </p:cNvPr>
          <p:cNvSpPr>
            <a:spLocks noGrp="1"/>
          </p:cNvSpPr>
          <p:nvPr>
            <p:ph type="dt" sz="half" idx="10"/>
          </p:nvPr>
        </p:nvSpPr>
        <p:spPr/>
        <p:txBody>
          <a:bodyPr/>
          <a:lstStyle/>
          <a:p>
            <a:fld id="{9DD0AEF5-DD8A-4250-86F8-15AEBE73A4D5}" type="datetimeFigureOut">
              <a:rPr lang="en-US" smtClean="0"/>
              <a:t>2/1/2025</a:t>
            </a:fld>
            <a:endParaRPr lang="en-US"/>
          </a:p>
        </p:txBody>
      </p:sp>
      <p:sp>
        <p:nvSpPr>
          <p:cNvPr id="5" name="Footer Placeholder 4">
            <a:extLst>
              <a:ext uri="{FF2B5EF4-FFF2-40B4-BE49-F238E27FC236}">
                <a16:creationId xmlns:a16="http://schemas.microsoft.com/office/drawing/2014/main" id="{3746F9D8-E296-6216-ED79-3B7A67EF9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31819-6F2E-8E4E-0185-5C7C1AB20493}"/>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522214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98D9FD-43ED-AE24-1112-DA6BE6A545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184978-ED41-8C7C-CB00-DBA819202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2DD31-F459-AFE0-A3B2-69CA3C02CF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D0AEF5-DD8A-4250-86F8-15AEBE73A4D5}" type="datetimeFigureOut">
              <a:rPr lang="en-US" smtClean="0"/>
              <a:t>2/1/2025</a:t>
            </a:fld>
            <a:endParaRPr lang="en-US"/>
          </a:p>
        </p:txBody>
      </p:sp>
      <p:sp>
        <p:nvSpPr>
          <p:cNvPr id="5" name="Footer Placeholder 4">
            <a:extLst>
              <a:ext uri="{FF2B5EF4-FFF2-40B4-BE49-F238E27FC236}">
                <a16:creationId xmlns:a16="http://schemas.microsoft.com/office/drawing/2014/main" id="{3D50B0BA-7374-3C07-4E42-E5F279FC6D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91F6CC-650E-9631-CDA6-8B142657E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63626-CF9B-4245-8DC2-4E7B5828CFB8}" type="slidenum">
              <a:rPr lang="en-US" smtClean="0"/>
              <a:t>‹#›</a:t>
            </a:fld>
            <a:endParaRPr lang="en-US"/>
          </a:p>
        </p:txBody>
      </p:sp>
    </p:spTree>
    <p:extLst>
      <p:ext uri="{BB962C8B-B14F-4D97-AF65-F5344CB8AC3E}">
        <p14:creationId xmlns:p14="http://schemas.microsoft.com/office/powerpoint/2010/main" val="4116325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DE3B64-432C-802E-F8EF-A9F7B0F3A1CE}"/>
              </a:ext>
            </a:extLst>
          </p:cNvPr>
          <p:cNvSpPr txBox="1"/>
          <p:nvPr/>
        </p:nvSpPr>
        <p:spPr>
          <a:xfrm>
            <a:off x="3047223" y="2210318"/>
            <a:ext cx="6097554" cy="2148793"/>
          </a:xfrm>
          <a:prstGeom prst="rect">
            <a:avLst/>
          </a:prstGeom>
          <a:noFill/>
        </p:spPr>
        <p:txBody>
          <a:bodyPr wrap="square">
            <a:spAutoFit/>
          </a:bodyPr>
          <a:lstStyle/>
          <a:p>
            <a:pPr marL="457200" marR="0" indent="-228600" algn="ctr">
              <a:lnSpc>
                <a:spcPct val="115000"/>
              </a:lnSpc>
              <a:spcBef>
                <a:spcPts val="0"/>
              </a:spcBef>
              <a:spcAft>
                <a:spcPts val="0"/>
              </a:spcAft>
            </a:pPr>
            <a:r>
              <a:rPr lang="en-US" sz="6000" dirty="0">
                <a:effectLst/>
                <a:latin typeface="Times New Roman" panose="02020603050405020304" pitchFamily="18" charset="0"/>
                <a:ea typeface="Calibri" panose="020F0502020204030204" pitchFamily="34" charset="0"/>
                <a:cs typeface="Times New Roman" panose="02020603050405020304" pitchFamily="18" charset="0"/>
              </a:rPr>
              <a:t>If/Else Statements &amp; For Loops</a:t>
            </a:r>
            <a:endParaRPr lang="en-US" sz="6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07717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AF3420-1C5D-A340-BA25-57190B832806}"/>
              </a:ext>
            </a:extLst>
          </p:cNvPr>
          <p:cNvSpPr txBox="1"/>
          <p:nvPr/>
        </p:nvSpPr>
        <p:spPr>
          <a:xfrm>
            <a:off x="1023456" y="594072"/>
            <a:ext cx="10301681" cy="3010311"/>
          </a:xfrm>
          <a:prstGeom prst="rect">
            <a:avLst/>
          </a:prstGeom>
          <a:noFill/>
        </p:spPr>
        <p:txBody>
          <a:bodyPr wrap="square">
            <a:spAutoFit/>
          </a:bodyPr>
          <a:lstStyle/>
          <a:p>
            <a:pPr marL="0" marR="0" algn="ctr">
              <a:lnSpc>
                <a:spcPct val="107000"/>
              </a:lnSpc>
              <a:spcBef>
                <a:spcPts val="0"/>
              </a:spcBef>
              <a:spcAft>
                <a:spcPts val="800"/>
              </a:spcAft>
            </a:pPr>
            <a:r>
              <a:rPr lang="en-US" sz="4000" kern="100" dirty="0">
                <a:effectLst/>
                <a:latin typeface="Times New Roman" panose="02020603050405020304" pitchFamily="18" charset="0"/>
                <a:ea typeface="Calibri" panose="020F0502020204030204" pitchFamily="34" charset="0"/>
                <a:cs typeface="Times New Roman" panose="02020603050405020304" pitchFamily="18" charset="0"/>
              </a:rPr>
              <a:t>Boolean Expressions</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Boolean expressions:</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expressions that are either true or false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Commands: use ==,   !=  ,   &gt;  ,  &lt;   ,  &gt;=  , or   &lt;=   to compare two expressions.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77280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DBB59F-F5C4-DB5C-EC05-980D49D003E8}"/>
              </a:ext>
            </a:extLst>
          </p:cNvPr>
          <p:cNvSpPr txBox="1"/>
          <p:nvPr/>
        </p:nvSpPr>
        <p:spPr>
          <a:xfrm>
            <a:off x="656438" y="360176"/>
            <a:ext cx="10442196" cy="2146485"/>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1: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Suppose you defined the following vectors: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114800" lvl="8" algn="just">
              <a:lnSpc>
                <a:spcPct val="107000"/>
              </a:lnSpc>
            </a:pP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s &lt;- 5</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114800" lvl="8" algn="just">
              <a:lnSpc>
                <a:spcPct val="107000"/>
              </a:lnSpc>
            </a:pP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m &lt;- 5</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What are the outputs if I ran the following lines of codes?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F2FFA2BB-9B4A-BDCF-4809-A1572F20CFDC}"/>
              </a:ext>
            </a:extLst>
          </p:cNvPr>
          <p:cNvPicPr>
            <a:picLocks noChangeAspect="1"/>
          </p:cNvPicPr>
          <p:nvPr/>
        </p:nvPicPr>
        <p:blipFill>
          <a:blip r:embed="rId2"/>
          <a:stretch>
            <a:fillRect/>
          </a:stretch>
        </p:blipFill>
        <p:spPr>
          <a:xfrm>
            <a:off x="2228136" y="2893403"/>
            <a:ext cx="7958328" cy="3356395"/>
          </a:xfrm>
          <a:prstGeom prst="rect">
            <a:avLst/>
          </a:prstGeom>
        </p:spPr>
      </p:pic>
    </p:spTree>
    <p:extLst>
      <p:ext uri="{BB962C8B-B14F-4D97-AF65-F5344CB8AC3E}">
        <p14:creationId xmlns:p14="http://schemas.microsoft.com/office/powerpoint/2010/main" val="2557829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37E1351-52CE-1CC1-4A6F-DC3092EB32C2}"/>
              </a:ext>
            </a:extLst>
          </p:cNvPr>
          <p:cNvSpPr>
            <a:spLocks noChangeArrowheads="1"/>
          </p:cNvSpPr>
          <p:nvPr/>
        </p:nvSpPr>
        <p:spPr bwMode="auto">
          <a:xfrm>
            <a:off x="805342" y="408290"/>
            <a:ext cx="10435905"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Example 2: </a:t>
            </a:r>
            <a:r>
              <a:rPr kumimoji="0" lang="en-US" altLang="en-US" sz="3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Suppose you defined the following vectors: </a:t>
            </a:r>
            <a:endParaRPr kumimoji="0" lang="en-US" altLang="en-US" sz="3000" b="0" i="0" u="none" strike="noStrike" cap="none" normalizeH="0" baseline="0" dirty="0">
              <a:ln>
                <a:noFill/>
              </a:ln>
              <a:solidFill>
                <a:schemeClr val="tx1"/>
              </a:solidFill>
              <a:effectLst/>
            </a:endParaRPr>
          </a:p>
          <a:p>
            <a:pPr lvl="4" algn="just" eaLnBrk="0" fontAlgn="base" hangingPunct="0">
              <a:spcBef>
                <a:spcPct val="0"/>
              </a:spcBef>
              <a:spcAft>
                <a:spcPct val="0"/>
              </a:spcAft>
            </a:pPr>
            <a:r>
              <a:rPr kumimoji="0" lang="en-US" altLang="en-US" sz="3000" b="0" i="0" u="none" strike="noStrike" cap="none" normalizeH="0" baseline="0" dirty="0">
                <a:ln>
                  <a:noFill/>
                </a:ln>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x &lt;- c(4,5,6,7)</a:t>
            </a:r>
            <a:endParaRPr kumimoji="0" lang="en-US" altLang="en-US" sz="3000" b="0" i="0" u="none" strike="noStrike" cap="none" normalizeH="0" baseline="0" dirty="0">
              <a:ln>
                <a:noFill/>
              </a:ln>
              <a:solidFill>
                <a:schemeClr val="tx1"/>
              </a:solidFill>
              <a:effectLst/>
            </a:endParaRPr>
          </a:p>
          <a:p>
            <a:pPr lvl="4" algn="just" eaLnBrk="0" fontAlgn="base" hangingPunct="0">
              <a:spcBef>
                <a:spcPct val="0"/>
              </a:spcBef>
              <a:spcAft>
                <a:spcPct val="0"/>
              </a:spcAft>
            </a:pPr>
            <a:r>
              <a:rPr kumimoji="0" lang="en-US" altLang="en-US" sz="3000" b="0" i="0" u="none" strike="noStrike" cap="none" normalizeH="0" baseline="0" dirty="0">
                <a:ln>
                  <a:noFill/>
                </a:ln>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y &lt;- 4:7</a:t>
            </a:r>
            <a:endParaRPr kumimoji="0" lang="en-US" altLang="en-US" sz="3000" b="0" i="0" u="none" strike="noStrike" cap="none" normalizeH="0" baseline="0" dirty="0">
              <a:ln>
                <a:noFill/>
              </a:ln>
              <a:solidFill>
                <a:srgbClr val="538135"/>
              </a:solidFill>
              <a:effectLst/>
              <a:latin typeface="Lucida Console" panose="020B0609040504020204" pitchFamily="49" charset="0"/>
              <a:ea typeface="Times New Roman" panose="02020603050405020304" pitchFamily="18" charset="0"/>
              <a:cs typeface="Courier New" panose="02070309020205020404" pitchFamily="49" charset="0"/>
            </a:endParaRPr>
          </a:p>
          <a:p>
            <a:pPr lvl="4" algn="just" eaLnBrk="0" fontAlgn="base" hangingPunct="0">
              <a:spcBef>
                <a:spcPct val="0"/>
              </a:spcBef>
              <a:spcAft>
                <a:spcPct val="0"/>
              </a:spcAft>
            </a:pPr>
            <a:r>
              <a:rPr kumimoji="0" lang="en-US" altLang="en-US" sz="3000" b="0" i="0" u="none" strike="noStrike" cap="none" normalizeH="0" baseline="0" dirty="0">
                <a:ln>
                  <a:noFill/>
                </a:ln>
                <a:solidFill>
                  <a:srgbClr val="538135"/>
                </a:solidFill>
                <a:effectLst/>
                <a:latin typeface="Lucida Console" panose="020B0609040504020204" pitchFamily="49" charset="0"/>
                <a:ea typeface="Times New Roman" panose="02020603050405020304" pitchFamily="18" charset="0"/>
                <a:cs typeface="Courier New" panose="02070309020205020404" pitchFamily="49" charset="0"/>
              </a:rPr>
              <a:t>z &lt;- c(4, 5, 7, 9)</a:t>
            </a:r>
            <a:r>
              <a:rPr kumimoji="0" lang="en-US" altLang="en-US" sz="3000" b="0" i="0" u="none" strike="noStrike" cap="none" normalizeH="0" baseline="0" dirty="0">
                <a:ln>
                  <a:noFill/>
                </a:ln>
                <a:solidFill>
                  <a:schemeClr val="tx1"/>
                </a:solidFill>
                <a:effectLst/>
              </a:rPr>
              <a:t> </a:t>
            </a:r>
            <a:endParaRPr kumimoji="0" lang="en-US" altLang="en-US" sz="3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What are the outputs if I ran the following lines of codes? </a:t>
            </a:r>
            <a:endParaRPr kumimoji="0" lang="en-US" altLang="en-US" sz="30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901C9CF-8C56-8317-FFE1-48C80E592736}"/>
              </a:ext>
            </a:extLst>
          </p:cNvPr>
          <p:cNvPicPr>
            <a:picLocks noChangeAspect="1"/>
          </p:cNvPicPr>
          <p:nvPr/>
        </p:nvPicPr>
        <p:blipFill>
          <a:blip r:embed="rId2"/>
          <a:stretch>
            <a:fillRect/>
          </a:stretch>
        </p:blipFill>
        <p:spPr>
          <a:xfrm>
            <a:off x="2642881" y="2794670"/>
            <a:ext cx="6509507" cy="3912328"/>
          </a:xfrm>
          <a:prstGeom prst="rect">
            <a:avLst/>
          </a:prstGeom>
        </p:spPr>
      </p:pic>
    </p:spTree>
    <p:extLst>
      <p:ext uri="{BB962C8B-B14F-4D97-AF65-F5344CB8AC3E}">
        <p14:creationId xmlns:p14="http://schemas.microsoft.com/office/powerpoint/2010/main" val="1283477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6D2C88-8BE0-6AD8-7E75-DAA23077D193}"/>
              </a:ext>
            </a:extLst>
          </p:cNvPr>
          <p:cNvSpPr txBox="1"/>
          <p:nvPr/>
        </p:nvSpPr>
        <p:spPr>
          <a:xfrm>
            <a:off x="746620" y="841087"/>
            <a:ext cx="10553350" cy="3504293"/>
          </a:xfrm>
          <a:prstGeom prst="rect">
            <a:avLst/>
          </a:prstGeom>
          <a:noFill/>
        </p:spPr>
        <p:txBody>
          <a:bodyPr wrap="square">
            <a:spAutoFit/>
          </a:bodyPr>
          <a:lstStyle/>
          <a:p>
            <a:pPr marL="0" marR="0" algn="ctr">
              <a:lnSpc>
                <a:spcPct val="107000"/>
              </a:lnSpc>
              <a:spcBef>
                <a:spcPts val="0"/>
              </a:spcBef>
              <a:spcAft>
                <a:spcPts val="800"/>
              </a:spcAft>
            </a:pPr>
            <a:r>
              <a:rPr lang="en-US" sz="4000" b="1" kern="100" dirty="0">
                <a:effectLst/>
                <a:latin typeface="Times New Roman" panose="02020603050405020304" pitchFamily="18" charset="0"/>
                <a:ea typeface="Calibri" panose="020F0502020204030204" pitchFamily="34" charset="0"/>
                <a:cs typeface="Times New Roman" panose="02020603050405020304" pitchFamily="18" charset="0"/>
              </a:rPr>
              <a:t>Conditional Statements</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If Statements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The “if” statement allows you to execute a block of code only if a given condition is true.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83102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DFE962-1C24-67B0-BCEB-F471DD52056F}"/>
              </a:ext>
            </a:extLst>
          </p:cNvPr>
          <p:cNvSpPr txBox="1"/>
          <p:nvPr/>
        </p:nvSpPr>
        <p:spPr>
          <a:xfrm>
            <a:off x="436228" y="267750"/>
            <a:ext cx="10830187" cy="6322500"/>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3:</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is the output when you run this 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sky &lt;- "sunny"</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if (sky == "sunny"){</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print("Leave your umbrella at home!")</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What is the output when you change the first line to </a:t>
            </a: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sky &lt;- “cloudy”</a:t>
            </a:r>
            <a:r>
              <a:rPr lang="en-US" sz="3000" kern="100" dirty="0">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16941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2A9BAAE-E39D-6BD3-ECDD-7C92CEC4DA37}"/>
                  </a:ext>
                </a:extLst>
              </p:cNvPr>
              <p:cNvSpPr txBox="1"/>
              <p:nvPr/>
            </p:nvSpPr>
            <p:spPr>
              <a:xfrm>
                <a:off x="418809" y="347875"/>
                <a:ext cx="11148969" cy="6372770"/>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4: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Define a one element vector named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𝑛𝑢𝑚𝑏𝑒𝑟</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whose one element is 5. Write an if statement that prints “It’s a positive number” if the value of vector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𝑛𝑢𝑚𝑏𝑒𝑟</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is greater than 0. What is the output once you run these lines?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base">
                  <a:lnSpc>
                    <a:spcPts val="1440"/>
                  </a:lnSpc>
                  <a:spcBef>
                    <a:spcPts val="0"/>
                  </a:spcBef>
                  <a:spcAft>
                    <a:spcPts val="800"/>
                  </a:spcAft>
                </a:pPr>
                <a:endParaRPr lang="en-US" sz="30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fontAlgn="base">
                  <a:lnSpc>
                    <a:spcPts val="1440"/>
                  </a:lnSpc>
                  <a:spcBef>
                    <a:spcPts val="0"/>
                  </a:spcBef>
                  <a:spcAft>
                    <a:spcPts val="800"/>
                  </a:spcAft>
                </a:pPr>
                <a:r>
                  <a:rPr lang="en-US" sz="30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Code:</a:t>
                </a:r>
                <a:r>
                  <a:rPr lang="en-US" sz="30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base">
                  <a:lnSpc>
                    <a:spcPts val="144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base">
                  <a:lnSpc>
                    <a:spcPts val="144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base">
                  <a:lnSpc>
                    <a:spcPts val="1440"/>
                  </a:lnSpc>
                  <a:spcBef>
                    <a:spcPts val="0"/>
                  </a:spcBef>
                  <a:spcAft>
                    <a:spcPts val="800"/>
                  </a:spcAft>
                </a:pPr>
                <a:endParaRPr lang="en-US" sz="3000" kern="0" spc="10" dirty="0">
                  <a:solidFill>
                    <a:srgbClr val="273239"/>
                  </a:solidFill>
                  <a:effectLst/>
                  <a:latin typeface="Consolas" panose="020B0609020204030204" pitchFamily="49" charset="0"/>
                  <a:ea typeface="Times New Roman" panose="02020603050405020304" pitchFamily="18" charset="0"/>
                  <a:cs typeface="Times New Roman" panose="02020603050405020304" pitchFamily="18" charset="0"/>
                </a:endParaRPr>
              </a:p>
              <a:p>
                <a:pPr marL="0" marR="0" algn="just" fontAlgn="base">
                  <a:lnSpc>
                    <a:spcPts val="1440"/>
                  </a:lnSpc>
                  <a:spcBef>
                    <a:spcPts val="0"/>
                  </a:spcBef>
                  <a:spcAft>
                    <a:spcPts val="800"/>
                  </a:spcAft>
                </a:pPr>
                <a:endParaRPr lang="en-US" sz="3000" kern="0" spc="10" dirty="0">
                  <a:solidFill>
                    <a:srgbClr val="273239"/>
                  </a:solidFill>
                  <a:latin typeface="Consolas" panose="020B0609020204030204" pitchFamily="49" charset="0"/>
                  <a:ea typeface="Times New Roman" panose="02020603050405020304" pitchFamily="18" charset="0"/>
                  <a:cs typeface="Times New Roman" panose="02020603050405020304" pitchFamily="18" charset="0"/>
                </a:endParaRPr>
              </a:p>
              <a:p>
                <a:pPr marL="0" marR="0" algn="just" fontAlgn="base">
                  <a:lnSpc>
                    <a:spcPts val="1440"/>
                  </a:lnSpc>
                  <a:spcBef>
                    <a:spcPts val="0"/>
                  </a:spcBef>
                  <a:spcAft>
                    <a:spcPts val="800"/>
                  </a:spcAft>
                </a:pPr>
                <a:r>
                  <a:rPr lang="en-US" sz="3000" kern="0" spc="10" dirty="0">
                    <a:solidFill>
                      <a:srgbClr val="273239"/>
                    </a:solidFill>
                    <a:effectLst/>
                    <a:latin typeface="Consolas" panose="020B0609020204030204" pitchFamily="49" charset="0"/>
                    <a:ea typeface="Times New Roman" panose="02020603050405020304" pitchFamily="18" charset="0"/>
                    <a:cs typeface="Times New Roman" panose="02020603050405020304" pitchFamily="18" charset="0"/>
                  </a:rPr>
                  <a:t> </a:t>
                </a:r>
              </a:p>
              <a:p>
                <a:pPr marL="0" marR="0" algn="just" fontAlgn="base">
                  <a:lnSpc>
                    <a:spcPts val="1440"/>
                  </a:lnSpc>
                  <a:spcBef>
                    <a:spcPts val="0"/>
                  </a:spcBef>
                  <a:spcAft>
                    <a:spcPts val="800"/>
                  </a:spcAft>
                </a:pPr>
                <a:endParaRPr lang="en-US" sz="3000" kern="0" spc="10" dirty="0">
                  <a:solidFill>
                    <a:srgbClr val="273239"/>
                  </a:solidFill>
                  <a:latin typeface="Consolas" panose="020B0609020204030204" pitchFamily="49" charset="0"/>
                  <a:ea typeface="Calibri" panose="020F0502020204030204" pitchFamily="34" charset="0"/>
                  <a:cs typeface="Times New Roman" panose="02020603050405020304" pitchFamily="18" charset="0"/>
                </a:endParaRPr>
              </a:p>
              <a:p>
                <a:pPr marL="0" marR="0" algn="just" fontAlgn="base">
                  <a:lnSpc>
                    <a:spcPts val="1440"/>
                  </a:lnSpc>
                  <a:spcBef>
                    <a:spcPts val="0"/>
                  </a:spcBef>
                  <a:spcAft>
                    <a:spcPts val="800"/>
                  </a:spcAft>
                </a:pP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900" kern="100" dirty="0">
                    <a:effectLst/>
                    <a:latin typeface="Times New Roman" panose="02020603050405020304" pitchFamily="18" charset="0"/>
                    <a:ea typeface="Calibri" panose="020F0502020204030204" pitchFamily="34" charset="0"/>
                    <a:cs typeface="Times New Roman" panose="02020603050405020304" pitchFamily="18" charset="0"/>
                  </a:rPr>
                  <a:t>What is the output when you change the first line to </a:t>
                </a:r>
                <a:r>
                  <a:rPr lang="en-US" sz="29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number &lt;- -5</a:t>
                </a:r>
                <a:r>
                  <a:rPr lang="en-US" sz="2900" kern="100" dirty="0">
                    <a:effectLst/>
                    <a:latin typeface="Lucida Console" panose="020B0609040504020204" pitchFamily="49" charset="0"/>
                    <a:ea typeface="Calibri" panose="020F0502020204030204" pitchFamily="34"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02A9BAAE-E39D-6BD3-ECDD-7C92CEC4DA37}"/>
                  </a:ext>
                </a:extLst>
              </p:cNvPr>
              <p:cNvSpPr txBox="1">
                <a:spLocks noRot="1" noChangeAspect="1" noMove="1" noResize="1" noEditPoints="1" noAdjustHandles="1" noChangeArrowheads="1" noChangeShapeType="1" noTextEdit="1"/>
              </p:cNvSpPr>
              <p:nvPr/>
            </p:nvSpPr>
            <p:spPr>
              <a:xfrm>
                <a:off x="418809" y="347875"/>
                <a:ext cx="11148969" cy="6372770"/>
              </a:xfrm>
              <a:prstGeom prst="rect">
                <a:avLst/>
              </a:prstGeom>
              <a:blipFill>
                <a:blip r:embed="rId2"/>
                <a:stretch>
                  <a:fillRect l="-1312" t="-1244" r="-1258" b="-1722"/>
                </a:stretch>
              </a:blipFill>
            </p:spPr>
            <p:txBody>
              <a:bodyPr/>
              <a:lstStyle/>
              <a:p>
                <a:r>
                  <a:rPr lang="en-US">
                    <a:noFill/>
                  </a:rPr>
                  <a:t> </a:t>
                </a:r>
              </a:p>
            </p:txBody>
          </p:sp>
        </mc:Fallback>
      </mc:AlternateContent>
    </p:spTree>
    <p:extLst>
      <p:ext uri="{BB962C8B-B14F-4D97-AF65-F5344CB8AC3E}">
        <p14:creationId xmlns:p14="http://schemas.microsoft.com/office/powerpoint/2010/main" val="2825933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9DFFFA-6789-4C5D-3296-3E4CEAD93061}"/>
              </a:ext>
            </a:extLst>
          </p:cNvPr>
          <p:cNvSpPr txBox="1"/>
          <p:nvPr/>
        </p:nvSpPr>
        <p:spPr>
          <a:xfrm>
            <a:off x="620785" y="1216153"/>
            <a:ext cx="10821798" cy="2146485"/>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If-Else Statements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The “if else” statement extends the “if” statement to execute different blocks of code based on whether a condition is true or false.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45868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CAD6F5-7EE7-D437-1903-EAA5DC292E34}"/>
              </a:ext>
            </a:extLst>
          </p:cNvPr>
          <p:cNvSpPr txBox="1"/>
          <p:nvPr/>
        </p:nvSpPr>
        <p:spPr>
          <a:xfrm>
            <a:off x="671119" y="369116"/>
            <a:ext cx="11157357" cy="6339812"/>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5:</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is the output when you run this 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number &lt;- -3</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if (number &gt; 0) {</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print("The number is positive.")</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else if (number &lt; 0) {</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print("The number is negative.")</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else {</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print("The number is zero.")</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05148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E0BDF63-CB5B-2696-3459-A6984C175A86}"/>
                  </a:ext>
                </a:extLst>
              </p:cNvPr>
              <p:cNvSpPr txBox="1"/>
              <p:nvPr/>
            </p:nvSpPr>
            <p:spPr>
              <a:xfrm>
                <a:off x="408265" y="72055"/>
                <a:ext cx="11375470" cy="6713889"/>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6: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Define a one element vector named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𝑎𝑔𝑒</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whose one element is 18. Write an if-else statement about driving in Illinois. The statement should print “you are too young to drive” if the age is less than 16, “you need written consent from parents” if the age is between 16 and 17, and “no age restriction to get a license” if age is 18 or greater.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Code: </a:t>
                </a:r>
              </a:p>
              <a:p>
                <a:pPr marL="0" marR="0" algn="just">
                  <a:lnSpc>
                    <a:spcPct val="107000"/>
                  </a:lnSpc>
                  <a:spcBef>
                    <a:spcPts val="0"/>
                  </a:spcBef>
                  <a:spcAft>
                    <a:spcPts val="800"/>
                  </a:spcAft>
                </a:pPr>
                <a:endParaRPr lang="en-US" sz="3000" b="1"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b="1"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b="1"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b="1"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9E0BDF63-CB5B-2696-3459-A6984C175A86}"/>
                  </a:ext>
                </a:extLst>
              </p:cNvPr>
              <p:cNvSpPr txBox="1">
                <a:spLocks noRot="1" noChangeAspect="1" noMove="1" noResize="1" noEditPoints="1" noAdjustHandles="1" noChangeArrowheads="1" noChangeShapeType="1" noTextEdit="1"/>
              </p:cNvSpPr>
              <p:nvPr/>
            </p:nvSpPr>
            <p:spPr>
              <a:xfrm>
                <a:off x="408265" y="72055"/>
                <a:ext cx="11375470" cy="6713889"/>
              </a:xfrm>
              <a:prstGeom prst="rect">
                <a:avLst/>
              </a:prstGeom>
              <a:blipFill>
                <a:blip r:embed="rId2"/>
                <a:stretch>
                  <a:fillRect l="-1286" t="-1181" r="-1233" b="-1817"/>
                </a:stretch>
              </a:blipFill>
            </p:spPr>
            <p:txBody>
              <a:bodyPr/>
              <a:lstStyle/>
              <a:p>
                <a:r>
                  <a:rPr lang="en-US">
                    <a:noFill/>
                  </a:rPr>
                  <a:t> </a:t>
                </a:r>
              </a:p>
            </p:txBody>
          </p:sp>
        </mc:Fallback>
      </mc:AlternateContent>
    </p:spTree>
    <p:extLst>
      <p:ext uri="{BB962C8B-B14F-4D97-AF65-F5344CB8AC3E}">
        <p14:creationId xmlns:p14="http://schemas.microsoft.com/office/powerpoint/2010/main" val="3212089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C678EB-BBD4-5524-0A43-3C952B20C080}"/>
              </a:ext>
            </a:extLst>
          </p:cNvPr>
          <p:cNvSpPr txBox="1"/>
          <p:nvPr/>
        </p:nvSpPr>
        <p:spPr>
          <a:xfrm>
            <a:off x="184557" y="136732"/>
            <a:ext cx="11509695" cy="5235792"/>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err="1">
                <a:effectLst/>
                <a:latin typeface="Times New Roman" panose="02020603050405020304" pitchFamily="18" charset="0"/>
                <a:ea typeface="Calibri" panose="020F0502020204030204" pitchFamily="34" charset="0"/>
                <a:cs typeface="Times New Roman" panose="02020603050405020304" pitchFamily="18" charset="0"/>
              </a:rPr>
              <a:t>Ifelse</a:t>
            </a: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Function</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This is for when you want to use if else statements repeatedly to return a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7:</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is the output when you run this 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21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numbers &lt;- c(-2, 3, 0, -5, 7)</a:t>
            </a:r>
            <a:endParaRPr lang="en-US" sz="21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21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positive_indicator</a:t>
            </a:r>
            <a:r>
              <a:rPr lang="en-US" sz="21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&lt;-</a:t>
            </a:r>
            <a:r>
              <a:rPr lang="en-US" sz="21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ifelse</a:t>
            </a:r>
            <a:r>
              <a:rPr lang="en-US" sz="21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(numbers&gt;0, "Positive", "Not Positive")</a:t>
            </a:r>
            <a:endParaRPr lang="en-US" sz="21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21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numbers</a:t>
            </a:r>
            <a:endParaRPr lang="en-US" sz="21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21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positive_indicator</a:t>
            </a:r>
            <a:endParaRPr lang="en-US" sz="21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63855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6A176A-B433-5AC8-8045-486D3BC7520A}"/>
              </a:ext>
            </a:extLst>
          </p:cNvPr>
          <p:cNvSpPr txBox="1"/>
          <p:nvPr/>
        </p:nvSpPr>
        <p:spPr>
          <a:xfrm>
            <a:off x="394282" y="332194"/>
            <a:ext cx="11073468" cy="6219908"/>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8: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Define a vector named numbers_2 with elements 5, -2, 0. Then define a new vector named eval_5 using the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ifelse</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function that tells you whether the numbers in numbers_2 are greater or equal to 5 or smaller than 5.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just">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1879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DB0BA7-8EBB-D0D6-DCDA-44A8BCC248A0}"/>
              </a:ext>
            </a:extLst>
          </p:cNvPr>
          <p:cNvSpPr txBox="1"/>
          <p:nvPr/>
        </p:nvSpPr>
        <p:spPr>
          <a:xfrm>
            <a:off x="662730" y="857444"/>
            <a:ext cx="10805020" cy="4307589"/>
          </a:xfrm>
          <a:prstGeom prst="rect">
            <a:avLst/>
          </a:prstGeom>
          <a:noFill/>
        </p:spPr>
        <p:txBody>
          <a:bodyPr wrap="square">
            <a:spAutoFit/>
          </a:bodyPr>
          <a:lstStyle/>
          <a:p>
            <a:pPr marL="0" marR="0" algn="ctr">
              <a:lnSpc>
                <a:spcPct val="107000"/>
              </a:lnSpc>
              <a:spcBef>
                <a:spcPts val="0"/>
              </a:spcBef>
              <a:spcAft>
                <a:spcPts val="800"/>
              </a:spcAft>
            </a:pPr>
            <a:r>
              <a:rPr lang="en-US" sz="4000" b="1" kern="100" dirty="0">
                <a:effectLst/>
                <a:latin typeface="Times New Roman" panose="02020603050405020304" pitchFamily="18" charset="0"/>
                <a:ea typeface="Calibri" panose="020F0502020204030204" pitchFamily="34" charset="0"/>
                <a:cs typeface="Times New Roman" panose="02020603050405020304" pitchFamily="18" charset="0"/>
              </a:rPr>
              <a:t>For Loops</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The basic structure of a for loop looks like this: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Lucida Console" panose="020B0609040504020204" pitchFamily="49" charset="0"/>
                <a:ea typeface="Calibri" panose="020F0502020204030204" pitchFamily="34" charset="0"/>
                <a:cs typeface="Times New Roman" panose="02020603050405020304" pitchFamily="18" charset="0"/>
              </a:rPr>
              <a:t>    for (</a:t>
            </a:r>
            <a:r>
              <a:rPr lang="en-US" sz="3000" kern="100" dirty="0">
                <a:solidFill>
                  <a:srgbClr val="FF0000"/>
                </a:solidFill>
                <a:effectLst/>
                <a:latin typeface="Lucida Console" panose="020B0609040504020204" pitchFamily="49" charset="0"/>
                <a:ea typeface="Calibri" panose="020F0502020204030204" pitchFamily="34" charset="0"/>
                <a:cs typeface="Times New Roman" panose="02020603050405020304" pitchFamily="18" charset="0"/>
              </a:rPr>
              <a:t>variable</a:t>
            </a:r>
            <a:r>
              <a:rPr lang="en-US" sz="3000" kern="100" dirty="0">
                <a:effectLst/>
                <a:latin typeface="Lucida Console" panose="020B0609040504020204" pitchFamily="49" charset="0"/>
                <a:ea typeface="Calibri" panose="020F0502020204030204" pitchFamily="34" charset="0"/>
                <a:cs typeface="Times New Roman" panose="02020603050405020304" pitchFamily="18" charset="0"/>
              </a:rPr>
              <a:t> in </a:t>
            </a:r>
            <a:r>
              <a:rPr lang="en-US" sz="3000" kern="100" dirty="0">
                <a:solidFill>
                  <a:srgbClr val="FF0000"/>
                </a:solidFill>
                <a:effectLst/>
                <a:latin typeface="Lucida Console" panose="020B0609040504020204" pitchFamily="49" charset="0"/>
                <a:ea typeface="Calibri" panose="020F0502020204030204" pitchFamily="34" charset="0"/>
                <a:cs typeface="Times New Roman" panose="02020603050405020304" pitchFamily="18" charset="0"/>
              </a:rPr>
              <a:t>sequence</a:t>
            </a:r>
            <a:r>
              <a:rPr lang="en-US" sz="3000" kern="100" dirty="0">
                <a:effectLst/>
                <a:latin typeface="Lucida Console" panose="020B0609040504020204" pitchFamily="49"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Lucida Console" panose="020B0609040504020204" pitchFamily="49" charset="0"/>
                <a:ea typeface="Calibri" panose="020F0502020204030204" pitchFamily="34" charset="0"/>
                <a:cs typeface="Times New Roman" panose="02020603050405020304" pitchFamily="18" charset="0"/>
              </a:rPr>
              <a:t>       </a:t>
            </a:r>
            <a:r>
              <a:rPr lang="en-US" sz="3000" kern="100" dirty="0">
                <a:solidFill>
                  <a:srgbClr val="FF0000"/>
                </a:solidFill>
                <a:effectLst/>
                <a:latin typeface="Lucida Console" panose="020B0609040504020204" pitchFamily="49" charset="0"/>
                <a:ea typeface="Calibri" panose="020F0502020204030204" pitchFamily="34" charset="0"/>
                <a:cs typeface="Times New Roman" panose="02020603050405020304" pitchFamily="18" charset="0"/>
              </a:rPr>
              <a:t>code to be executed in each iteration</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Lucida Console" panose="020B0609040504020204" pitchFamily="49"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22570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2DD3BD-7145-584B-661C-D9FB8AF05255}"/>
              </a:ext>
            </a:extLst>
          </p:cNvPr>
          <p:cNvSpPr txBox="1"/>
          <p:nvPr/>
        </p:nvSpPr>
        <p:spPr>
          <a:xfrm>
            <a:off x="528505" y="480757"/>
            <a:ext cx="10981189" cy="2948243"/>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9:</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is the output when you run this 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for (</a:t>
            </a:r>
            <a:r>
              <a:rPr lang="en-US" sz="30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in 1:5){</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print(</a:t>
            </a:r>
            <a:r>
              <a:rPr lang="en-US" sz="30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638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30AEB8-D380-3D87-8789-1203A993231B}"/>
              </a:ext>
            </a:extLst>
          </p:cNvPr>
          <p:cNvSpPr txBox="1"/>
          <p:nvPr/>
        </p:nvSpPr>
        <p:spPr>
          <a:xfrm>
            <a:off x="536895" y="480757"/>
            <a:ext cx="10805020" cy="2948243"/>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10:</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is the output when you run this 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for (</a:t>
            </a:r>
            <a:r>
              <a:rPr lang="en-US" sz="30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in c(2, 3, 5)){</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print(i+1)</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2647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905599-3695-9F2F-0EFD-8FBC12812962}"/>
              </a:ext>
            </a:extLst>
          </p:cNvPr>
          <p:cNvSpPr txBox="1"/>
          <p:nvPr/>
        </p:nvSpPr>
        <p:spPr>
          <a:xfrm>
            <a:off x="307596" y="318166"/>
            <a:ext cx="11576807" cy="2849370"/>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11:</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is the output when you run this 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28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for (</a:t>
            </a:r>
            <a:r>
              <a:rPr lang="en-US" sz="28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28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in c("Mike", "Mary", "Tom")){</a:t>
            </a:r>
            <a:endParaRPr lang="en-US" sz="28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28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print(paste(</a:t>
            </a:r>
            <a:r>
              <a:rPr lang="en-US" sz="28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28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"works at Loyola", </a:t>
            </a:r>
            <a:r>
              <a:rPr lang="en-US" sz="28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sep</a:t>
            </a:r>
            <a:r>
              <a:rPr lang="en-US" sz="28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 " - "))</a:t>
            </a:r>
            <a:endParaRPr lang="en-US" sz="28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28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28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35184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72C7AC-9943-8FB3-6B5B-4316A7267BA8}"/>
              </a:ext>
            </a:extLst>
          </p:cNvPr>
          <p:cNvSpPr txBox="1"/>
          <p:nvPr/>
        </p:nvSpPr>
        <p:spPr>
          <a:xfrm>
            <a:off x="421546" y="170885"/>
            <a:ext cx="11549543" cy="5895845"/>
          </a:xfrm>
          <a:prstGeom prst="rect">
            <a:avLst/>
          </a:prstGeom>
          <a:noFill/>
        </p:spPr>
        <p:txBody>
          <a:bodyPr wrap="square">
            <a:spAutoFit/>
          </a:bodyPr>
          <a:lstStyle/>
          <a:p>
            <a:pPr marL="0" marR="0" algn="just">
              <a:lnSpc>
                <a:spcPct val="107000"/>
              </a:lnSpc>
              <a:spcBef>
                <a:spcPts val="0"/>
              </a:spcBef>
              <a:spcAft>
                <a:spcPts val="800"/>
              </a:spcAft>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Example 12:</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Create a character vector called </a:t>
            </a:r>
            <a:r>
              <a:rPr lang="en-US" sz="2800" kern="100" dirty="0" err="1">
                <a:effectLst/>
                <a:latin typeface="Times New Roman" panose="02020603050405020304" pitchFamily="18" charset="0"/>
                <a:ea typeface="Calibri" panose="020F0502020204030204" pitchFamily="34" charset="0"/>
                <a:cs typeface="Times New Roman" panose="02020603050405020304" pitchFamily="18" charset="0"/>
              </a:rPr>
              <a:t>student_names</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that contains the elements “Rohan”, “Ana”, and “Amir”. The create a for loop to print the following information: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114800" lvl="8" algn="just">
              <a:spcAft>
                <a:spcPts val="800"/>
              </a:spcAft>
            </a:pPr>
            <a:r>
              <a:rPr lang="en-US" sz="2500" kern="100" dirty="0">
                <a:effectLst/>
                <a:latin typeface="Times New Roman" panose="02020603050405020304" pitchFamily="18" charset="0"/>
                <a:ea typeface="Calibri" panose="020F0502020204030204" pitchFamily="34" charset="0"/>
                <a:cs typeface="Times New Roman" panose="02020603050405020304" pitchFamily="18" charset="0"/>
              </a:rPr>
              <a:t>Student 1 is Rohan</a:t>
            </a:r>
            <a:endParaRPr lang="en-US" sz="2500" kern="100" dirty="0">
              <a:effectLst/>
              <a:latin typeface="Calibri" panose="020F0502020204030204" pitchFamily="34" charset="0"/>
              <a:ea typeface="Calibri" panose="020F0502020204030204" pitchFamily="34" charset="0"/>
              <a:cs typeface="Times New Roman" panose="02020603050405020304" pitchFamily="18" charset="0"/>
            </a:endParaRPr>
          </a:p>
          <a:p>
            <a:pPr marL="4114800" lvl="8" algn="just">
              <a:spcAft>
                <a:spcPts val="800"/>
              </a:spcAft>
            </a:pPr>
            <a:r>
              <a:rPr lang="en-US" sz="2500" kern="100" dirty="0">
                <a:effectLst/>
                <a:latin typeface="Times New Roman" panose="02020603050405020304" pitchFamily="18" charset="0"/>
                <a:ea typeface="Calibri" panose="020F0502020204030204" pitchFamily="34" charset="0"/>
                <a:cs typeface="Times New Roman" panose="02020603050405020304" pitchFamily="18" charset="0"/>
              </a:rPr>
              <a:t>Student 2 is Ana</a:t>
            </a:r>
            <a:endParaRPr lang="en-US" sz="2500" kern="100" dirty="0">
              <a:effectLst/>
              <a:latin typeface="Calibri" panose="020F0502020204030204" pitchFamily="34" charset="0"/>
              <a:ea typeface="Calibri" panose="020F0502020204030204" pitchFamily="34" charset="0"/>
              <a:cs typeface="Times New Roman" panose="02020603050405020304" pitchFamily="18" charset="0"/>
            </a:endParaRPr>
          </a:p>
          <a:p>
            <a:pPr marL="4114800" lvl="8" algn="just">
              <a:spcAft>
                <a:spcPts val="800"/>
              </a:spcAft>
            </a:pPr>
            <a:r>
              <a:rPr lang="en-US" sz="2500" kern="100" dirty="0">
                <a:effectLst/>
                <a:latin typeface="Times New Roman" panose="02020603050405020304" pitchFamily="18" charset="0"/>
                <a:ea typeface="Calibri" panose="020F0502020204030204" pitchFamily="34" charset="0"/>
                <a:cs typeface="Times New Roman" panose="02020603050405020304" pitchFamily="18" charset="0"/>
              </a:rPr>
              <a:t>Student 3 is Amir</a:t>
            </a:r>
            <a:endParaRPr lang="en-US" sz="25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6782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9C8E51-607B-DFAD-1C61-37AF24D449E0}"/>
              </a:ext>
            </a:extLst>
          </p:cNvPr>
          <p:cNvSpPr txBox="1"/>
          <p:nvPr/>
        </p:nvSpPr>
        <p:spPr>
          <a:xfrm>
            <a:off x="402671" y="112162"/>
            <a:ext cx="11182525" cy="5231945"/>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13:</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Doing computations with for loops. What is the output when you run this 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x &lt;- matrix(c(9, 0, 3, 17, 5, 2), </a:t>
            </a:r>
            <a:r>
              <a:rPr lang="en-US" sz="24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ncol</a:t>
            </a:r>
            <a:r>
              <a:rPr lang="en-US" sz="24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 3, </a:t>
            </a:r>
            <a:r>
              <a:rPr lang="en-US" sz="24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byrow</a:t>
            </a:r>
            <a:r>
              <a:rPr lang="en-US" sz="24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 FALSE)</a:t>
            </a:r>
            <a:endParaRPr lang="en-US" sz="2400" kern="1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y&lt;-NA</a:t>
            </a:r>
            <a:endParaRPr lang="en-US" sz="3000" kern="1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for(</a:t>
            </a:r>
            <a:r>
              <a:rPr lang="en-US" sz="30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in 1:3){</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y[</a:t>
            </a:r>
            <a:r>
              <a:rPr lang="en-US" sz="30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 &lt;- mean(x[,</a:t>
            </a:r>
            <a:r>
              <a:rPr lang="en-US" sz="3000" kern="100" dirty="0" err="1">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i</a:t>
            </a: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07000"/>
              </a:lnSpc>
              <a:spcBef>
                <a:spcPts val="0"/>
              </a:spcBef>
              <a:spcAft>
                <a:spcPts val="800"/>
              </a:spcAft>
            </a:pPr>
            <a:r>
              <a:rPr lang="en-US" sz="3000" kern="1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rPr>
              <a:t>y</a:t>
            </a:r>
            <a:endParaRPr lang="en-US" sz="3000"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2832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289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845</Words>
  <Application>Microsoft Office PowerPoint</Application>
  <PresentationFormat>Widescreen</PresentationFormat>
  <Paragraphs>120</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Cambria Math</vt:lpstr>
      <vt:lpstr>Consolas</vt:lpstr>
      <vt:lpstr>Lucida Console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Abdalla Mukhaimer, Widad</dc:creator>
  <cp:lastModifiedBy>Abdalla Mukhaimer, Widad</cp:lastModifiedBy>
  <cp:revision>2</cp:revision>
  <dcterms:created xsi:type="dcterms:W3CDTF">2024-08-27T22:14:52Z</dcterms:created>
  <dcterms:modified xsi:type="dcterms:W3CDTF">2025-02-01T22:03:23Z</dcterms:modified>
</cp:coreProperties>
</file>