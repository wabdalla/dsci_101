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312" r:id="rId5"/>
    <p:sldId id="313" r:id="rId6"/>
    <p:sldId id="278" r:id="rId7"/>
    <p:sldId id="279" r:id="rId8"/>
    <p:sldId id="277" r:id="rId9"/>
    <p:sldId id="280" r:id="rId10"/>
    <p:sldId id="281" r:id="rId11"/>
    <p:sldId id="311" r:id="rId12"/>
    <p:sldId id="314" r:id="rId13"/>
    <p:sldId id="315" r:id="rId14"/>
    <p:sldId id="316" r:id="rId15"/>
    <p:sldId id="317" r:id="rId16"/>
    <p:sldId id="318" r:id="rId17"/>
    <p:sldId id="319" r:id="rId18"/>
    <p:sldId id="320" r:id="rId19"/>
    <p:sldId id="321" r:id="rId20"/>
    <p:sldId id="322" r:id="rId21"/>
    <p:sldId id="323" r:id="rId22"/>
    <p:sldId id="32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CAD9F5-C447-46AD-8385-0D95308312BD}" v="42" dt="2024-10-21T04:58:21.4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alla Mukhaimer, Widad" userId="eed79641-8d75-4c66-a669-438ad56aff06" providerId="ADAL" clId="{E8CAD9F5-C447-46AD-8385-0D95308312BD}"/>
    <pc:docChg chg="undo custSel addSld delSld modSld sldOrd">
      <pc:chgData name="Abdalla Mukhaimer, Widad" userId="eed79641-8d75-4c66-a669-438ad56aff06" providerId="ADAL" clId="{E8CAD9F5-C447-46AD-8385-0D95308312BD}" dt="2024-10-21T05:07:48.150" v="366" actId="1076"/>
      <pc:docMkLst>
        <pc:docMk/>
      </pc:docMkLst>
      <pc:sldChg chg="addSp delSp modSp mod">
        <pc:chgData name="Abdalla Mukhaimer, Widad" userId="eed79641-8d75-4c66-a669-438ad56aff06" providerId="ADAL" clId="{E8CAD9F5-C447-46AD-8385-0D95308312BD}" dt="2024-10-21T04:47:22.982" v="28" actId="20577"/>
        <pc:sldMkLst>
          <pc:docMk/>
          <pc:sldMk cId="638861158" sldId="256"/>
        </pc:sldMkLst>
        <pc:spChg chg="del">
          <ac:chgData name="Abdalla Mukhaimer, Widad" userId="eed79641-8d75-4c66-a669-438ad56aff06" providerId="ADAL" clId="{E8CAD9F5-C447-46AD-8385-0D95308312BD}" dt="2024-10-21T04:47:08.277" v="3" actId="478"/>
          <ac:spMkLst>
            <pc:docMk/>
            <pc:sldMk cId="638861158" sldId="256"/>
            <ac:spMk id="2" creationId="{F633F3CE-797F-9748-67A1-1C0D1D9273EE}"/>
          </ac:spMkLst>
        </pc:spChg>
        <pc:spChg chg="del">
          <ac:chgData name="Abdalla Mukhaimer, Widad" userId="eed79641-8d75-4c66-a669-438ad56aff06" providerId="ADAL" clId="{E8CAD9F5-C447-46AD-8385-0D95308312BD}" dt="2024-10-21T04:47:09.611" v="4" actId="478"/>
          <ac:spMkLst>
            <pc:docMk/>
            <pc:sldMk cId="638861158" sldId="256"/>
            <ac:spMk id="3" creationId="{BE0C7C9B-735F-3099-E34B-B0FA00C3E4F5}"/>
          </ac:spMkLst>
        </pc:spChg>
        <pc:spChg chg="add mod">
          <ac:chgData name="Abdalla Mukhaimer, Widad" userId="eed79641-8d75-4c66-a669-438ad56aff06" providerId="ADAL" clId="{E8CAD9F5-C447-46AD-8385-0D95308312BD}" dt="2024-10-21T04:47:22.982" v="28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addSp delSp modSp new mod">
        <pc:chgData name="Abdalla Mukhaimer, Widad" userId="eed79641-8d75-4c66-a669-438ad56aff06" providerId="ADAL" clId="{E8CAD9F5-C447-46AD-8385-0D95308312BD}" dt="2024-10-21T04:59:02.618" v="203" actId="1076"/>
        <pc:sldMkLst>
          <pc:docMk/>
          <pc:sldMk cId="1226152773" sldId="257"/>
        </pc:sldMkLst>
        <pc:spChg chg="add del mod">
          <ac:chgData name="Abdalla Mukhaimer, Widad" userId="eed79641-8d75-4c66-a669-438ad56aff06" providerId="ADAL" clId="{E8CAD9F5-C447-46AD-8385-0D95308312BD}" dt="2024-10-21T04:47:39.037" v="31" actId="478"/>
          <ac:spMkLst>
            <pc:docMk/>
            <pc:sldMk cId="1226152773" sldId="257"/>
            <ac:spMk id="3" creationId="{A7443DA7-0F6B-58FC-5BA0-95CF64266780}"/>
          </ac:spMkLst>
        </pc:spChg>
        <pc:spChg chg="add mod">
          <ac:chgData name="Abdalla Mukhaimer, Widad" userId="eed79641-8d75-4c66-a669-438ad56aff06" providerId="ADAL" clId="{E8CAD9F5-C447-46AD-8385-0D95308312BD}" dt="2024-10-21T04:58:45.215" v="196" actId="255"/>
          <ac:spMkLst>
            <pc:docMk/>
            <pc:sldMk cId="1226152773" sldId="257"/>
            <ac:spMk id="5" creationId="{0371C202-571B-3D06-5729-A59D0FC176BE}"/>
          </ac:spMkLst>
        </pc:spChg>
        <pc:picChg chg="add mod">
          <ac:chgData name="Abdalla Mukhaimer, Widad" userId="eed79641-8d75-4c66-a669-438ad56aff06" providerId="ADAL" clId="{E8CAD9F5-C447-46AD-8385-0D95308312BD}" dt="2024-10-21T04:58:57.739" v="202" actId="1076"/>
          <ac:picMkLst>
            <pc:docMk/>
            <pc:sldMk cId="1226152773" sldId="257"/>
            <ac:picMk id="7" creationId="{4EFE9E37-99A5-AD22-C9DA-836390037F82}"/>
          </ac:picMkLst>
        </pc:picChg>
        <pc:picChg chg="add mod">
          <ac:chgData name="Abdalla Mukhaimer, Widad" userId="eed79641-8d75-4c66-a669-438ad56aff06" providerId="ADAL" clId="{E8CAD9F5-C447-46AD-8385-0D95308312BD}" dt="2024-10-21T04:59:02.618" v="203" actId="1076"/>
          <ac:picMkLst>
            <pc:docMk/>
            <pc:sldMk cId="1226152773" sldId="257"/>
            <ac:picMk id="8" creationId="{226BE56F-4AD9-4602-E04B-0141D4D203C1}"/>
          </ac:picMkLst>
        </pc:picChg>
      </pc:sldChg>
      <pc:sldChg chg="addSp delSp modSp new mod">
        <pc:chgData name="Abdalla Mukhaimer, Widad" userId="eed79641-8d75-4c66-a669-438ad56aff06" providerId="ADAL" clId="{E8CAD9F5-C447-46AD-8385-0D95308312BD}" dt="2024-10-21T04:59:22.861" v="211" actId="1076"/>
        <pc:sldMkLst>
          <pc:docMk/>
          <pc:sldMk cId="2170858485" sldId="258"/>
        </pc:sldMkLst>
        <pc:spChg chg="add del">
          <ac:chgData name="Abdalla Mukhaimer, Widad" userId="eed79641-8d75-4c66-a669-438ad56aff06" providerId="ADAL" clId="{E8CAD9F5-C447-46AD-8385-0D95308312BD}" dt="2024-10-21T04:47:48.532" v="33" actId="22"/>
          <ac:spMkLst>
            <pc:docMk/>
            <pc:sldMk cId="2170858485" sldId="258"/>
            <ac:spMk id="3" creationId="{E63A2D68-AD56-1D7A-3AB2-0767145FED5D}"/>
          </ac:spMkLst>
        </pc:spChg>
        <pc:spChg chg="add mod">
          <ac:chgData name="Abdalla Mukhaimer, Widad" userId="eed79641-8d75-4c66-a669-438ad56aff06" providerId="ADAL" clId="{E8CAD9F5-C447-46AD-8385-0D95308312BD}" dt="2024-10-21T04:59:12.122" v="205" actId="1076"/>
          <ac:spMkLst>
            <pc:docMk/>
            <pc:sldMk cId="2170858485" sldId="258"/>
            <ac:spMk id="5" creationId="{C6761776-1CEA-FEDD-799A-738A1119D35C}"/>
          </ac:spMkLst>
        </pc:spChg>
        <pc:picChg chg="add mod">
          <ac:chgData name="Abdalla Mukhaimer, Widad" userId="eed79641-8d75-4c66-a669-438ad56aff06" providerId="ADAL" clId="{E8CAD9F5-C447-46AD-8385-0D95308312BD}" dt="2024-10-21T04:59:22.861" v="211" actId="1076"/>
          <ac:picMkLst>
            <pc:docMk/>
            <pc:sldMk cId="2170858485" sldId="258"/>
            <ac:picMk id="7" creationId="{C0AA379A-1530-5E1F-CD61-3F48A53E5583}"/>
          </ac:picMkLst>
        </pc:picChg>
        <pc:picChg chg="add mod">
          <ac:chgData name="Abdalla Mukhaimer, Widad" userId="eed79641-8d75-4c66-a669-438ad56aff06" providerId="ADAL" clId="{E8CAD9F5-C447-46AD-8385-0D95308312BD}" dt="2024-10-21T04:59:21.560" v="210" actId="1076"/>
          <ac:picMkLst>
            <pc:docMk/>
            <pc:sldMk cId="2170858485" sldId="258"/>
            <ac:picMk id="8" creationId="{7CD47D29-EF67-ACCF-D56F-53A73B3EC568}"/>
          </ac:picMkLst>
        </pc:picChg>
      </pc:sldChg>
      <pc:sldChg chg="delSp modSp add mod">
        <pc:chgData name="Abdalla Mukhaimer, Widad" userId="eed79641-8d75-4c66-a669-438ad56aff06" providerId="ADAL" clId="{E8CAD9F5-C447-46AD-8385-0D95308312BD}" dt="2024-10-21T05:00:44.598" v="234" actId="1076"/>
        <pc:sldMkLst>
          <pc:docMk/>
          <pc:sldMk cId="3729604750" sldId="277"/>
        </pc:sldMkLst>
        <pc:spChg chg="del mod">
          <ac:chgData name="Abdalla Mukhaimer, Widad" userId="eed79641-8d75-4c66-a669-438ad56aff06" providerId="ADAL" clId="{E8CAD9F5-C447-46AD-8385-0D95308312BD}" dt="2024-10-21T04:52:20.307" v="94" actId="478"/>
          <ac:spMkLst>
            <pc:docMk/>
            <pc:sldMk cId="3729604750" sldId="277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0:44.598" v="234" actId="1076"/>
          <ac:spMkLst>
            <pc:docMk/>
            <pc:sldMk cId="3729604750" sldId="277"/>
            <ac:spMk id="3" creationId="{FA3C9DCF-93E5-3A96-840D-764A4117A0A5}"/>
          </ac:spMkLst>
        </pc:spChg>
      </pc:sldChg>
      <pc:sldChg chg="modSp add mod">
        <pc:chgData name="Abdalla Mukhaimer, Widad" userId="eed79641-8d75-4c66-a669-438ad56aff06" providerId="ADAL" clId="{E8CAD9F5-C447-46AD-8385-0D95308312BD}" dt="2024-10-21T05:00:08.848" v="228" actId="255"/>
        <pc:sldMkLst>
          <pc:docMk/>
          <pc:sldMk cId="1639976043" sldId="278"/>
        </pc:sldMkLst>
        <pc:spChg chg="mod">
          <ac:chgData name="Abdalla Mukhaimer, Widad" userId="eed79641-8d75-4c66-a669-438ad56aff06" providerId="ADAL" clId="{E8CAD9F5-C447-46AD-8385-0D95308312BD}" dt="2024-10-21T04:51:26.677" v="81"/>
          <ac:spMkLst>
            <pc:docMk/>
            <pc:sldMk cId="1639976043" sldId="278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0:08.848" v="228" actId="255"/>
          <ac:spMkLst>
            <pc:docMk/>
            <pc:sldMk cId="1639976043" sldId="278"/>
            <ac:spMk id="3" creationId="{FA3C9DCF-93E5-3A96-840D-764A4117A0A5}"/>
          </ac:spMkLst>
        </pc:spChg>
      </pc:sldChg>
      <pc:sldChg chg="addSp delSp modSp add mod">
        <pc:chgData name="Abdalla Mukhaimer, Widad" userId="eed79641-8d75-4c66-a669-438ad56aff06" providerId="ADAL" clId="{E8CAD9F5-C447-46AD-8385-0D95308312BD}" dt="2024-10-21T05:00:35.306" v="232" actId="1076"/>
        <pc:sldMkLst>
          <pc:docMk/>
          <pc:sldMk cId="3692440457" sldId="279"/>
        </pc:sldMkLst>
        <pc:spChg chg="del">
          <ac:chgData name="Abdalla Mukhaimer, Widad" userId="eed79641-8d75-4c66-a669-438ad56aff06" providerId="ADAL" clId="{E8CAD9F5-C447-46AD-8385-0D95308312BD}" dt="2024-10-21T04:51:58.532" v="89" actId="478"/>
          <ac:spMkLst>
            <pc:docMk/>
            <pc:sldMk cId="3692440457" sldId="279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0:35.306" v="232" actId="1076"/>
          <ac:spMkLst>
            <pc:docMk/>
            <pc:sldMk cId="3692440457" sldId="279"/>
            <ac:spMk id="3" creationId="{FA3C9DCF-93E5-3A96-840D-764A4117A0A5}"/>
          </ac:spMkLst>
        </pc:spChg>
        <pc:spChg chg="add del mod">
          <ac:chgData name="Abdalla Mukhaimer, Widad" userId="eed79641-8d75-4c66-a669-438ad56aff06" providerId="ADAL" clId="{E8CAD9F5-C447-46AD-8385-0D95308312BD}" dt="2024-10-21T04:52:00.006" v="90" actId="478"/>
          <ac:spMkLst>
            <pc:docMk/>
            <pc:sldMk cId="3692440457" sldId="279"/>
            <ac:spMk id="5" creationId="{7B92903E-BCDB-1FAC-9497-C1D6E189EEA1}"/>
          </ac:spMkLst>
        </pc:spChg>
      </pc:sldChg>
      <pc:sldChg chg="addSp delSp modSp add mod">
        <pc:chgData name="Abdalla Mukhaimer, Widad" userId="eed79641-8d75-4c66-a669-438ad56aff06" providerId="ADAL" clId="{E8CAD9F5-C447-46AD-8385-0D95308312BD}" dt="2024-10-21T04:52:49.540" v="100"/>
        <pc:sldMkLst>
          <pc:docMk/>
          <pc:sldMk cId="4213366159" sldId="280"/>
        </pc:sldMkLst>
        <pc:spChg chg="del">
          <ac:chgData name="Abdalla Mukhaimer, Widad" userId="eed79641-8d75-4c66-a669-438ad56aff06" providerId="ADAL" clId="{E8CAD9F5-C447-46AD-8385-0D95308312BD}" dt="2024-10-21T04:52:36.771" v="97" actId="478"/>
          <ac:spMkLst>
            <pc:docMk/>
            <pc:sldMk cId="4213366159" sldId="280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4:52:49.540" v="100"/>
          <ac:spMkLst>
            <pc:docMk/>
            <pc:sldMk cId="4213366159" sldId="280"/>
            <ac:spMk id="3" creationId="{FA3C9DCF-93E5-3A96-840D-764A4117A0A5}"/>
          </ac:spMkLst>
        </pc:spChg>
        <pc:spChg chg="add del mod">
          <ac:chgData name="Abdalla Mukhaimer, Widad" userId="eed79641-8d75-4c66-a669-438ad56aff06" providerId="ADAL" clId="{E8CAD9F5-C447-46AD-8385-0D95308312BD}" dt="2024-10-21T04:52:40.017" v="98" actId="478"/>
          <ac:spMkLst>
            <pc:docMk/>
            <pc:sldMk cId="4213366159" sldId="280"/>
            <ac:spMk id="5" creationId="{1BB79019-7DF1-9506-0B7F-699A42CC426B}"/>
          </ac:spMkLst>
        </pc:spChg>
      </pc:sldChg>
      <pc:sldChg chg="addSp delSp modSp add mod">
        <pc:chgData name="Abdalla Mukhaimer, Widad" userId="eed79641-8d75-4c66-a669-438ad56aff06" providerId="ADAL" clId="{E8CAD9F5-C447-46AD-8385-0D95308312BD}" dt="2024-10-21T05:01:12.732" v="240" actId="1076"/>
        <pc:sldMkLst>
          <pc:docMk/>
          <pc:sldMk cId="2574885341" sldId="281"/>
        </pc:sldMkLst>
        <pc:spChg chg="del">
          <ac:chgData name="Abdalla Mukhaimer, Widad" userId="eed79641-8d75-4c66-a669-438ad56aff06" providerId="ADAL" clId="{E8CAD9F5-C447-46AD-8385-0D95308312BD}" dt="2024-10-21T04:52:56.034" v="101" actId="478"/>
          <ac:spMkLst>
            <pc:docMk/>
            <pc:sldMk cId="2574885341" sldId="281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1:12.732" v="240" actId="1076"/>
          <ac:spMkLst>
            <pc:docMk/>
            <pc:sldMk cId="2574885341" sldId="281"/>
            <ac:spMk id="3" creationId="{FA3C9DCF-93E5-3A96-840D-764A4117A0A5}"/>
          </ac:spMkLst>
        </pc:spChg>
        <pc:spChg chg="add del mod">
          <ac:chgData name="Abdalla Mukhaimer, Widad" userId="eed79641-8d75-4c66-a669-438ad56aff06" providerId="ADAL" clId="{E8CAD9F5-C447-46AD-8385-0D95308312BD}" dt="2024-10-21T04:52:59.908" v="102" actId="478"/>
          <ac:spMkLst>
            <pc:docMk/>
            <pc:sldMk cId="2574885341" sldId="281"/>
            <ac:spMk id="5" creationId="{2AD5AC61-1A33-BA75-3E96-1A652481F6F4}"/>
          </ac:spMkLst>
        </pc:spChg>
      </pc:sldChg>
      <pc:sldChg chg="modSp add del mod">
        <pc:chgData name="Abdalla Mukhaimer, Widad" userId="eed79641-8d75-4c66-a669-438ad56aff06" providerId="ADAL" clId="{E8CAD9F5-C447-46AD-8385-0D95308312BD}" dt="2024-10-21T04:51:12.617" v="79" actId="2696"/>
        <pc:sldMkLst>
          <pc:docMk/>
          <pc:sldMk cId="851128216" sldId="311"/>
        </pc:sldMkLst>
        <pc:spChg chg="mod">
          <ac:chgData name="Abdalla Mukhaimer, Widad" userId="eed79641-8d75-4c66-a669-438ad56aff06" providerId="ADAL" clId="{E8CAD9F5-C447-46AD-8385-0D95308312BD}" dt="2024-10-21T04:50:36.327" v="75" actId="20577"/>
          <ac:spMkLst>
            <pc:docMk/>
            <pc:sldMk cId="851128216" sldId="311"/>
            <ac:spMk id="3" creationId="{3127D9CC-6269-0708-4FA9-91212ACF60E6}"/>
          </ac:spMkLst>
        </pc:spChg>
        <pc:spChg chg="mod">
          <ac:chgData name="Abdalla Mukhaimer, Widad" userId="eed79641-8d75-4c66-a669-438ad56aff06" providerId="ADAL" clId="{E8CAD9F5-C447-46AD-8385-0D95308312BD}" dt="2024-10-21T04:51:04.044" v="76"/>
          <ac:spMkLst>
            <pc:docMk/>
            <pc:sldMk cId="851128216" sldId="311"/>
            <ac:spMk id="4" creationId="{084441A6-B6DB-56B1-A2DA-CBBD5194D608}"/>
          </ac:spMkLst>
        </pc:spChg>
      </pc:sldChg>
      <pc:sldChg chg="modSp add mod">
        <pc:chgData name="Abdalla Mukhaimer, Widad" userId="eed79641-8d75-4c66-a669-438ad56aff06" providerId="ADAL" clId="{E8CAD9F5-C447-46AD-8385-0D95308312BD}" dt="2024-10-21T05:01:54.729" v="243" actId="1076"/>
        <pc:sldMkLst>
          <pc:docMk/>
          <pc:sldMk cId="3119546360" sldId="311"/>
        </pc:sldMkLst>
        <pc:spChg chg="mod">
          <ac:chgData name="Abdalla Mukhaimer, Widad" userId="eed79641-8d75-4c66-a669-438ad56aff06" providerId="ADAL" clId="{E8CAD9F5-C447-46AD-8385-0D95308312BD}" dt="2024-10-21T05:01:54.729" v="243" actId="1076"/>
          <ac:spMkLst>
            <pc:docMk/>
            <pc:sldMk cId="3119546360" sldId="311"/>
            <ac:spMk id="4" creationId="{084441A6-B6DB-56B1-A2DA-CBBD5194D608}"/>
          </ac:spMkLst>
        </pc:spChg>
      </pc:sldChg>
      <pc:sldChg chg="addSp modSp add mod">
        <pc:chgData name="Abdalla Mukhaimer, Widad" userId="eed79641-8d75-4c66-a669-438ad56aff06" providerId="ADAL" clId="{E8CAD9F5-C447-46AD-8385-0D95308312BD}" dt="2024-10-21T04:59:46.412" v="222" actId="1076"/>
        <pc:sldMkLst>
          <pc:docMk/>
          <pc:sldMk cId="3874814983" sldId="312"/>
        </pc:sldMkLst>
        <pc:spChg chg="add mod">
          <ac:chgData name="Abdalla Mukhaimer, Widad" userId="eed79641-8d75-4c66-a669-438ad56aff06" providerId="ADAL" clId="{E8CAD9F5-C447-46AD-8385-0D95308312BD}" dt="2024-10-21T04:59:34.274" v="214" actId="1076"/>
          <ac:spMkLst>
            <pc:docMk/>
            <pc:sldMk cId="3874814983" sldId="312"/>
            <ac:spMk id="3" creationId="{F28867F4-647D-5189-3460-15F0921C515F}"/>
          </ac:spMkLst>
        </pc:spChg>
        <pc:picChg chg="add mod">
          <ac:chgData name="Abdalla Mukhaimer, Widad" userId="eed79641-8d75-4c66-a669-438ad56aff06" providerId="ADAL" clId="{E8CAD9F5-C447-46AD-8385-0D95308312BD}" dt="2024-10-21T04:59:39.266" v="218" actId="1076"/>
          <ac:picMkLst>
            <pc:docMk/>
            <pc:sldMk cId="3874814983" sldId="312"/>
            <ac:picMk id="4" creationId="{7403B11A-37F4-3D0E-0836-721FCD8D8A76}"/>
          </ac:picMkLst>
        </pc:picChg>
        <pc:picChg chg="add mod">
          <ac:chgData name="Abdalla Mukhaimer, Widad" userId="eed79641-8d75-4c66-a669-438ad56aff06" providerId="ADAL" clId="{E8CAD9F5-C447-46AD-8385-0D95308312BD}" dt="2024-10-21T04:59:46.412" v="222" actId="1076"/>
          <ac:picMkLst>
            <pc:docMk/>
            <pc:sldMk cId="3874814983" sldId="312"/>
            <ac:picMk id="5" creationId="{E93CC546-5D38-8393-B246-3807B3345627}"/>
          </ac:picMkLst>
        </pc:picChg>
      </pc:sldChg>
      <pc:sldChg chg="addSp modSp add mod ord">
        <pc:chgData name="Abdalla Mukhaimer, Widad" userId="eed79641-8d75-4c66-a669-438ad56aff06" providerId="ADAL" clId="{E8CAD9F5-C447-46AD-8385-0D95308312BD}" dt="2024-10-21T04:59:59.547" v="227" actId="1076"/>
        <pc:sldMkLst>
          <pc:docMk/>
          <pc:sldMk cId="1595954017" sldId="313"/>
        </pc:sldMkLst>
        <pc:spChg chg="add mod">
          <ac:chgData name="Abdalla Mukhaimer, Widad" userId="eed79641-8d75-4c66-a669-438ad56aff06" providerId="ADAL" clId="{E8CAD9F5-C447-46AD-8385-0D95308312BD}" dt="2024-10-21T04:59:54.787" v="224" actId="1076"/>
          <ac:spMkLst>
            <pc:docMk/>
            <pc:sldMk cId="1595954017" sldId="313"/>
            <ac:spMk id="3" creationId="{D413F6EF-0762-71DA-DBE2-A11F6290E12F}"/>
          </ac:spMkLst>
        </pc:spChg>
        <pc:picChg chg="add mod">
          <ac:chgData name="Abdalla Mukhaimer, Widad" userId="eed79641-8d75-4c66-a669-438ad56aff06" providerId="ADAL" clId="{E8CAD9F5-C447-46AD-8385-0D95308312BD}" dt="2024-10-21T04:59:56.192" v="225" actId="1076"/>
          <ac:picMkLst>
            <pc:docMk/>
            <pc:sldMk cId="1595954017" sldId="313"/>
            <ac:picMk id="5" creationId="{3E975F65-DE8C-B418-E41A-0CEBBBBEE541}"/>
          </ac:picMkLst>
        </pc:picChg>
        <pc:picChg chg="add mod">
          <ac:chgData name="Abdalla Mukhaimer, Widad" userId="eed79641-8d75-4c66-a669-438ad56aff06" providerId="ADAL" clId="{E8CAD9F5-C447-46AD-8385-0D95308312BD}" dt="2024-10-21T04:59:59.547" v="227" actId="1076"/>
          <ac:picMkLst>
            <pc:docMk/>
            <pc:sldMk cId="1595954017" sldId="313"/>
            <ac:picMk id="7" creationId="{C73AC9A8-96D2-50D7-00E8-323DC55E1AAF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113098977" sldId="314"/>
        </pc:sldMkLst>
      </pc:sldChg>
      <pc:sldChg chg="addSp modSp add mod">
        <pc:chgData name="Abdalla Mukhaimer, Widad" userId="eed79641-8d75-4c66-a669-438ad56aff06" providerId="ADAL" clId="{E8CAD9F5-C447-46AD-8385-0D95308312BD}" dt="2024-10-21T05:02:13.875" v="253" actId="1076"/>
        <pc:sldMkLst>
          <pc:docMk/>
          <pc:sldMk cId="2212542975" sldId="314"/>
        </pc:sldMkLst>
        <pc:spChg chg="add mod">
          <ac:chgData name="Abdalla Mukhaimer, Widad" userId="eed79641-8d75-4c66-a669-438ad56aff06" providerId="ADAL" clId="{E8CAD9F5-C447-46AD-8385-0D95308312BD}" dt="2024-10-21T05:02:00.130" v="244" actId="255"/>
          <ac:spMkLst>
            <pc:docMk/>
            <pc:sldMk cId="2212542975" sldId="314"/>
            <ac:spMk id="3" creationId="{4D96B190-3E92-380F-5D46-54D3607B6937}"/>
          </ac:spMkLst>
        </pc:spChg>
        <pc:picChg chg="add mod">
          <ac:chgData name="Abdalla Mukhaimer, Widad" userId="eed79641-8d75-4c66-a669-438ad56aff06" providerId="ADAL" clId="{E8CAD9F5-C447-46AD-8385-0D95308312BD}" dt="2024-10-21T05:02:13.875" v="253" actId="1076"/>
          <ac:picMkLst>
            <pc:docMk/>
            <pc:sldMk cId="2212542975" sldId="314"/>
            <ac:picMk id="4" creationId="{9ED15807-7864-1E30-9E47-9CCCFE78D5AA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2:45.929" v="264" actId="1076"/>
        <pc:sldMkLst>
          <pc:docMk/>
          <pc:sldMk cId="1144066266" sldId="315"/>
        </pc:sldMkLst>
        <pc:spChg chg="add mod">
          <ac:chgData name="Abdalla Mukhaimer, Widad" userId="eed79641-8d75-4c66-a669-438ad56aff06" providerId="ADAL" clId="{E8CAD9F5-C447-46AD-8385-0D95308312BD}" dt="2024-10-21T05:02:22.617" v="254" actId="255"/>
          <ac:spMkLst>
            <pc:docMk/>
            <pc:sldMk cId="1144066266" sldId="315"/>
            <ac:spMk id="3" creationId="{58E4F826-DB3D-F775-C562-3C24644A9D83}"/>
          </ac:spMkLst>
        </pc:spChg>
        <pc:spChg chg="add mod">
          <ac:chgData name="Abdalla Mukhaimer, Widad" userId="eed79641-8d75-4c66-a669-438ad56aff06" providerId="ADAL" clId="{E8CAD9F5-C447-46AD-8385-0D95308312BD}" dt="2024-10-21T05:02:31.655" v="257" actId="1076"/>
          <ac:spMkLst>
            <pc:docMk/>
            <pc:sldMk cId="1144066266" sldId="315"/>
            <ac:spMk id="5" creationId="{79B59A1A-FC1E-90BE-0F06-F645BF8364DF}"/>
          </ac:spMkLst>
        </pc:spChg>
        <pc:spChg chg="add mod">
          <ac:chgData name="Abdalla Mukhaimer, Widad" userId="eed79641-8d75-4c66-a669-438ad56aff06" providerId="ADAL" clId="{E8CAD9F5-C447-46AD-8385-0D95308312BD}" dt="2024-10-21T05:02:38.545" v="259" actId="1076"/>
          <ac:spMkLst>
            <pc:docMk/>
            <pc:sldMk cId="1144066266" sldId="315"/>
            <ac:spMk id="7" creationId="{C524DA43-76DD-A855-F7E1-7E20DCB42D41}"/>
          </ac:spMkLst>
        </pc:spChg>
        <pc:picChg chg="add mod">
          <ac:chgData name="Abdalla Mukhaimer, Widad" userId="eed79641-8d75-4c66-a669-438ad56aff06" providerId="ADAL" clId="{E8CAD9F5-C447-46AD-8385-0D95308312BD}" dt="2024-10-21T05:02:45.929" v="264" actId="1076"/>
          <ac:picMkLst>
            <pc:docMk/>
            <pc:sldMk cId="1144066266" sldId="315"/>
            <ac:picMk id="8" creationId="{14F96524-45FA-2E34-825B-7B594B0DEF3C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1527997979" sldId="315"/>
        </pc:sldMkLst>
      </pc:sldChg>
      <pc:sldChg chg="addSp modSp add mod">
        <pc:chgData name="Abdalla Mukhaimer, Widad" userId="eed79641-8d75-4c66-a669-438ad56aff06" providerId="ADAL" clId="{E8CAD9F5-C447-46AD-8385-0D95308312BD}" dt="2024-10-21T05:03:33.979" v="279" actId="20577"/>
        <pc:sldMkLst>
          <pc:docMk/>
          <pc:sldMk cId="280554529" sldId="316"/>
        </pc:sldMkLst>
        <pc:spChg chg="add mod">
          <ac:chgData name="Abdalla Mukhaimer, Widad" userId="eed79641-8d75-4c66-a669-438ad56aff06" providerId="ADAL" clId="{E8CAD9F5-C447-46AD-8385-0D95308312BD}" dt="2024-10-21T05:03:00.712" v="268" actId="14100"/>
          <ac:spMkLst>
            <pc:docMk/>
            <pc:sldMk cId="280554529" sldId="316"/>
            <ac:spMk id="3" creationId="{139E6CC0-1FB4-BFF9-B383-482832E57DAD}"/>
          </ac:spMkLst>
        </pc:spChg>
        <pc:spChg chg="add mod">
          <ac:chgData name="Abdalla Mukhaimer, Widad" userId="eed79641-8d75-4c66-a669-438ad56aff06" providerId="ADAL" clId="{E8CAD9F5-C447-46AD-8385-0D95308312BD}" dt="2024-10-21T05:03:33.979" v="279" actId="20577"/>
          <ac:spMkLst>
            <pc:docMk/>
            <pc:sldMk cId="280554529" sldId="316"/>
            <ac:spMk id="5" creationId="{404BCCA5-047C-5838-B5D2-45042797F7DC}"/>
          </ac:spMkLst>
        </pc:spChg>
        <pc:picChg chg="add mod">
          <ac:chgData name="Abdalla Mukhaimer, Widad" userId="eed79641-8d75-4c66-a669-438ad56aff06" providerId="ADAL" clId="{E8CAD9F5-C447-46AD-8385-0D95308312BD}" dt="2024-10-21T05:03:27.213" v="277" actId="14100"/>
          <ac:picMkLst>
            <pc:docMk/>
            <pc:sldMk cId="280554529" sldId="316"/>
            <ac:picMk id="6" creationId="{0DB2167D-34CF-8968-4AE4-BADF350E172C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3538312966" sldId="316"/>
        </pc:sldMkLst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857965072" sldId="317"/>
        </pc:sldMkLst>
      </pc:sldChg>
      <pc:sldChg chg="addSp modSp add mod">
        <pc:chgData name="Abdalla Mukhaimer, Widad" userId="eed79641-8d75-4c66-a669-438ad56aff06" providerId="ADAL" clId="{E8CAD9F5-C447-46AD-8385-0D95308312BD}" dt="2024-10-21T05:04:14.279" v="292" actId="1076"/>
        <pc:sldMkLst>
          <pc:docMk/>
          <pc:sldMk cId="1855780009" sldId="317"/>
        </pc:sldMkLst>
        <pc:spChg chg="add mod">
          <ac:chgData name="Abdalla Mukhaimer, Widad" userId="eed79641-8d75-4c66-a669-438ad56aff06" providerId="ADAL" clId="{E8CAD9F5-C447-46AD-8385-0D95308312BD}" dt="2024-10-21T05:03:51.448" v="283" actId="1076"/>
          <ac:spMkLst>
            <pc:docMk/>
            <pc:sldMk cId="1855780009" sldId="317"/>
            <ac:spMk id="3" creationId="{F0F2F0F0-E9CA-066C-5159-59E91A8504F4}"/>
          </ac:spMkLst>
        </pc:spChg>
        <pc:spChg chg="add">
          <ac:chgData name="Abdalla Mukhaimer, Widad" userId="eed79641-8d75-4c66-a669-438ad56aff06" providerId="ADAL" clId="{E8CAD9F5-C447-46AD-8385-0D95308312BD}" dt="2024-10-21T04:55:01.208" v="129"/>
          <ac:spMkLst>
            <pc:docMk/>
            <pc:sldMk cId="1855780009" sldId="317"/>
            <ac:spMk id="4" creationId="{AAD365CF-FF0F-2D6C-E43E-D5A038658260}"/>
          </ac:spMkLst>
        </pc:spChg>
        <pc:spChg chg="add">
          <ac:chgData name="Abdalla Mukhaimer, Widad" userId="eed79641-8d75-4c66-a669-438ad56aff06" providerId="ADAL" clId="{E8CAD9F5-C447-46AD-8385-0D95308312BD}" dt="2024-10-21T04:55:01.208" v="129"/>
          <ac:spMkLst>
            <pc:docMk/>
            <pc:sldMk cId="1855780009" sldId="317"/>
            <ac:spMk id="5" creationId="{ABB406F3-D68F-9F34-0931-B68A0D3BF370}"/>
          </ac:spMkLst>
        </pc:spChg>
        <pc:spChg chg="add mod">
          <ac:chgData name="Abdalla Mukhaimer, Widad" userId="eed79641-8d75-4c66-a669-438ad56aff06" providerId="ADAL" clId="{E8CAD9F5-C447-46AD-8385-0D95308312BD}" dt="2024-10-21T05:04:14.279" v="292" actId="1076"/>
          <ac:spMkLst>
            <pc:docMk/>
            <pc:sldMk cId="1855780009" sldId="317"/>
            <ac:spMk id="8" creationId="{15F6889B-032E-A930-547D-D2C42CED25FD}"/>
          </ac:spMkLst>
        </pc:spChg>
        <pc:picChg chg="add mod">
          <ac:chgData name="Abdalla Mukhaimer, Widad" userId="eed79641-8d75-4c66-a669-438ad56aff06" providerId="ADAL" clId="{E8CAD9F5-C447-46AD-8385-0D95308312BD}" dt="2024-10-21T05:04:08.813" v="291" actId="1076"/>
          <ac:picMkLst>
            <pc:docMk/>
            <pc:sldMk cId="1855780009" sldId="317"/>
            <ac:picMk id="6" creationId="{29EB6EE8-C053-2F93-6926-06CC6F74B7E3}"/>
          </ac:picMkLst>
        </pc:picChg>
        <pc:picChg chg="add">
          <ac:chgData name="Abdalla Mukhaimer, Widad" userId="eed79641-8d75-4c66-a669-438ad56aff06" providerId="ADAL" clId="{E8CAD9F5-C447-46AD-8385-0D95308312BD}" dt="2024-10-21T04:55:01.208" v="129"/>
          <ac:picMkLst>
            <pc:docMk/>
            <pc:sldMk cId="1855780009" sldId="317"/>
            <ac:picMk id="2049" creationId="{B487D4D5-4ECE-453C-6F5C-E259E7AC5747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649702712" sldId="318"/>
        </pc:sldMkLst>
      </pc:sldChg>
      <pc:sldChg chg="addSp modSp add mod">
        <pc:chgData name="Abdalla Mukhaimer, Widad" userId="eed79641-8d75-4c66-a669-438ad56aff06" providerId="ADAL" clId="{E8CAD9F5-C447-46AD-8385-0D95308312BD}" dt="2024-10-21T05:04:45.005" v="303" actId="1076"/>
        <pc:sldMkLst>
          <pc:docMk/>
          <pc:sldMk cId="2339884530" sldId="318"/>
        </pc:sldMkLst>
        <pc:spChg chg="add mod">
          <ac:chgData name="Abdalla Mukhaimer, Widad" userId="eed79641-8d75-4c66-a669-438ad56aff06" providerId="ADAL" clId="{E8CAD9F5-C447-46AD-8385-0D95308312BD}" dt="2024-10-21T05:04:30.679" v="296" actId="1076"/>
          <ac:spMkLst>
            <pc:docMk/>
            <pc:sldMk cId="2339884530" sldId="318"/>
            <ac:spMk id="3" creationId="{4C4AC1FB-7CF5-FBA4-2F87-7DF2D1EB650F}"/>
          </ac:spMkLst>
        </pc:spChg>
        <pc:spChg chg="add mod">
          <ac:chgData name="Abdalla Mukhaimer, Widad" userId="eed79641-8d75-4c66-a669-438ad56aff06" providerId="ADAL" clId="{E8CAD9F5-C447-46AD-8385-0D95308312BD}" dt="2024-10-21T05:04:39.378" v="299" actId="1076"/>
          <ac:spMkLst>
            <pc:docMk/>
            <pc:sldMk cId="2339884530" sldId="318"/>
            <ac:spMk id="5" creationId="{5E20082E-F791-DB83-9FDC-1E1ACC5ECA92}"/>
          </ac:spMkLst>
        </pc:spChg>
        <pc:spChg chg="add mod">
          <ac:chgData name="Abdalla Mukhaimer, Widad" userId="eed79641-8d75-4c66-a669-438ad56aff06" providerId="ADAL" clId="{E8CAD9F5-C447-46AD-8385-0D95308312BD}" dt="2024-10-21T05:04:24.620" v="294" actId="1076"/>
          <ac:spMkLst>
            <pc:docMk/>
            <pc:sldMk cId="2339884530" sldId="318"/>
            <ac:spMk id="7" creationId="{A2B1C0D8-1E8B-1140-7D79-FE65266BA93D}"/>
          </ac:spMkLst>
        </pc:spChg>
        <pc:picChg chg="add mod">
          <ac:chgData name="Abdalla Mukhaimer, Widad" userId="eed79641-8d75-4c66-a669-438ad56aff06" providerId="ADAL" clId="{E8CAD9F5-C447-46AD-8385-0D95308312BD}" dt="2024-10-21T05:04:45.005" v="303" actId="1076"/>
          <ac:picMkLst>
            <pc:docMk/>
            <pc:sldMk cId="2339884530" sldId="318"/>
            <ac:picMk id="8" creationId="{D988B579-6653-B2AA-151C-DD5EFDC4E4C6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5:07.274" v="310" actId="1076"/>
        <pc:sldMkLst>
          <pc:docMk/>
          <pc:sldMk cId="645209246" sldId="319"/>
        </pc:sldMkLst>
        <pc:spChg chg="add mod">
          <ac:chgData name="Abdalla Mukhaimer, Widad" userId="eed79641-8d75-4c66-a669-438ad56aff06" providerId="ADAL" clId="{E8CAD9F5-C447-46AD-8385-0D95308312BD}" dt="2024-10-21T05:04:55.928" v="306" actId="1076"/>
          <ac:spMkLst>
            <pc:docMk/>
            <pc:sldMk cId="645209246" sldId="319"/>
            <ac:spMk id="3" creationId="{6FD35C31-B2FF-B029-E896-4F6A31219839}"/>
          </ac:spMkLst>
        </pc:spChg>
        <pc:spChg chg="add mod">
          <ac:chgData name="Abdalla Mukhaimer, Widad" userId="eed79641-8d75-4c66-a669-438ad56aff06" providerId="ADAL" clId="{E8CAD9F5-C447-46AD-8385-0D95308312BD}" dt="2024-10-21T05:05:03.092" v="308" actId="1076"/>
          <ac:spMkLst>
            <pc:docMk/>
            <pc:sldMk cId="645209246" sldId="319"/>
            <ac:spMk id="5" creationId="{B8E98F01-BAB2-24FD-DC70-F246D0D92E4D}"/>
          </ac:spMkLst>
        </pc:spChg>
        <pc:picChg chg="add mod">
          <ac:chgData name="Abdalla Mukhaimer, Widad" userId="eed79641-8d75-4c66-a669-438ad56aff06" providerId="ADAL" clId="{E8CAD9F5-C447-46AD-8385-0D95308312BD}" dt="2024-10-21T05:05:07.274" v="310" actId="1076"/>
          <ac:picMkLst>
            <pc:docMk/>
            <pc:sldMk cId="645209246" sldId="319"/>
            <ac:picMk id="6" creationId="{F8C79579-C702-1057-68E0-0E97E9DD3820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5:27.646" v="317" actId="1076"/>
        <pc:sldMkLst>
          <pc:docMk/>
          <pc:sldMk cId="3983598069" sldId="320"/>
        </pc:sldMkLst>
        <pc:spChg chg="add mod">
          <ac:chgData name="Abdalla Mukhaimer, Widad" userId="eed79641-8d75-4c66-a669-438ad56aff06" providerId="ADAL" clId="{E8CAD9F5-C447-46AD-8385-0D95308312BD}" dt="2024-10-21T05:05:18.138" v="313" actId="1076"/>
          <ac:spMkLst>
            <pc:docMk/>
            <pc:sldMk cId="3983598069" sldId="320"/>
            <ac:spMk id="3" creationId="{FD6F1651-EEEC-7426-90AD-7765BA655BF1}"/>
          </ac:spMkLst>
        </pc:spChg>
        <pc:spChg chg="add mod">
          <ac:chgData name="Abdalla Mukhaimer, Widad" userId="eed79641-8d75-4c66-a669-438ad56aff06" providerId="ADAL" clId="{E8CAD9F5-C447-46AD-8385-0D95308312BD}" dt="2024-10-21T05:05:24.122" v="315" actId="1076"/>
          <ac:spMkLst>
            <pc:docMk/>
            <pc:sldMk cId="3983598069" sldId="320"/>
            <ac:spMk id="5" creationId="{CE289C9E-F6E3-21EB-9858-971BD8284A05}"/>
          </ac:spMkLst>
        </pc:spChg>
        <pc:picChg chg="add mod">
          <ac:chgData name="Abdalla Mukhaimer, Widad" userId="eed79641-8d75-4c66-a669-438ad56aff06" providerId="ADAL" clId="{E8CAD9F5-C447-46AD-8385-0D95308312BD}" dt="2024-10-21T05:05:27.646" v="317" actId="1076"/>
          <ac:picMkLst>
            <pc:docMk/>
            <pc:sldMk cId="3983598069" sldId="320"/>
            <ac:picMk id="6" creationId="{E33A775C-AEE2-50F9-02EE-C67FD99F6719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5:53.033" v="326" actId="1076"/>
        <pc:sldMkLst>
          <pc:docMk/>
          <pc:sldMk cId="3744503788" sldId="321"/>
        </pc:sldMkLst>
        <pc:spChg chg="add mod">
          <ac:chgData name="Abdalla Mukhaimer, Widad" userId="eed79641-8d75-4c66-a669-438ad56aff06" providerId="ADAL" clId="{E8CAD9F5-C447-46AD-8385-0D95308312BD}" dt="2024-10-21T05:05:36.046" v="319" actId="1076"/>
          <ac:spMkLst>
            <pc:docMk/>
            <pc:sldMk cId="3744503788" sldId="321"/>
            <ac:spMk id="3" creationId="{78451B12-24FE-D9F3-A17A-6F86C2EBD39B}"/>
          </ac:spMkLst>
        </pc:spChg>
        <pc:spChg chg="add mod">
          <ac:chgData name="Abdalla Mukhaimer, Widad" userId="eed79641-8d75-4c66-a669-438ad56aff06" providerId="ADAL" clId="{E8CAD9F5-C447-46AD-8385-0D95308312BD}" dt="2024-10-21T05:05:43.517" v="322" actId="1076"/>
          <ac:spMkLst>
            <pc:docMk/>
            <pc:sldMk cId="3744503788" sldId="321"/>
            <ac:spMk id="5" creationId="{9D6D77AE-14E7-5FF1-ACAA-ABF0E6EE1B1A}"/>
          </ac:spMkLst>
        </pc:spChg>
        <pc:spChg chg="add mod">
          <ac:chgData name="Abdalla Mukhaimer, Widad" userId="eed79641-8d75-4c66-a669-438ad56aff06" providerId="ADAL" clId="{E8CAD9F5-C447-46AD-8385-0D95308312BD}" dt="2024-10-21T05:05:49.262" v="324" actId="1076"/>
          <ac:spMkLst>
            <pc:docMk/>
            <pc:sldMk cId="3744503788" sldId="321"/>
            <ac:spMk id="7" creationId="{F3A5AE60-6BA9-548A-7B66-5972AD7D4E2A}"/>
          </ac:spMkLst>
        </pc:spChg>
        <pc:picChg chg="add mod">
          <ac:chgData name="Abdalla Mukhaimer, Widad" userId="eed79641-8d75-4c66-a669-438ad56aff06" providerId="ADAL" clId="{E8CAD9F5-C447-46AD-8385-0D95308312BD}" dt="2024-10-21T05:05:53.033" v="326" actId="1076"/>
          <ac:picMkLst>
            <pc:docMk/>
            <pc:sldMk cId="3744503788" sldId="321"/>
            <ac:picMk id="8" creationId="{8F689785-AAA4-A601-0A17-633ADF018B04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6:16.280" v="336" actId="1076"/>
        <pc:sldMkLst>
          <pc:docMk/>
          <pc:sldMk cId="1002169850" sldId="322"/>
        </pc:sldMkLst>
        <pc:spChg chg="add mod">
          <ac:chgData name="Abdalla Mukhaimer, Widad" userId="eed79641-8d75-4c66-a669-438ad56aff06" providerId="ADAL" clId="{E8CAD9F5-C447-46AD-8385-0D95308312BD}" dt="2024-10-21T05:06:04.795" v="330" actId="1076"/>
          <ac:spMkLst>
            <pc:docMk/>
            <pc:sldMk cId="1002169850" sldId="322"/>
            <ac:spMk id="3" creationId="{E6AD96ED-5C86-A566-59B6-5C044BBE6C97}"/>
          </ac:spMkLst>
        </pc:spChg>
        <pc:spChg chg="add mod">
          <ac:chgData name="Abdalla Mukhaimer, Widad" userId="eed79641-8d75-4c66-a669-438ad56aff06" providerId="ADAL" clId="{E8CAD9F5-C447-46AD-8385-0D95308312BD}" dt="2024-10-21T05:06:08.571" v="331" actId="255"/>
          <ac:spMkLst>
            <pc:docMk/>
            <pc:sldMk cId="1002169850" sldId="322"/>
            <ac:spMk id="5" creationId="{DB3F5E55-BCA3-1C0F-A564-F129CBE6B28F}"/>
          </ac:spMkLst>
        </pc:spChg>
        <pc:picChg chg="add mod">
          <ac:chgData name="Abdalla Mukhaimer, Widad" userId="eed79641-8d75-4c66-a669-438ad56aff06" providerId="ADAL" clId="{E8CAD9F5-C447-46AD-8385-0D95308312BD}" dt="2024-10-21T05:06:16.280" v="336" actId="1076"/>
          <ac:picMkLst>
            <pc:docMk/>
            <pc:sldMk cId="1002169850" sldId="322"/>
            <ac:picMk id="6" creationId="{97AB0C18-D765-F2D1-5247-3DB368FB8847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6:55.060" v="349" actId="1076"/>
        <pc:sldMkLst>
          <pc:docMk/>
          <pc:sldMk cId="578352598" sldId="323"/>
        </pc:sldMkLst>
        <pc:spChg chg="add mod">
          <ac:chgData name="Abdalla Mukhaimer, Widad" userId="eed79641-8d75-4c66-a669-438ad56aff06" providerId="ADAL" clId="{E8CAD9F5-C447-46AD-8385-0D95308312BD}" dt="2024-10-21T05:06:24.655" v="338" actId="1076"/>
          <ac:spMkLst>
            <pc:docMk/>
            <pc:sldMk cId="578352598" sldId="323"/>
            <ac:spMk id="3" creationId="{8537C7F5-EEF7-B60F-F550-40B1B6D2937C}"/>
          </ac:spMkLst>
        </pc:spChg>
        <pc:spChg chg="add mod">
          <ac:chgData name="Abdalla Mukhaimer, Widad" userId="eed79641-8d75-4c66-a669-438ad56aff06" providerId="ADAL" clId="{E8CAD9F5-C447-46AD-8385-0D95308312BD}" dt="2024-10-21T05:06:36.643" v="342" actId="1076"/>
          <ac:spMkLst>
            <pc:docMk/>
            <pc:sldMk cId="578352598" sldId="323"/>
            <ac:spMk id="5" creationId="{B679549F-EC04-CDD5-9231-DEB00F957DCC}"/>
          </ac:spMkLst>
        </pc:spChg>
        <pc:spChg chg="add mod">
          <ac:chgData name="Abdalla Mukhaimer, Widad" userId="eed79641-8d75-4c66-a669-438ad56aff06" providerId="ADAL" clId="{E8CAD9F5-C447-46AD-8385-0D95308312BD}" dt="2024-10-21T05:06:51.190" v="347" actId="1076"/>
          <ac:spMkLst>
            <pc:docMk/>
            <pc:sldMk cId="578352598" sldId="323"/>
            <ac:spMk id="7" creationId="{5CF4F021-72E5-3FFC-0522-BD29CD687E33}"/>
          </ac:spMkLst>
        </pc:spChg>
        <pc:picChg chg="add mod">
          <ac:chgData name="Abdalla Mukhaimer, Widad" userId="eed79641-8d75-4c66-a669-438ad56aff06" providerId="ADAL" clId="{E8CAD9F5-C447-46AD-8385-0D95308312BD}" dt="2024-10-21T05:06:55.060" v="349" actId="1076"/>
          <ac:picMkLst>
            <pc:docMk/>
            <pc:sldMk cId="578352598" sldId="323"/>
            <ac:picMk id="8" creationId="{8E9CF5D7-3718-FF4B-F069-47F3D4F65CB8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7:48.150" v="366" actId="1076"/>
        <pc:sldMkLst>
          <pc:docMk/>
          <pc:sldMk cId="544336040" sldId="324"/>
        </pc:sldMkLst>
        <pc:spChg chg="add mod">
          <ac:chgData name="Abdalla Mukhaimer, Widad" userId="eed79641-8d75-4c66-a669-438ad56aff06" providerId="ADAL" clId="{E8CAD9F5-C447-46AD-8385-0D95308312BD}" dt="2024-10-21T05:07:07.475" v="353" actId="1076"/>
          <ac:spMkLst>
            <pc:docMk/>
            <pc:sldMk cId="544336040" sldId="324"/>
            <ac:spMk id="3" creationId="{A6D86BCB-1719-518B-B593-198C3C7B3583}"/>
          </ac:spMkLst>
        </pc:spChg>
        <pc:spChg chg="add mod">
          <ac:chgData name="Abdalla Mukhaimer, Widad" userId="eed79641-8d75-4c66-a669-438ad56aff06" providerId="ADAL" clId="{E8CAD9F5-C447-46AD-8385-0D95308312BD}" dt="2024-10-21T05:07:43.876" v="364" actId="1076"/>
          <ac:spMkLst>
            <pc:docMk/>
            <pc:sldMk cId="544336040" sldId="324"/>
            <ac:spMk id="6" creationId="{92C45F7F-4563-7E51-111D-555677F64412}"/>
          </ac:spMkLst>
        </pc:spChg>
        <pc:picChg chg="add mod">
          <ac:chgData name="Abdalla Mukhaimer, Widad" userId="eed79641-8d75-4c66-a669-438ad56aff06" providerId="ADAL" clId="{E8CAD9F5-C447-46AD-8385-0D95308312BD}" dt="2024-10-21T05:07:48.150" v="366" actId="1076"/>
          <ac:picMkLst>
            <pc:docMk/>
            <pc:sldMk cId="544336040" sldId="324"/>
            <ac:picMk id="4" creationId="{72FF98E2-E615-5862-C206-EBBDD013C376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8:37.071" v="195" actId="47"/>
        <pc:sldMkLst>
          <pc:docMk/>
          <pc:sldMk cId="514928190" sldId="32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21261-7BD4-56E8-7D76-A0BDAAE6B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F29386-B654-2F5B-FC1D-996FEEE718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CE6BD-1485-ACDC-5AD5-8AEB3774D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DEF8B-7AA0-0CDE-0EAC-19A08CF86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B41FB-7E4F-3CDA-87CB-6B6604E9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130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6B580-DBE5-C886-735C-DDDD45184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7F169-1EEC-EE2A-118E-8A754EE51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30EB3-80F1-140B-F64B-480311E39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63F0F-B576-9C81-D8C4-47528E7BC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57C79-5FEB-9FF2-E06B-636B08C54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13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62BC5-9EC3-84C6-32EF-31167695A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C4063-D946-643E-02FA-B565E4ABB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31616-E75F-9D4F-A0B6-AE346234D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8B600-0FAB-A584-7187-1CAC36D30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47DAE-F53B-47B9-DB88-5AE3FC77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166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E3F50-C571-AEC4-DF51-ED9F77A6A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515FC-CA40-0DC5-AFE2-C5916E4C3F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42F7F3-6036-4821-0F43-85A163D968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44FFF-441B-C495-88A5-0741BD656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965C51-FB4B-4891-7350-855004F7B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8D73E-3DAA-68D7-E6D5-D37ABE379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852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B5196-DEEC-5F6C-7C56-7010BA879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ACB14-B94B-CA81-F42E-2E9E91D61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EBE3E6-6EB1-D6D7-6908-B42951A9C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EB07C2-FDE3-1D3A-DD9A-E682024461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CA1B06-5A71-A7BF-640D-BBC4956E6F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2E5942-D90F-FD5E-AA0C-1B0C35D40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684EF3-394B-D005-CAB7-09020B630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E4EA0E-0661-0029-D4B2-8B6FA563A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669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5A838-25B4-08F7-C767-CA6E75CA0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515190-F7F4-939B-9288-145130F13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22A963-1001-2FC8-E1B9-88B5A6665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91098-2C4C-AFF5-603F-3EE205392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31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78E610-9982-1F1C-003A-5F05B1FB0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61E25A-C22A-5088-1305-3DAF0526B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1DF49-8F85-5391-876E-A7EB805B5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341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B9A94-667B-13D0-B98A-5F8F528D5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1DA42-5F13-6B84-FD77-1A2D9736F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1B389-1386-9B44-A028-14B193D95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A088A-8178-5B4F-D8CC-DD8B729B6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F72A7-C2E9-B550-1751-9ACE3C977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CA83BF-09DE-CA1B-8793-33F006EB6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27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2ADF9-FE00-6CED-FF52-B903E9B7C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248714-3D8E-9C1D-6D9D-719B1166EC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04853-52EC-D593-CC7D-E39294C9D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A969FA-58DA-E677-E606-02E192B0F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AC88B-0BB4-3B49-E10C-90F9EC63A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DCE51-B5C9-2DB0-1E02-64018BB78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206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27A50-04AA-1FF4-C72F-029102128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519AF8-63B1-448B-2219-C22031813B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01FE1-4571-8746-1E6A-E3ABAA0AA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341A0-FD33-79FA-34B5-512C114DC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239E5-359A-3C7D-8B45-DCDBD2EA1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21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776F7D-48FE-8646-88F9-A77EC4746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5D2C3D-4A00-1C3F-A884-933F8B7A9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13F33-F2CF-DF75-B2AC-B35BA29E7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81849-D7D9-2B1C-20E3-3A964FAF0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9AC72-70CE-6E5A-97D3-8BB3EA339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73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BA6BB8-DF4D-DF42-7DEA-5D9D7D024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4AA9D-46AC-1C80-03D6-E890747A6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898FD-2DA1-0116-AF6B-8D516CED21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F8EFD7-75C5-42AC-85A4-951C27100165}" type="datetimeFigureOut">
              <a:rPr lang="en-US" smtClean="0"/>
              <a:t>10/20/2024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DC690-51E5-42E8-7B2A-05A3272B18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8B167-0C88-9CCB-9287-D0C23C0201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622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C29C1E-686B-659F-2361-5E99D37B8237}"/>
              </a:ext>
            </a:extLst>
          </p:cNvPr>
          <p:cNvSpPr txBox="1"/>
          <p:nvPr/>
        </p:nvSpPr>
        <p:spPr>
          <a:xfrm>
            <a:off x="3047223" y="2227735"/>
            <a:ext cx="6097554" cy="2148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Visualization Part </a:t>
            </a:r>
            <a:r>
              <a:rPr lang="en-US" sz="6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endParaRPr lang="en-US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861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371C202-571B-3D06-5729-A59D0FC176BE}"/>
              </a:ext>
            </a:extLst>
          </p:cNvPr>
          <p:cNvSpPr txBox="1"/>
          <p:nvPr/>
        </p:nvSpPr>
        <p:spPr>
          <a:xfrm>
            <a:off x="3048000" y="622859"/>
            <a:ext cx="6096000" cy="718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Histograms &amp; Density</a:t>
            </a: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FE9E37-99A5-AD22-C9DA-836390037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509" y="1463495"/>
            <a:ext cx="2390775" cy="5295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6BE56F-4AD9-4602-E04B-0141D4D203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305" y="1598251"/>
            <a:ext cx="6546423" cy="5026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152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6761776-1CEA-FEDD-799A-738A1119D35C}"/>
              </a:ext>
            </a:extLst>
          </p:cNvPr>
          <p:cNvSpPr txBox="1"/>
          <p:nvPr/>
        </p:nvSpPr>
        <p:spPr>
          <a:xfrm>
            <a:off x="3047223" y="446512"/>
            <a:ext cx="6097554" cy="718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Boxplots</a:t>
            </a: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AA379A-1530-5E1F-CD61-3F48A53E5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997" y="1228723"/>
            <a:ext cx="1771650" cy="56292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CD47D29-EF67-ACCF-D56F-53A73B3EC5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7469" y="1508182"/>
            <a:ext cx="5069205" cy="5070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70858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8867F4-647D-5189-3460-15F0921C515F}"/>
              </a:ext>
            </a:extLst>
          </p:cNvPr>
          <p:cNvSpPr txBox="1"/>
          <p:nvPr/>
        </p:nvSpPr>
        <p:spPr>
          <a:xfrm>
            <a:off x="801189" y="474813"/>
            <a:ext cx="6096000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Other ways of representing boxplots: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03B11A-37F4-3D0E-0836-721FCD8D8A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041" y="1173596"/>
            <a:ext cx="4141878" cy="4955576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3CC546-5D38-8393-B246-3807B33456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7724050" y="1098550"/>
            <a:ext cx="3181350" cy="4660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4814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13F6EF-0762-71DA-DBE2-A11F6290E12F}"/>
              </a:ext>
            </a:extLst>
          </p:cNvPr>
          <p:cNvSpPr txBox="1"/>
          <p:nvPr/>
        </p:nvSpPr>
        <p:spPr>
          <a:xfrm>
            <a:off x="2708366" y="379019"/>
            <a:ext cx="6096000" cy="718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Bar Graphs</a:t>
            </a: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975F65-DE8C-B418-E41A-0CEBBBBEE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755" y="836758"/>
            <a:ext cx="1714500" cy="5943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3AC9A8-96D2-50D7-00E8-323DC55E1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2767" y="1408102"/>
            <a:ext cx="7881257" cy="53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954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9E889-6A15-7171-F1E1-ADACB616B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400" b="1" kern="100" dirty="0" err="1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4400" b="1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r>
              <a:rPr lang="en-US" sz="4400" b="1" kern="100" dirty="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Function</a:t>
            </a:r>
            <a:endParaRPr lang="en-US" sz="4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3C9DCF-93E5-3A96-840D-764A4117A0A5}"/>
              </a:ext>
            </a:extLst>
          </p:cNvPr>
          <p:cNvSpPr txBox="1"/>
          <p:nvPr/>
        </p:nvSpPr>
        <p:spPr>
          <a:xfrm>
            <a:off x="731520" y="1953491"/>
            <a:ext cx="9717578" cy="487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Data: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you're working with.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Aesthetics Mapping (</a:t>
            </a: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aes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data variables map to plot aesthetics like position, color, shape,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 = variable1 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 = variable2 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color = variable3 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fill = variable4 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shape = variable5 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39976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3C9DCF-93E5-3A96-840D-764A4117A0A5}"/>
              </a:ext>
            </a:extLst>
          </p:cNvPr>
          <p:cNvSpPr txBox="1"/>
          <p:nvPr/>
        </p:nvSpPr>
        <p:spPr>
          <a:xfrm>
            <a:off x="792480" y="1047800"/>
            <a:ext cx="9717578" cy="44183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Geometric Objects (</a:t>
            </a: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geom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visual elements to represent the data (points, lines, bars, etc.).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geom_histogram</a:t>
            </a: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geom_density</a:t>
            </a: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geom_boxplot</a:t>
            </a: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geom_line</a:t>
            </a: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geom_bar</a:t>
            </a: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geom_point</a:t>
            </a: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2440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3C9DCF-93E5-3A96-840D-764A4117A0A5}"/>
              </a:ext>
            </a:extLst>
          </p:cNvPr>
          <p:cNvSpPr txBox="1"/>
          <p:nvPr/>
        </p:nvSpPr>
        <p:spPr>
          <a:xfrm>
            <a:off x="740229" y="995548"/>
            <a:ext cx="9717578" cy="3019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Facets (</a:t>
            </a: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facet_wrap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facet_grid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Splitting data into subplots based on a variable.</a:t>
            </a: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facet_wrap</a:t>
            </a: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(~ Variable1)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facet_grid</a:t>
            </a: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(Variable1 ~ Variable2)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604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3C9DCF-93E5-3A96-840D-764A4117A0A5}"/>
              </a:ext>
            </a:extLst>
          </p:cNvPr>
          <p:cNvSpPr txBox="1"/>
          <p:nvPr/>
        </p:nvSpPr>
        <p:spPr>
          <a:xfrm>
            <a:off x="748937" y="638497"/>
            <a:ext cx="9717578" cy="3586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Theme: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Controlling the overall appearance of the plot.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theme_gray</a:t>
            </a:r>
            <a:r>
              <a:rPr lang="en-US" sz="18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theme_bw</a:t>
            </a:r>
            <a:r>
              <a:rPr lang="en-US" sz="18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theme_minimal</a:t>
            </a:r>
            <a:r>
              <a:rPr lang="en-US" sz="18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theme_void</a:t>
            </a:r>
            <a:r>
              <a:rPr lang="en-US" sz="18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366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3C9DCF-93E5-3A96-840D-764A4117A0A5}"/>
              </a:ext>
            </a:extLst>
          </p:cNvPr>
          <p:cNvSpPr txBox="1"/>
          <p:nvPr/>
        </p:nvSpPr>
        <p:spPr>
          <a:xfrm>
            <a:off x="304800" y="647206"/>
            <a:ext cx="11582400" cy="4039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ons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coord_flip</a:t>
            </a:r>
            <a:r>
              <a:rPr lang="en-US" sz="25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en-US" sz="25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geom_smooth</a:t>
            </a:r>
            <a:r>
              <a:rPr lang="en-US" sz="25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(method = "</a:t>
            </a:r>
            <a:r>
              <a:rPr lang="en-US" sz="25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lm</a:t>
            </a:r>
            <a:r>
              <a:rPr lang="en-US" sz="25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", se = FALSE) </a:t>
            </a:r>
            <a:endParaRPr lang="en-US" sz="25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geom_smooth</a:t>
            </a:r>
            <a:r>
              <a:rPr lang="en-US" sz="25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(method = "loess", se = TRUE)</a:t>
            </a:r>
            <a:endParaRPr lang="en-US" sz="25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scale_fill_manual</a:t>
            </a:r>
            <a:r>
              <a:rPr lang="en-US" sz="25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(values = c("red", "green", "blue"))</a:t>
            </a:r>
            <a:endParaRPr lang="en-US" sz="25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scale_color_manual</a:t>
            </a:r>
            <a:r>
              <a:rPr lang="en-US" sz="25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(values = c("red", "green", "blue"))</a:t>
            </a:r>
            <a:endParaRPr lang="en-US" sz="25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1440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labs()</a:t>
            </a:r>
            <a:endParaRPr lang="en-US" sz="25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885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27D9CC-6269-0708-4FA9-91212ACF60E6}"/>
              </a:ext>
            </a:extLst>
          </p:cNvPr>
          <p:cNvSpPr txBox="1"/>
          <p:nvPr/>
        </p:nvSpPr>
        <p:spPr>
          <a:xfrm>
            <a:off x="2891246" y="774505"/>
            <a:ext cx="6096000" cy="1323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 err="1">
                <a:solidFill>
                  <a:schemeClr val="accent6">
                    <a:lumMod val="75000"/>
                  </a:schemeClr>
                </a:solidFill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4000" b="1" kern="100" dirty="0">
                <a:solidFill>
                  <a:schemeClr val="accent6">
                    <a:lumMod val="75000"/>
                  </a:schemeClr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r>
              <a:rPr lang="en-US" sz="4000" b="1" kern="100" dirty="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Function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441A6-B6DB-56B1-A2DA-CBBD5194D608}"/>
              </a:ext>
            </a:extLst>
          </p:cNvPr>
          <p:cNvSpPr txBox="1"/>
          <p:nvPr/>
        </p:nvSpPr>
        <p:spPr>
          <a:xfrm>
            <a:off x="731519" y="2097688"/>
            <a:ext cx="11077304" cy="4101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Command Illustration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Plot_Name</a:t>
            </a: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</a:t>
            </a:r>
            <a:r>
              <a:rPr lang="en-US" sz="3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name_daframe</a:t>
            </a: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3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</a:t>
            </a:r>
            <a:r>
              <a:rPr lang="en-US" sz="3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column_name</a:t>
            </a: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)) +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3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geom_OBJECT</a:t>
            </a: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()+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facet()+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theme()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9546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96B190-3E92-380F-5D46-54D3607B6937}"/>
              </a:ext>
            </a:extLst>
          </p:cNvPr>
          <p:cNvSpPr txBox="1"/>
          <p:nvPr/>
        </p:nvSpPr>
        <p:spPr>
          <a:xfrm>
            <a:off x="2673532" y="718653"/>
            <a:ext cx="6096000" cy="718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</a:t>
            </a: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D15807-7864-1E30-9E47-9CCCFE78D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17" y="1724297"/>
            <a:ext cx="10464029" cy="462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542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E4F826-DB3D-F775-C562-3C24644A9D83}"/>
              </a:ext>
            </a:extLst>
          </p:cNvPr>
          <p:cNvSpPr txBox="1"/>
          <p:nvPr/>
        </p:nvSpPr>
        <p:spPr>
          <a:xfrm>
            <a:off x="2830285" y="666402"/>
            <a:ext cx="6096000" cy="718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Histograms</a:t>
            </a: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B59A1A-FC1E-90BE-0F06-F645BF8364DF}"/>
              </a:ext>
            </a:extLst>
          </p:cNvPr>
          <p:cNvSpPr txBox="1"/>
          <p:nvPr/>
        </p:nvSpPr>
        <p:spPr>
          <a:xfrm>
            <a:off x="653144" y="1587928"/>
            <a:ext cx="11286308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1: 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 a Histogram on the Average Math SAT Score. 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24DA43-76DD-A855-F7E1-7E20DCB42D41}"/>
              </a:ext>
            </a:extLst>
          </p:cNvPr>
          <p:cNvSpPr txBox="1"/>
          <p:nvPr/>
        </p:nvSpPr>
        <p:spPr>
          <a:xfrm>
            <a:off x="487681" y="2808510"/>
            <a:ext cx="6096000" cy="2353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fig_1 &lt;- SAT_2010 %&gt;% 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3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math)) +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3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geom_histogram</a:t>
            </a: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fig_1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F96524-45FA-2E34-825B-7B594B0DEF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4641" y="2573378"/>
            <a:ext cx="5208846" cy="3527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066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9E6CC0-1FB4-BFF9-B383-482832E57DAD}"/>
              </a:ext>
            </a:extLst>
          </p:cNvPr>
          <p:cNvSpPr txBox="1"/>
          <p:nvPr/>
        </p:nvSpPr>
        <p:spPr>
          <a:xfrm>
            <a:off x="409301" y="387456"/>
            <a:ext cx="11451773" cy="1055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2: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Create a Histogram on the Average Math SAT Score, but change the break points to start from 450, end in 625, and increase by 25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4BCCA5-047C-5838-B5D2-45042797F7DC}"/>
              </a:ext>
            </a:extLst>
          </p:cNvPr>
          <p:cNvSpPr txBox="1"/>
          <p:nvPr/>
        </p:nvSpPr>
        <p:spPr>
          <a:xfrm>
            <a:off x="409301" y="2496722"/>
            <a:ext cx="8995955" cy="2463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fig_2 &lt;- SAT_2010 %&gt;% 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2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2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math)) +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geom_histogram</a:t>
            </a:r>
            <a:r>
              <a:rPr lang="en-US" sz="2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(breaks = c(450,475,500,525,550,575,600,625))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000" dirty="0">
              <a:solidFill>
                <a:srgbClr val="538135"/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fig_2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B2167D-34CF-8968-4AE4-BADF350E17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492" y="2209339"/>
            <a:ext cx="5330582" cy="3512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545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F2F0F0-E9CA-066C-5159-59E91A8504F4}"/>
              </a:ext>
            </a:extLst>
          </p:cNvPr>
          <p:cNvSpPr txBox="1"/>
          <p:nvPr/>
        </p:nvSpPr>
        <p:spPr>
          <a:xfrm>
            <a:off x="500743" y="414657"/>
            <a:ext cx="11190514" cy="1055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3: 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 a Histogram on the Average Math SAT Score, but choose the bins to be 9. 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EB6EE8-C053-2F93-6926-06CC6F74B7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841" y="1745361"/>
            <a:ext cx="5212080" cy="42085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5F6889B-032E-A930-547D-D2C42CED25FD}"/>
              </a:ext>
            </a:extLst>
          </p:cNvPr>
          <p:cNvSpPr txBox="1"/>
          <p:nvPr/>
        </p:nvSpPr>
        <p:spPr>
          <a:xfrm>
            <a:off x="570412" y="2415164"/>
            <a:ext cx="6096000" cy="2027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fig_3 &lt;- SAT_2010 %&gt;% </a:t>
            </a:r>
            <a:endParaRPr lang="en-US" sz="25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25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5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25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math)) +</a:t>
            </a:r>
            <a:endParaRPr lang="en-US" sz="25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5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geom_histogram</a:t>
            </a:r>
            <a:r>
              <a:rPr lang="en-US" sz="25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(bins = 9)</a:t>
            </a:r>
            <a:endParaRPr lang="en-US" sz="25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fig_3</a:t>
            </a:r>
            <a:endParaRPr lang="en-US" sz="25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57800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4AC1FB-7CF5-FBA4-2F87-7DF2D1EB650F}"/>
              </a:ext>
            </a:extLst>
          </p:cNvPr>
          <p:cNvSpPr txBox="1"/>
          <p:nvPr/>
        </p:nvSpPr>
        <p:spPr>
          <a:xfrm>
            <a:off x="2865120" y="457397"/>
            <a:ext cx="6096000" cy="718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Density Plots</a:t>
            </a: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20082E-F791-DB83-9FDC-1E1ACC5ECA92}"/>
              </a:ext>
            </a:extLst>
          </p:cNvPr>
          <p:cNvSpPr txBox="1"/>
          <p:nvPr/>
        </p:nvSpPr>
        <p:spPr>
          <a:xfrm>
            <a:off x="470263" y="1457362"/>
            <a:ext cx="10737668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4: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Create a density plot on the Average Math SAT Score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B1C0D8-1E8B-1140-7D79-FE65266BA93D}"/>
              </a:ext>
            </a:extLst>
          </p:cNvPr>
          <p:cNvSpPr txBox="1"/>
          <p:nvPr/>
        </p:nvSpPr>
        <p:spPr>
          <a:xfrm>
            <a:off x="580935" y="2862761"/>
            <a:ext cx="6096000" cy="2343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fig_4 &lt;- SAT_2010 %&gt;% 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3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math)) + 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3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geom_density</a:t>
            </a: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3000" kern="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fig_4</a:t>
            </a:r>
            <a:endParaRPr lang="en-US" sz="3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88B579-6653-B2AA-151C-DD5EFDC4E4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7851" y="2427331"/>
            <a:ext cx="5097054" cy="41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8845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D35C31-B2FF-B029-E896-4F6A31219839}"/>
              </a:ext>
            </a:extLst>
          </p:cNvPr>
          <p:cNvSpPr txBox="1"/>
          <p:nvPr/>
        </p:nvSpPr>
        <p:spPr>
          <a:xfrm>
            <a:off x="539930" y="250979"/>
            <a:ext cx="10824755" cy="2146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5: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Create a density plot on the Average Math SAT Score. Change the 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bandwith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to 10. 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Note: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Changing the bandwidth to a smaller number makes it more jagged.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E98F01-BAB2-24FD-DC70-F246D0D92E4D}"/>
              </a:ext>
            </a:extLst>
          </p:cNvPr>
          <p:cNvSpPr txBox="1"/>
          <p:nvPr/>
        </p:nvSpPr>
        <p:spPr>
          <a:xfrm>
            <a:off x="470263" y="3092215"/>
            <a:ext cx="6096000" cy="2343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fig_5 &lt;- SAT_2010 %&gt;% 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3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math)) + 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3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geom_density</a:t>
            </a: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bw</a:t>
            </a: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10)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3000" kern="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fig_5</a:t>
            </a:r>
            <a:endParaRPr lang="en-US" sz="3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C79579-C702-1057-68E0-0E97E9DD38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8149" y="2214758"/>
            <a:ext cx="5057548" cy="409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2092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6F1651-EEEC-7426-90AD-7765BA655BF1}"/>
              </a:ext>
            </a:extLst>
          </p:cNvPr>
          <p:cNvSpPr txBox="1"/>
          <p:nvPr/>
        </p:nvSpPr>
        <p:spPr>
          <a:xfrm>
            <a:off x="574765" y="622723"/>
            <a:ext cx="10903131" cy="1055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6: 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 a density plot on the Average Math SAT Score. Change the 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bandwith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to 10. 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289C9E-F6E3-21EB-9858-971BD8284A05}"/>
              </a:ext>
            </a:extLst>
          </p:cNvPr>
          <p:cNvSpPr txBox="1"/>
          <p:nvPr/>
        </p:nvSpPr>
        <p:spPr>
          <a:xfrm>
            <a:off x="574765" y="2671351"/>
            <a:ext cx="6096000" cy="2353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fig_6 &lt;- SAT_2010 %&gt;% 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3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math)) + 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3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geom_density</a:t>
            </a: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bw</a:t>
            </a: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5)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fig_6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3A775C-AEE2-50F9-02EE-C67FD99F671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5566" y="2090701"/>
            <a:ext cx="4767353" cy="387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5980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451B12-24FE-D9F3-A17A-6F86C2EBD39B}"/>
              </a:ext>
            </a:extLst>
          </p:cNvPr>
          <p:cNvSpPr txBox="1"/>
          <p:nvPr/>
        </p:nvSpPr>
        <p:spPr>
          <a:xfrm>
            <a:off x="2960914" y="498569"/>
            <a:ext cx="6096000" cy="718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Boxplots</a:t>
            </a: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6D77AE-14E7-5FF1-ACAA-ABF0E6EE1B1A}"/>
              </a:ext>
            </a:extLst>
          </p:cNvPr>
          <p:cNvSpPr txBox="1"/>
          <p:nvPr/>
        </p:nvSpPr>
        <p:spPr>
          <a:xfrm>
            <a:off x="609598" y="1548214"/>
            <a:ext cx="1058091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Figure 7: </a:t>
            </a:r>
            <a:r>
              <a:rPr lang="en-US" sz="3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Create a box plot on the Average Math SAT Score.</a:t>
            </a:r>
            <a:endParaRPr lang="en-US" sz="3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A5AE60-6BA9-548A-7B66-5972AD7D4E2A}"/>
              </a:ext>
            </a:extLst>
          </p:cNvPr>
          <p:cNvSpPr txBox="1"/>
          <p:nvPr/>
        </p:nvSpPr>
        <p:spPr>
          <a:xfrm>
            <a:off x="609598" y="3054527"/>
            <a:ext cx="6096000" cy="2353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fig_7 &lt;- SAT_2010 %&gt;% 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3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math)) +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3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geom_boxplot</a:t>
            </a: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fig_7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689785-AAA4-A601-0A17-633ADF018B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4939" y="2433391"/>
            <a:ext cx="4652282" cy="378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5037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AD96ED-5C86-A566-59B6-5C044BBE6C97}"/>
              </a:ext>
            </a:extLst>
          </p:cNvPr>
          <p:cNvSpPr txBox="1"/>
          <p:nvPr/>
        </p:nvSpPr>
        <p:spPr>
          <a:xfrm>
            <a:off x="539931" y="544344"/>
            <a:ext cx="11146971" cy="1055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8: 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 a box plot on the Average Math SAT Score. Make the boxplot vertical.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3F5E55-BCA3-1C0F-A564-F129CBE6B28F}"/>
              </a:ext>
            </a:extLst>
          </p:cNvPr>
          <p:cNvSpPr txBox="1"/>
          <p:nvPr/>
        </p:nvSpPr>
        <p:spPr>
          <a:xfrm>
            <a:off x="539931" y="2444564"/>
            <a:ext cx="6096000" cy="2949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fig_8 &lt;- SAT_2010 %&gt;% 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3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math)) +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3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geom_boxplot</a:t>
            </a: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 +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3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coord_flip</a:t>
            </a: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fig_8</a:t>
            </a:r>
            <a:r>
              <a:rPr lang="en-US" sz="3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AB0C18-D765-F2D1-5247-3DB368FB88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3016" y="1463654"/>
            <a:ext cx="5243921" cy="428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1698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37C7F5-EEF7-B60F-F550-40B1B6D2937C}"/>
              </a:ext>
            </a:extLst>
          </p:cNvPr>
          <p:cNvSpPr txBox="1"/>
          <p:nvPr/>
        </p:nvSpPr>
        <p:spPr>
          <a:xfrm>
            <a:off x="2778033" y="587906"/>
            <a:ext cx="6096000" cy="718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Bar Plots</a:t>
            </a: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79549F-EC04-CDD5-9231-DEB00F957DCC}"/>
              </a:ext>
            </a:extLst>
          </p:cNvPr>
          <p:cNvSpPr txBox="1"/>
          <p:nvPr/>
        </p:nvSpPr>
        <p:spPr>
          <a:xfrm>
            <a:off x="531223" y="1570210"/>
            <a:ext cx="1148660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Figure 9: </a:t>
            </a:r>
            <a:r>
              <a:rPr lang="en-US" sz="30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Create a bar graph on the Salary Level (the new variable you created).</a:t>
            </a:r>
            <a:endParaRPr lang="en-US" sz="3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F4F021-72E5-3FFC-0522-BD29CD687E33}"/>
              </a:ext>
            </a:extLst>
          </p:cNvPr>
          <p:cNvSpPr txBox="1"/>
          <p:nvPr/>
        </p:nvSpPr>
        <p:spPr>
          <a:xfrm>
            <a:off x="531223" y="3307076"/>
            <a:ext cx="6714309" cy="1702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fig_9 &lt;- SAT_2010 %&gt;% 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2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2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</a:t>
            </a:r>
            <a:r>
              <a:rPr lang="en-US" sz="2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salary_level</a:t>
            </a:r>
            <a:r>
              <a:rPr lang="en-US" sz="2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)) +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geom_bar</a:t>
            </a:r>
            <a:r>
              <a:rPr lang="en-US" sz="2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fig_9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9CF5D7-3718-FF4B-F069-47F3D4F65C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4525" y="2307686"/>
            <a:ext cx="5212941" cy="423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3525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D86BCB-1719-518B-B593-198C3C7B3583}"/>
              </a:ext>
            </a:extLst>
          </p:cNvPr>
          <p:cNvSpPr txBox="1"/>
          <p:nvPr/>
        </p:nvSpPr>
        <p:spPr>
          <a:xfrm>
            <a:off x="548640" y="404873"/>
            <a:ext cx="11251474" cy="1549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Figure 10: </a:t>
            </a:r>
            <a:r>
              <a:rPr lang="en-US" sz="3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 a bar graph on the Salary Level (the new variable you created). Have the category "Low" appear first, then "Medium", then "High".  </a:t>
            </a:r>
            <a:endParaRPr lang="en-U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FF98E2-E615-5862-C206-EBBDD013C3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9074" y="2134255"/>
            <a:ext cx="4802051" cy="36623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C45F7F-4563-7E51-111D-555677F64412}"/>
              </a:ext>
            </a:extLst>
          </p:cNvPr>
          <p:cNvSpPr txBox="1"/>
          <p:nvPr/>
        </p:nvSpPr>
        <p:spPr>
          <a:xfrm>
            <a:off x="191586" y="2439786"/>
            <a:ext cx="7820299" cy="2463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fig_10 &lt;- SAT_2010 %&gt;% 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mutate(</a:t>
            </a:r>
            <a:r>
              <a:rPr lang="en-US" sz="2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salary_level</a:t>
            </a:r>
            <a:r>
              <a:rPr lang="en-US" sz="2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factor(</a:t>
            </a:r>
            <a:r>
              <a:rPr lang="en-US" sz="2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salary_level</a:t>
            </a:r>
            <a:r>
              <a:rPr lang="en-US" sz="2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levels = c("Low",  "Medium", "High"))) %&gt;% 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	</a:t>
            </a:r>
            <a:r>
              <a:rPr lang="en-US" sz="2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ggplot</a:t>
            </a:r>
            <a:r>
              <a:rPr lang="en-US" sz="2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aes</a:t>
            </a:r>
            <a:r>
              <a:rPr lang="en-US" sz="2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(x = </a:t>
            </a:r>
            <a:r>
              <a:rPr lang="en-US" sz="2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salary_level</a:t>
            </a:r>
            <a:r>
              <a:rPr lang="en-US" sz="2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)) +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	</a:t>
            </a:r>
            <a:r>
              <a:rPr lang="en-US" sz="20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geom_bar</a:t>
            </a:r>
            <a:r>
              <a:rPr lang="en-US" sz="2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fig_10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4336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815</Words>
  <Application>Microsoft Office PowerPoint</Application>
  <PresentationFormat>Widescreen</PresentationFormat>
  <Paragraphs>111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Lucida Console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ggplot() Function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Abdalla Mukhaimer, Widad</dc:creator>
  <cp:lastModifiedBy>Abdalla Mukhaimer, Widad</cp:lastModifiedBy>
  <cp:revision>1</cp:revision>
  <dcterms:created xsi:type="dcterms:W3CDTF">2024-10-21T04:45:40Z</dcterms:created>
  <dcterms:modified xsi:type="dcterms:W3CDTF">2024-10-21T05:07:50Z</dcterms:modified>
</cp:coreProperties>
</file>