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300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9" r:id="rId16"/>
    <p:sldId id="292" r:id="rId17"/>
    <p:sldId id="293" r:id="rId18"/>
    <p:sldId id="301" r:id="rId19"/>
    <p:sldId id="303" r:id="rId20"/>
    <p:sldId id="304" r:id="rId21"/>
    <p:sldId id="305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C0933-E78C-4DAC-8676-67773F551BD8}" v="27" dt="2024-10-30T08:14:3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521C0933-E78C-4DAC-8676-67773F551BD8}"/>
    <pc:docChg chg="undo custSel addSld delSld modSld sldOrd">
      <pc:chgData name="Abdalla Mukhaimer, Widad" userId="eed79641-8d75-4c66-a669-438ad56aff06" providerId="ADAL" clId="{521C0933-E78C-4DAC-8676-67773F551BD8}" dt="2024-10-30T08:19:38.928" v="265" actId="20577"/>
      <pc:docMkLst>
        <pc:docMk/>
      </pc:docMkLst>
      <pc:sldChg chg="modSp mod">
        <pc:chgData name="Abdalla Mukhaimer, Widad" userId="eed79641-8d75-4c66-a669-438ad56aff06" providerId="ADAL" clId="{521C0933-E78C-4DAC-8676-67773F551BD8}" dt="2024-10-30T08:19:38.928" v="265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521C0933-E78C-4DAC-8676-67773F551BD8}" dt="2024-10-30T08:19:38.928" v="265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521C0933-E78C-4DAC-8676-67773F551BD8}" dt="2024-10-30T07:56:49.728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521C0933-E78C-4DAC-8676-67773F551BD8}" dt="2024-10-30T08:01:56.229" v="54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521C0933-E78C-4DAC-8676-67773F551BD8}" dt="2024-10-30T08:01:56.229" v="54" actId="1076"/>
          <ac:spMkLst>
            <pc:docMk/>
            <pc:sldMk cId="295643100" sldId="280"/>
            <ac:spMk id="3" creationId="{92670E1B-E8A3-147E-2807-5190AD1D8550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2:27.318" v="72" actId="20577"/>
        <pc:sldMkLst>
          <pc:docMk/>
          <pc:sldMk cId="924081357" sldId="281"/>
        </pc:sldMkLst>
        <pc:spChg chg="add mod">
          <ac:chgData name="Abdalla Mukhaimer, Widad" userId="eed79641-8d75-4c66-a669-438ad56aff06" providerId="ADAL" clId="{521C0933-E78C-4DAC-8676-67773F551BD8}" dt="2024-10-30T08:02:27.318" v="72" actId="20577"/>
          <ac:spMkLst>
            <pc:docMk/>
            <pc:sldMk cId="924081357" sldId="281"/>
            <ac:spMk id="3" creationId="{CC2F62AB-3E6A-1D0A-4CC5-E8A2CB1FE883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3:00.677" v="80" actId="20577"/>
        <pc:sldMkLst>
          <pc:docMk/>
          <pc:sldMk cId="3918215335" sldId="282"/>
        </pc:sldMkLst>
        <pc:spChg chg="add mod">
          <ac:chgData name="Abdalla Mukhaimer, Widad" userId="eed79641-8d75-4c66-a669-438ad56aff06" providerId="ADAL" clId="{521C0933-E78C-4DAC-8676-67773F551BD8}" dt="2024-10-30T08:03:00.677" v="80" actId="20577"/>
          <ac:spMkLst>
            <pc:docMk/>
            <pc:sldMk cId="3918215335" sldId="282"/>
            <ac:spMk id="3" creationId="{BB2ED41E-F4BE-C94A-22AC-E481C1923CB0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3:26.506" v="88" actId="1076"/>
        <pc:sldMkLst>
          <pc:docMk/>
          <pc:sldMk cId="1821283160" sldId="283"/>
        </pc:sldMkLst>
        <pc:spChg chg="add mod">
          <ac:chgData name="Abdalla Mukhaimer, Widad" userId="eed79641-8d75-4c66-a669-438ad56aff06" providerId="ADAL" clId="{521C0933-E78C-4DAC-8676-67773F551BD8}" dt="2024-10-30T08:03:26.506" v="88" actId="1076"/>
          <ac:spMkLst>
            <pc:docMk/>
            <pc:sldMk cId="1821283160" sldId="283"/>
            <ac:spMk id="3" creationId="{35327B88-8658-5A29-D3B9-25D3FFA89CB3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4:51.375" v="106" actId="20577"/>
        <pc:sldMkLst>
          <pc:docMk/>
          <pc:sldMk cId="660802668" sldId="284"/>
        </pc:sldMkLst>
        <pc:spChg chg="add mod">
          <ac:chgData name="Abdalla Mukhaimer, Widad" userId="eed79641-8d75-4c66-a669-438ad56aff06" providerId="ADAL" clId="{521C0933-E78C-4DAC-8676-67773F551BD8}" dt="2024-10-30T08:04:51.375" v="106" actId="20577"/>
          <ac:spMkLst>
            <pc:docMk/>
            <pc:sldMk cId="660802668" sldId="284"/>
            <ac:spMk id="3" creationId="{36EBC0D7-45DB-62E7-3237-B904EDD24DA4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5:56.578" v="122" actId="1076"/>
        <pc:sldMkLst>
          <pc:docMk/>
          <pc:sldMk cId="7490189" sldId="285"/>
        </pc:sldMkLst>
        <pc:spChg chg="add mod">
          <ac:chgData name="Abdalla Mukhaimer, Widad" userId="eed79641-8d75-4c66-a669-438ad56aff06" providerId="ADAL" clId="{521C0933-E78C-4DAC-8676-67773F551BD8}" dt="2024-10-30T08:05:02.508" v="108" actId="1076"/>
          <ac:spMkLst>
            <pc:docMk/>
            <pc:sldMk cId="7490189" sldId="285"/>
            <ac:spMk id="3" creationId="{2CD3D812-5110-DCC3-AB6C-F8D054124C51}"/>
          </ac:spMkLst>
        </pc:spChg>
        <pc:spChg chg="add mod">
          <ac:chgData name="Abdalla Mukhaimer, Widad" userId="eed79641-8d75-4c66-a669-438ad56aff06" providerId="ADAL" clId="{521C0933-E78C-4DAC-8676-67773F551BD8}" dt="2024-10-30T08:05:29.944" v="120" actId="1076"/>
          <ac:spMkLst>
            <pc:docMk/>
            <pc:sldMk cId="7490189" sldId="285"/>
            <ac:spMk id="7" creationId="{5CA292F9-1CBA-DEFC-1318-3BC2B29FBB7F}"/>
          </ac:spMkLst>
        </pc:spChg>
        <pc:picChg chg="add mod">
          <ac:chgData name="Abdalla Mukhaimer, Widad" userId="eed79641-8d75-4c66-a669-438ad56aff06" providerId="ADAL" clId="{521C0933-E78C-4DAC-8676-67773F551BD8}" dt="2024-10-30T08:05:56.578" v="122" actId="1076"/>
          <ac:picMkLst>
            <pc:docMk/>
            <pc:sldMk cId="7490189" sldId="285"/>
            <ac:picMk id="5" creationId="{B85FE48D-C3D9-C6B2-0D35-296396ACFAB7}"/>
          </ac:picMkLst>
        </pc:picChg>
      </pc:sldChg>
      <pc:sldChg chg="addSp modSp add mod">
        <pc:chgData name="Abdalla Mukhaimer, Widad" userId="eed79641-8d75-4c66-a669-438ad56aff06" providerId="ADAL" clId="{521C0933-E78C-4DAC-8676-67773F551BD8}" dt="2024-10-30T08:06:31.097" v="132" actId="1076"/>
        <pc:sldMkLst>
          <pc:docMk/>
          <pc:sldMk cId="781146132" sldId="286"/>
        </pc:sldMkLst>
        <pc:spChg chg="add mod">
          <ac:chgData name="Abdalla Mukhaimer, Widad" userId="eed79641-8d75-4c66-a669-438ad56aff06" providerId="ADAL" clId="{521C0933-E78C-4DAC-8676-67773F551BD8}" dt="2024-10-30T08:06:27.564" v="130" actId="1076"/>
          <ac:spMkLst>
            <pc:docMk/>
            <pc:sldMk cId="781146132" sldId="286"/>
            <ac:spMk id="3" creationId="{7B603EE2-948C-D36A-C630-956F85966B52}"/>
          </ac:spMkLst>
        </pc:spChg>
        <pc:spChg chg="add mod">
          <ac:chgData name="Abdalla Mukhaimer, Widad" userId="eed79641-8d75-4c66-a669-438ad56aff06" providerId="ADAL" clId="{521C0933-E78C-4DAC-8676-67773F551BD8}" dt="2024-10-30T08:06:20.267" v="127" actId="1076"/>
          <ac:spMkLst>
            <pc:docMk/>
            <pc:sldMk cId="781146132" sldId="286"/>
            <ac:spMk id="7" creationId="{14472A4F-0EE6-C69D-1825-2FE58618F7DE}"/>
          </ac:spMkLst>
        </pc:spChg>
        <pc:picChg chg="add mod">
          <ac:chgData name="Abdalla Mukhaimer, Widad" userId="eed79641-8d75-4c66-a669-438ad56aff06" providerId="ADAL" clId="{521C0933-E78C-4DAC-8676-67773F551BD8}" dt="2024-10-30T08:06:31.097" v="132" actId="1076"/>
          <ac:picMkLst>
            <pc:docMk/>
            <pc:sldMk cId="781146132" sldId="286"/>
            <ac:picMk id="5" creationId="{2CBA5AE2-88D2-CC4C-3F24-E1ECBE1C4493}"/>
          </ac:picMkLst>
        </pc:picChg>
      </pc:sldChg>
      <pc:sldChg chg="addSp modSp add mod">
        <pc:chgData name="Abdalla Mukhaimer, Widad" userId="eed79641-8d75-4c66-a669-438ad56aff06" providerId="ADAL" clId="{521C0933-E78C-4DAC-8676-67773F551BD8}" dt="2024-10-30T08:06:54.894" v="139" actId="14100"/>
        <pc:sldMkLst>
          <pc:docMk/>
          <pc:sldMk cId="3348378598" sldId="287"/>
        </pc:sldMkLst>
        <pc:spChg chg="add mod">
          <ac:chgData name="Abdalla Mukhaimer, Widad" userId="eed79641-8d75-4c66-a669-438ad56aff06" providerId="ADAL" clId="{521C0933-E78C-4DAC-8676-67773F551BD8}" dt="2024-10-30T08:06:45.030" v="135" actId="14100"/>
          <ac:spMkLst>
            <pc:docMk/>
            <pc:sldMk cId="3348378598" sldId="287"/>
            <ac:spMk id="3" creationId="{F1BAC69B-7BBE-1529-2EFB-36424E20D670}"/>
          </ac:spMkLst>
        </pc:spChg>
        <pc:picChg chg="add mod">
          <ac:chgData name="Abdalla Mukhaimer, Widad" userId="eed79641-8d75-4c66-a669-438ad56aff06" providerId="ADAL" clId="{521C0933-E78C-4DAC-8676-67773F551BD8}" dt="2024-10-30T08:06:54.894" v="139" actId="14100"/>
          <ac:picMkLst>
            <pc:docMk/>
            <pc:sldMk cId="3348378598" sldId="287"/>
            <ac:picMk id="5" creationId="{31CB0051-923D-DCE2-E0D7-94589AC253B8}"/>
          </ac:picMkLst>
        </pc:picChg>
      </pc:sldChg>
      <pc:sldChg chg="addSp modSp add mod">
        <pc:chgData name="Abdalla Mukhaimer, Widad" userId="eed79641-8d75-4c66-a669-438ad56aff06" providerId="ADAL" clId="{521C0933-E78C-4DAC-8676-67773F551BD8}" dt="2024-10-30T08:07:07.880" v="143" actId="1076"/>
        <pc:sldMkLst>
          <pc:docMk/>
          <pc:sldMk cId="1503447826" sldId="288"/>
        </pc:sldMkLst>
        <pc:spChg chg="add mod">
          <ac:chgData name="Abdalla Mukhaimer, Widad" userId="eed79641-8d75-4c66-a669-438ad56aff06" providerId="ADAL" clId="{521C0933-E78C-4DAC-8676-67773F551BD8}" dt="2024-10-30T08:07:07.880" v="143" actId="1076"/>
          <ac:spMkLst>
            <pc:docMk/>
            <pc:sldMk cId="1503447826" sldId="288"/>
            <ac:spMk id="3" creationId="{2F924E9D-85A2-5CBC-DA7A-42D930EE8139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7:37.686" v="149" actId="20577"/>
        <pc:sldMkLst>
          <pc:docMk/>
          <pc:sldMk cId="2738479882" sldId="289"/>
        </pc:sldMkLst>
        <pc:spChg chg="add mod">
          <ac:chgData name="Abdalla Mukhaimer, Widad" userId="eed79641-8d75-4c66-a669-438ad56aff06" providerId="ADAL" clId="{521C0933-E78C-4DAC-8676-67773F551BD8}" dt="2024-10-30T08:07:37.686" v="149" actId="20577"/>
          <ac:spMkLst>
            <pc:docMk/>
            <pc:sldMk cId="2738479882" sldId="289"/>
            <ac:spMk id="3" creationId="{771EB43E-417E-5E5E-F702-54B6BE0B7C9C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8:06.892" v="154" actId="20577"/>
        <pc:sldMkLst>
          <pc:docMk/>
          <pc:sldMk cId="569662147" sldId="290"/>
        </pc:sldMkLst>
        <pc:spChg chg="add mod">
          <ac:chgData name="Abdalla Mukhaimer, Widad" userId="eed79641-8d75-4c66-a669-438ad56aff06" providerId="ADAL" clId="{521C0933-E78C-4DAC-8676-67773F551BD8}" dt="2024-10-30T08:08:06.892" v="154" actId="20577"/>
          <ac:spMkLst>
            <pc:docMk/>
            <pc:sldMk cId="569662147" sldId="290"/>
            <ac:spMk id="3" creationId="{BA6BE9A0-C4A0-B079-9404-61FF55D77289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09:07.384" v="160" actId="255"/>
        <pc:sldMkLst>
          <pc:docMk/>
          <pc:sldMk cId="3785459309" sldId="291"/>
        </pc:sldMkLst>
        <pc:spChg chg="add mod">
          <ac:chgData name="Abdalla Mukhaimer, Widad" userId="eed79641-8d75-4c66-a669-438ad56aff06" providerId="ADAL" clId="{521C0933-E78C-4DAC-8676-67773F551BD8}" dt="2024-10-30T08:09:07.384" v="160" actId="255"/>
          <ac:spMkLst>
            <pc:docMk/>
            <pc:sldMk cId="3785459309" sldId="291"/>
            <ac:spMk id="3" creationId="{DF0F3C5C-6ECB-5A8E-F0BD-54B410F642AB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10:30.666" v="182" actId="20577"/>
        <pc:sldMkLst>
          <pc:docMk/>
          <pc:sldMk cId="1896949319" sldId="292"/>
        </pc:sldMkLst>
        <pc:spChg chg="add mod">
          <ac:chgData name="Abdalla Mukhaimer, Widad" userId="eed79641-8d75-4c66-a669-438ad56aff06" providerId="ADAL" clId="{521C0933-E78C-4DAC-8676-67773F551BD8}" dt="2024-10-30T08:10:30.666" v="182" actId="20577"/>
          <ac:spMkLst>
            <pc:docMk/>
            <pc:sldMk cId="1896949319" sldId="292"/>
            <ac:spMk id="3" creationId="{057A013D-971C-9BE6-8CC5-73B90A6525C1}"/>
          </ac:spMkLst>
        </pc:spChg>
      </pc:sldChg>
      <pc:sldChg chg="addSp modSp add mod">
        <pc:chgData name="Abdalla Mukhaimer, Widad" userId="eed79641-8d75-4c66-a669-438ad56aff06" providerId="ADAL" clId="{521C0933-E78C-4DAC-8676-67773F551BD8}" dt="2024-10-30T08:11:43.527" v="197" actId="1076"/>
        <pc:sldMkLst>
          <pc:docMk/>
          <pc:sldMk cId="29379843" sldId="293"/>
        </pc:sldMkLst>
        <pc:spChg chg="add mod">
          <ac:chgData name="Abdalla Mukhaimer, Widad" userId="eed79641-8d75-4c66-a669-438ad56aff06" providerId="ADAL" clId="{521C0933-E78C-4DAC-8676-67773F551BD8}" dt="2024-10-30T08:11:43.527" v="197" actId="1076"/>
          <ac:spMkLst>
            <pc:docMk/>
            <pc:sldMk cId="29379843" sldId="293"/>
            <ac:spMk id="3" creationId="{399A912F-E951-3032-4536-A5090B428C1A}"/>
          </ac:spMkLst>
        </pc:spChg>
      </pc:sldChg>
      <pc:sldChg chg="addSp modSp add del mod">
        <pc:chgData name="Abdalla Mukhaimer, Widad" userId="eed79641-8d75-4c66-a669-438ad56aff06" providerId="ADAL" clId="{521C0933-E78C-4DAC-8676-67773F551BD8}" dt="2024-10-30T08:16:35.525" v="260" actId="47"/>
        <pc:sldMkLst>
          <pc:docMk/>
          <pc:sldMk cId="262115284" sldId="294"/>
        </pc:sldMkLst>
        <pc:spChg chg="add mod">
          <ac:chgData name="Abdalla Mukhaimer, Widad" userId="eed79641-8d75-4c66-a669-438ad56aff06" providerId="ADAL" clId="{521C0933-E78C-4DAC-8676-67773F551BD8}" dt="2024-10-30T08:16:25.874" v="259" actId="255"/>
          <ac:spMkLst>
            <pc:docMk/>
            <pc:sldMk cId="262115284" sldId="294"/>
            <ac:spMk id="3" creationId="{B27ECA53-CF7A-BAAF-D8AB-E9C123032391}"/>
          </ac:spMkLst>
        </pc:spChg>
      </pc:sldChg>
      <pc:sldChg chg="add del">
        <pc:chgData name="Abdalla Mukhaimer, Widad" userId="eed79641-8d75-4c66-a669-438ad56aff06" providerId="ADAL" clId="{521C0933-E78C-4DAC-8676-67773F551BD8}" dt="2024-10-30T08:16:35.525" v="260" actId="47"/>
        <pc:sldMkLst>
          <pc:docMk/>
          <pc:sldMk cId="3510259871" sldId="295"/>
        </pc:sldMkLst>
      </pc:sldChg>
      <pc:sldChg chg="add del">
        <pc:chgData name="Abdalla Mukhaimer, Widad" userId="eed79641-8d75-4c66-a669-438ad56aff06" providerId="ADAL" clId="{521C0933-E78C-4DAC-8676-67773F551BD8}" dt="2024-10-30T08:16:35.525" v="260" actId="47"/>
        <pc:sldMkLst>
          <pc:docMk/>
          <pc:sldMk cId="1502959112" sldId="296"/>
        </pc:sldMkLst>
      </pc:sldChg>
      <pc:sldChg chg="add del">
        <pc:chgData name="Abdalla Mukhaimer, Widad" userId="eed79641-8d75-4c66-a669-438ad56aff06" providerId="ADAL" clId="{521C0933-E78C-4DAC-8676-67773F551BD8}" dt="2024-10-30T08:16:35.525" v="260" actId="47"/>
        <pc:sldMkLst>
          <pc:docMk/>
          <pc:sldMk cId="1616564432" sldId="297"/>
        </pc:sldMkLst>
      </pc:sldChg>
      <pc:sldChg chg="add del">
        <pc:chgData name="Abdalla Mukhaimer, Widad" userId="eed79641-8d75-4c66-a669-438ad56aff06" providerId="ADAL" clId="{521C0933-E78C-4DAC-8676-67773F551BD8}" dt="2024-10-30T08:16:35.525" v="260" actId="47"/>
        <pc:sldMkLst>
          <pc:docMk/>
          <pc:sldMk cId="1868251350" sldId="298"/>
        </pc:sldMkLst>
      </pc:sldChg>
      <pc:sldChg chg="modSp add mod">
        <pc:chgData name="Abdalla Mukhaimer, Widad" userId="eed79641-8d75-4c66-a669-438ad56aff06" providerId="ADAL" clId="{521C0933-E78C-4DAC-8676-67773F551BD8}" dt="2024-10-30T08:10:06.534" v="175" actId="1076"/>
        <pc:sldMkLst>
          <pc:docMk/>
          <pc:sldMk cId="1509107906" sldId="299"/>
        </pc:sldMkLst>
        <pc:spChg chg="mod">
          <ac:chgData name="Abdalla Mukhaimer, Widad" userId="eed79641-8d75-4c66-a669-438ad56aff06" providerId="ADAL" clId="{521C0933-E78C-4DAC-8676-67773F551BD8}" dt="2024-10-30T08:10:06.534" v="175" actId="1076"/>
          <ac:spMkLst>
            <pc:docMk/>
            <pc:sldMk cId="1509107906" sldId="299"/>
            <ac:spMk id="3" creationId="{DF0F3C5C-6ECB-5A8E-F0BD-54B410F642AB}"/>
          </ac:spMkLst>
        </pc:spChg>
      </pc:sldChg>
      <pc:sldChg chg="modSp add mod ord">
        <pc:chgData name="Abdalla Mukhaimer, Widad" userId="eed79641-8d75-4c66-a669-438ad56aff06" providerId="ADAL" clId="{521C0933-E78C-4DAC-8676-67773F551BD8}" dt="2024-10-30T08:04:36.035" v="102"/>
        <pc:sldMkLst>
          <pc:docMk/>
          <pc:sldMk cId="3528617785" sldId="300"/>
        </pc:sldMkLst>
        <pc:spChg chg="mod">
          <ac:chgData name="Abdalla Mukhaimer, Widad" userId="eed79641-8d75-4c66-a669-438ad56aff06" providerId="ADAL" clId="{521C0933-E78C-4DAC-8676-67773F551BD8}" dt="2024-10-30T08:04:30.952" v="100" actId="20577"/>
          <ac:spMkLst>
            <pc:docMk/>
            <pc:sldMk cId="3528617785" sldId="300"/>
            <ac:spMk id="3" creationId="{36EBC0D7-45DB-62E7-3237-B904EDD24DA4}"/>
          </ac:spMkLst>
        </pc:spChg>
      </pc:sldChg>
      <pc:sldChg chg="modSp add mod">
        <pc:chgData name="Abdalla Mukhaimer, Widad" userId="eed79641-8d75-4c66-a669-438ad56aff06" providerId="ADAL" clId="{521C0933-E78C-4DAC-8676-67773F551BD8}" dt="2024-10-30T08:13:02.473" v="210" actId="255"/>
        <pc:sldMkLst>
          <pc:docMk/>
          <pc:sldMk cId="1105565816" sldId="301"/>
        </pc:sldMkLst>
        <pc:spChg chg="mod">
          <ac:chgData name="Abdalla Mukhaimer, Widad" userId="eed79641-8d75-4c66-a669-438ad56aff06" providerId="ADAL" clId="{521C0933-E78C-4DAC-8676-67773F551BD8}" dt="2024-10-30T08:13:02.473" v="210" actId="255"/>
          <ac:spMkLst>
            <pc:docMk/>
            <pc:sldMk cId="1105565816" sldId="301"/>
            <ac:spMk id="3" creationId="{399A912F-E951-3032-4536-A5090B428C1A}"/>
          </ac:spMkLst>
        </pc:spChg>
      </pc:sldChg>
      <pc:sldChg chg="add del">
        <pc:chgData name="Abdalla Mukhaimer, Widad" userId="eed79641-8d75-4c66-a669-438ad56aff06" providerId="ADAL" clId="{521C0933-E78C-4DAC-8676-67773F551BD8}" dt="2024-10-30T08:15:58.441" v="250" actId="47"/>
        <pc:sldMkLst>
          <pc:docMk/>
          <pc:sldMk cId="3569825475" sldId="302"/>
        </pc:sldMkLst>
      </pc:sldChg>
      <pc:sldChg chg="modSp add mod">
        <pc:chgData name="Abdalla Mukhaimer, Widad" userId="eed79641-8d75-4c66-a669-438ad56aff06" providerId="ADAL" clId="{521C0933-E78C-4DAC-8676-67773F551BD8}" dt="2024-10-30T08:13:43.768" v="220" actId="20577"/>
        <pc:sldMkLst>
          <pc:docMk/>
          <pc:sldMk cId="4235187432" sldId="303"/>
        </pc:sldMkLst>
        <pc:spChg chg="mod">
          <ac:chgData name="Abdalla Mukhaimer, Widad" userId="eed79641-8d75-4c66-a669-438ad56aff06" providerId="ADAL" clId="{521C0933-E78C-4DAC-8676-67773F551BD8}" dt="2024-10-30T08:13:43.768" v="220" actId="20577"/>
          <ac:spMkLst>
            <pc:docMk/>
            <pc:sldMk cId="4235187432" sldId="303"/>
            <ac:spMk id="3" creationId="{399A912F-E951-3032-4536-A5090B428C1A}"/>
          </ac:spMkLst>
        </pc:spChg>
      </pc:sldChg>
      <pc:sldChg chg="modSp add mod">
        <pc:chgData name="Abdalla Mukhaimer, Widad" userId="eed79641-8d75-4c66-a669-438ad56aff06" providerId="ADAL" clId="{521C0933-E78C-4DAC-8676-67773F551BD8}" dt="2024-10-30T08:14:24.544" v="229" actId="20577"/>
        <pc:sldMkLst>
          <pc:docMk/>
          <pc:sldMk cId="4177734903" sldId="304"/>
        </pc:sldMkLst>
        <pc:spChg chg="mod">
          <ac:chgData name="Abdalla Mukhaimer, Widad" userId="eed79641-8d75-4c66-a669-438ad56aff06" providerId="ADAL" clId="{521C0933-E78C-4DAC-8676-67773F551BD8}" dt="2024-10-30T08:14:24.544" v="229" actId="20577"/>
          <ac:spMkLst>
            <pc:docMk/>
            <pc:sldMk cId="4177734903" sldId="304"/>
            <ac:spMk id="3" creationId="{399A912F-E951-3032-4536-A5090B428C1A}"/>
          </ac:spMkLst>
        </pc:spChg>
      </pc:sldChg>
      <pc:sldChg chg="modSp add mod">
        <pc:chgData name="Abdalla Mukhaimer, Widad" userId="eed79641-8d75-4c66-a669-438ad56aff06" providerId="ADAL" clId="{521C0933-E78C-4DAC-8676-67773F551BD8}" dt="2024-10-30T08:15:10.838" v="240" actId="1076"/>
        <pc:sldMkLst>
          <pc:docMk/>
          <pc:sldMk cId="189296083" sldId="305"/>
        </pc:sldMkLst>
        <pc:spChg chg="mod">
          <ac:chgData name="Abdalla Mukhaimer, Widad" userId="eed79641-8d75-4c66-a669-438ad56aff06" providerId="ADAL" clId="{521C0933-E78C-4DAC-8676-67773F551BD8}" dt="2024-10-30T08:15:10.838" v="240" actId="1076"/>
          <ac:spMkLst>
            <pc:docMk/>
            <pc:sldMk cId="189296083" sldId="305"/>
            <ac:spMk id="3" creationId="{399A912F-E951-3032-4536-A5090B428C1A}"/>
          </ac:spMkLst>
        </pc:spChg>
      </pc:sldChg>
      <pc:sldChg chg="modSp add mod">
        <pc:chgData name="Abdalla Mukhaimer, Widad" userId="eed79641-8d75-4c66-a669-438ad56aff06" providerId="ADAL" clId="{521C0933-E78C-4DAC-8676-67773F551BD8}" dt="2024-10-30T08:15:51.625" v="248" actId="1076"/>
        <pc:sldMkLst>
          <pc:docMk/>
          <pc:sldMk cId="429174408" sldId="306"/>
        </pc:sldMkLst>
        <pc:spChg chg="mod">
          <ac:chgData name="Abdalla Mukhaimer, Widad" userId="eed79641-8d75-4c66-a669-438ad56aff06" providerId="ADAL" clId="{521C0933-E78C-4DAC-8676-67773F551BD8}" dt="2024-10-30T08:15:51.625" v="248" actId="1076"/>
          <ac:spMkLst>
            <pc:docMk/>
            <pc:sldMk cId="429174408" sldId="306"/>
            <ac:spMk id="3" creationId="{399A912F-E951-3032-4536-A5090B428C1A}"/>
          </ac:spMkLst>
        </pc:spChg>
      </pc:sldChg>
      <pc:sldChg chg="add del">
        <pc:chgData name="Abdalla Mukhaimer, Widad" userId="eed79641-8d75-4c66-a669-438ad56aff06" providerId="ADAL" clId="{521C0933-E78C-4DAC-8676-67773F551BD8}" dt="2024-10-30T08:15:54.964" v="249" actId="47"/>
        <pc:sldMkLst>
          <pc:docMk/>
          <pc:sldMk cId="1516753426" sldId="307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3047223" y="2471575"/>
            <a:ext cx="6097554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Dates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670E1B-E8A3-147E-2807-5190AD1D8550}"/>
              </a:ext>
            </a:extLst>
          </p:cNvPr>
          <p:cNvSpPr txBox="1"/>
          <p:nvPr/>
        </p:nvSpPr>
        <p:spPr>
          <a:xfrm>
            <a:off x="1115736" y="2807832"/>
            <a:ext cx="9714451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4000" b="1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lubridate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4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F62AB-3E6A-1D0A-4CC5-E8A2CB1FE883}"/>
              </a:ext>
            </a:extLst>
          </p:cNvPr>
          <p:cNvSpPr txBox="1"/>
          <p:nvPr/>
        </p:nvSpPr>
        <p:spPr>
          <a:xfrm>
            <a:off x="522214" y="550541"/>
            <a:ext cx="11297873" cy="579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Date-Time Objects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function used to create a date object from year, month, and day components.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"2023-09-15"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08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ED41E-F4BE-C94A-22AC-E481C1923CB0}"/>
              </a:ext>
            </a:extLst>
          </p:cNvPr>
          <p:cNvSpPr txBox="1"/>
          <p:nvPr/>
        </p:nvSpPr>
        <p:spPr>
          <a:xfrm>
            <a:off x="597715" y="588470"/>
            <a:ext cx="11163650" cy="463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mdy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function used to create a date object in a month-day-year format.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my_date2 &lt;- "12-14-2023"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my_date2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mdy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(my_date2)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21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27B88-8658-5A29-D3B9-25D3FFA89CB3}"/>
              </a:ext>
            </a:extLst>
          </p:cNvPr>
          <p:cNvSpPr txBox="1"/>
          <p:nvPr/>
        </p:nvSpPr>
        <p:spPr>
          <a:xfrm>
            <a:off x="849383" y="1231188"/>
            <a:ext cx="10626755" cy="2744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creates a date-time object with hours, minutes, and seconds.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"2023-09-15 14:30:45"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28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EBC0D7-45DB-62E7-3237-B904EDD24DA4}"/>
              </a:ext>
            </a:extLst>
          </p:cNvPr>
          <p:cNvSpPr txBox="1"/>
          <p:nvPr/>
        </p:nvSpPr>
        <p:spPr>
          <a:xfrm>
            <a:off x="606105" y="442492"/>
            <a:ext cx="11373374" cy="549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Extracting Components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year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year(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 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month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month(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1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EBC0D7-45DB-62E7-3237-B904EDD24DA4}"/>
              </a:ext>
            </a:extLst>
          </p:cNvPr>
          <p:cNvSpPr txBox="1"/>
          <p:nvPr/>
        </p:nvSpPr>
        <p:spPr>
          <a:xfrm>
            <a:off x="606105" y="442492"/>
            <a:ext cx="11373374" cy="549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Extracting Components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day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day(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 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day of the week (Sunday: 1, Monday: 2, etc.)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wday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0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D3D812-5110-DCC3-AB6C-F8D054124C51}"/>
              </a:ext>
            </a:extLst>
          </p:cNvPr>
          <p:cNvSpPr txBox="1"/>
          <p:nvPr/>
        </p:nvSpPr>
        <p:spPr>
          <a:xfrm>
            <a:off x="3048699" y="509248"/>
            <a:ext cx="6094602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with a </a:t>
            </a:r>
            <a:r>
              <a:rPr lang="en-US" sz="4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FE48D-C3D9-C6B2-0D35-296396AC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61" y="1340604"/>
            <a:ext cx="6378132" cy="2442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A292F9-1CBA-DEFC-1318-3BC2B29FBB7F}"/>
              </a:ext>
            </a:extLst>
          </p:cNvPr>
          <p:cNvSpPr txBox="1"/>
          <p:nvPr/>
        </p:nvSpPr>
        <p:spPr>
          <a:xfrm>
            <a:off x="649525" y="4091823"/>
            <a:ext cx="11128617" cy="175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dwts_dates$Birth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dwts_dates$Wedding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603EE2-948C-D36A-C630-956F85966B52}"/>
              </a:ext>
            </a:extLst>
          </p:cNvPr>
          <p:cNvSpPr txBox="1"/>
          <p:nvPr/>
        </p:nvSpPr>
        <p:spPr>
          <a:xfrm>
            <a:off x="589669" y="236780"/>
            <a:ext cx="10710302" cy="1756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mutate(Birth =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(Birth),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Wedding =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mdy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(Wedding))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A5AE2-88D2-CC4C-3F24-E1ECBE1C4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246" y="2181908"/>
            <a:ext cx="7497318" cy="2169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472A4F-0EE6-C69D-1825-2FE58618F7DE}"/>
              </a:ext>
            </a:extLst>
          </p:cNvPr>
          <p:cNvSpPr txBox="1"/>
          <p:nvPr/>
        </p:nvSpPr>
        <p:spPr>
          <a:xfrm>
            <a:off x="439801" y="4761337"/>
            <a:ext cx="10977615" cy="175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dwts_dates$Birth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dwts_dates$Wedding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14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AC69B-7BBE-1529-2EFB-36424E20D670}"/>
              </a:ext>
            </a:extLst>
          </p:cNvPr>
          <p:cNvSpPr txBox="1"/>
          <p:nvPr/>
        </p:nvSpPr>
        <p:spPr>
          <a:xfrm>
            <a:off x="513826" y="257561"/>
            <a:ext cx="10895202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dwts_info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dwts_dates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mutate(Year = year(Birth),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Day = day(Wedding),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Month = month(Wedding),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Day_Week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wday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(Wedding))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B0051-923D-DCE2-E0D7-94589AC25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0" y="3650658"/>
            <a:ext cx="11793090" cy="24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7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24E9D-85A2-5CBC-DA7A-42D930EE8139}"/>
              </a:ext>
            </a:extLst>
          </p:cNvPr>
          <p:cNvSpPr txBox="1"/>
          <p:nvPr/>
        </p:nvSpPr>
        <p:spPr>
          <a:xfrm>
            <a:off x="1736521" y="2699499"/>
            <a:ext cx="8598716" cy="110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with Date-Times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447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1EB43E-417E-5E5E-F702-54B6BE0B7C9C}"/>
              </a:ext>
            </a:extLst>
          </p:cNvPr>
          <p:cNvSpPr txBox="1"/>
          <p:nvPr/>
        </p:nvSpPr>
        <p:spPr>
          <a:xfrm>
            <a:off x="1075887" y="1084383"/>
            <a:ext cx="10551253" cy="4038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Adding Days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days(7)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479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BE9A0-C4A0-B079-9404-61FF55D77289}"/>
              </a:ext>
            </a:extLst>
          </p:cNvPr>
          <p:cNvSpPr txBox="1"/>
          <p:nvPr/>
        </p:nvSpPr>
        <p:spPr>
          <a:xfrm>
            <a:off x="622882" y="306961"/>
            <a:ext cx="11096537" cy="582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Finding Time Difference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my_date2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("2024-11-06")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the time difference between </a:t>
            </a: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my_datetime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 &lt;- my_date2 -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662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F3C5C-6ECB-5A8E-F0BD-54B410F642AB}"/>
              </a:ext>
            </a:extLst>
          </p:cNvPr>
          <p:cNvSpPr txBox="1"/>
          <p:nvPr/>
        </p:nvSpPr>
        <p:spPr>
          <a:xfrm>
            <a:off x="385894" y="309721"/>
            <a:ext cx="11601974" cy="644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when the date includes time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time1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08:30:00")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time2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12:45:30")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calculate the time difference in seconds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(time2, time1, units = "secs")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as.numeric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(time2, time1, units = "secs"))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5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F3C5C-6ECB-5A8E-F0BD-54B410F642AB}"/>
              </a:ext>
            </a:extLst>
          </p:cNvPr>
          <p:cNvSpPr txBox="1"/>
          <p:nvPr/>
        </p:nvSpPr>
        <p:spPr>
          <a:xfrm>
            <a:off x="629175" y="544612"/>
            <a:ext cx="11073468" cy="614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when the date includes time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time1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08:30:00")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time2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12:45:30")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time difference in hours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(time2, time1, units = "hours")</a:t>
            </a: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as.numeric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difftime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(time2, time1, units = "hours"))</a:t>
            </a: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0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A013D-971C-9BE6-8CC5-73B90A6525C1}"/>
              </a:ext>
            </a:extLst>
          </p:cNvPr>
          <p:cNvSpPr txBox="1"/>
          <p:nvPr/>
        </p:nvSpPr>
        <p:spPr>
          <a:xfrm>
            <a:off x="455102" y="472934"/>
            <a:ext cx="10903591" cy="4532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Finding Intervals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start_time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08:30:00")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ymd_hms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("2023-09-15 12:45:30")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interval(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start_time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end_time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4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945160" y="2145064"/>
            <a:ext cx="10301679" cy="350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Formatting Dates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</a:t>
            </a:r>
            <a:r>
              <a:rPr lang="en-US" sz="4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format()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you can format date-time objects for display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370513" y="-136547"/>
            <a:ext cx="11098635" cy="691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"%A")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%A - The day of the week (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Friday)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"%a")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# %a - The day of the week truncated (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Fri)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65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546682" y="957034"/>
            <a:ext cx="11098635" cy="5728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"%B")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%B - The full name of the month (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September)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"%b")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%b - The name of the month truncated (i.e., Sep)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8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546682" y="680198"/>
            <a:ext cx="11098635" cy="5728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"%D")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%D - The date in month/day/year format.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"%d")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# %d - The number of the day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3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461393" y="797643"/>
            <a:ext cx="11098635" cy="512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"%Y")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# %Y - The year with four digits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"%y")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# %y - The year with two digits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A912F-E951-3032-4536-A5090B428C1A}"/>
              </a:ext>
            </a:extLst>
          </p:cNvPr>
          <p:cNvSpPr txBox="1"/>
          <p:nvPr/>
        </p:nvSpPr>
        <p:spPr>
          <a:xfrm>
            <a:off x="546682" y="730531"/>
            <a:ext cx="11098635" cy="523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ymd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("2024-10-30")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"%m")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%m - The number of the month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Suppose you want it to be "Friday, September 15, 2023"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format(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my_date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format = "%A, %B %d, %Y")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948</Words>
  <Application>Microsoft Office PowerPoint</Application>
  <PresentationFormat>Widescreen</PresentationFormat>
  <Paragraphs>146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Lucida Console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2024-10-30T08:19:40Z</dcterms:modified>
</cp:coreProperties>
</file>