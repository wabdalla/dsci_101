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5296-BEDF-7263-F859-FE6D133E8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F88CB-A273-5B22-2064-BFD56436A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0E895-587B-0E3E-1AF7-81D555973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D284-4E4F-466D-8321-7B0908C2F7DF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328A0-737A-1DB9-CAC7-26F6E36E9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37BD4-0E92-7FCE-B821-201CD596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89C1-7E31-4998-9C5B-ED0E740F6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782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65558-C764-5C24-F36A-723F60EB5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1E5AB-44C4-2BEC-8EF5-A1F9B1051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03860-5962-5CF3-77AF-9B700279D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D284-4E4F-466D-8321-7B0908C2F7DF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54BC5-278E-DB5C-A593-1E43EFF8D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43C13-05DA-445C-BEBD-EEA8123C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89C1-7E31-4998-9C5B-ED0E740F6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96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3E80F-295E-3C66-BE70-76060167E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46CCC-8F3B-F1A8-C610-C5869C092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3B7F8-0237-4D9E-4920-906038007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D284-4E4F-466D-8321-7B0908C2F7DF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ED868-4250-DD76-0C1D-67C2762F2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1C110-5435-596A-D9A1-7E185E30E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89C1-7E31-4998-9C5B-ED0E740F6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65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4114B-A5F7-1170-4A3C-3588B9CC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1F360-3930-274D-D6FA-3FA9E9434A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DCC04A-770F-98B6-D400-2C04B4362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196DA-0655-B1E2-099F-13AFB23FD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D284-4E4F-466D-8321-7B0908C2F7DF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62DB3-58F5-08B1-FBAC-4A360250D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2A9CF-7D23-C4F5-CC7C-3BBD8076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89C1-7E31-4998-9C5B-ED0E740F6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25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90A2F-5039-686D-466C-2D591FBB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D929D-8DC2-875B-09FD-3242C22F7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F78BE-CDA8-0EE0-1458-6A8AED8CC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623702-C957-F89D-42A0-40798A20B0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4FABC4-7279-E5EF-FD39-CDCC47F231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D0D06D-87AE-8B31-8AEA-17779DC21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D284-4E4F-466D-8321-7B0908C2F7DF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F7A21C-CE5C-B53D-2538-37CADC7F3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0A6D31-0FD2-3987-18DD-BB43C72B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89C1-7E31-4998-9C5B-ED0E740F6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62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B3BF4-BB2C-B069-40FD-7B299018E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C6BB44-6773-D619-EAF9-E7480D30A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D284-4E4F-466D-8321-7B0908C2F7DF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7A54B6-3AD9-455B-4134-978CAE8F9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ECD529-8686-FCE8-3316-09D9587E9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89C1-7E31-4998-9C5B-ED0E740F6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82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60510-A007-FE44-4A6C-CC3B5C85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D284-4E4F-466D-8321-7B0908C2F7DF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8A7C66-13BE-7378-D5FA-3F51BD2DC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25751-7B29-37A3-1AEC-D600763B1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89C1-7E31-4998-9C5B-ED0E740F6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61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A7298-EB68-D42F-AC9F-E80B1D120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95313-D33B-6C5A-D5C8-9FDD71A9D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1F608-E542-1F88-3C0B-E4E9C5AD2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87BEE-3F4E-65C9-D96E-A4CDA8F9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D284-4E4F-466D-8321-7B0908C2F7DF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EC57F-EF85-730C-B3BB-C6A778DC6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D10B3-C919-640A-4DC9-5FD1B46E2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89C1-7E31-4998-9C5B-ED0E740F6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61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07FA8-91D7-D9E3-0EBC-62F7338A8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6DFA37-AA60-D9DD-3D45-D93D97253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A6B77-CDFA-C2E0-E8C8-818B89FBA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5F3F5-8968-46C5-A02C-FB0E29597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D284-4E4F-466D-8321-7B0908C2F7DF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CA8DA-AA95-02A9-7C60-1719F4BD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DDA82-583F-9D97-7F37-A10A51569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89C1-7E31-4998-9C5B-ED0E740F6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92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D035-A8D3-6D91-C0BA-FE157DBDD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B1AACD-BEAD-A1A3-D100-C3B87669D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F7C3B-9363-147E-AE5F-0154EFE8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D284-4E4F-466D-8321-7B0908C2F7DF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0807D-A12E-93A0-23DE-9D26BF6D0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7B296-266A-1E35-882D-3825775B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89C1-7E31-4998-9C5B-ED0E740F6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74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ACF89C-7D42-A1B4-A3AA-03247FA89C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4BFC3-7CCE-0248-27D5-A1C2468E8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748EB-5F16-9FBB-04C4-5BB5971ED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AD284-4E4F-466D-8321-7B0908C2F7DF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CCB50-9D59-9311-D2E6-9CF0E8E34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21AF6-2F8B-3A02-FF43-D44739656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A89C1-7E31-4998-9C5B-ED0E740F6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807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8CD48A-8492-9433-D5A6-72CE75B67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6F904-0AB9-FB89-A59A-FE7398040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9F17C-CFFB-8100-36F6-BE199F9FCC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AD284-4E4F-466D-8321-7B0908C2F7DF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C688D-44B8-8F0A-022F-CDFA65B1DA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DE7E7-8250-B94B-E8B3-71B865C8BC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A89C1-7E31-4998-9C5B-ED0E740F6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83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office.com/Pages/ResponsePage.aspx?id=408fApwrJEiDeLvPnsWsy0GW1-51jWZMpmlDitVq_wZUQzBVSkwzRTNGWTBLR0szOVlGTUw4Q05EQy4u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B80B-7AEE-471B-B14B-3214E957E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9639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RStudio, Git, &amp; 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236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FF6752-FE72-FE13-8562-B8936587AC9F}"/>
              </a:ext>
            </a:extLst>
          </p:cNvPr>
          <p:cNvSpPr txBox="1"/>
          <p:nvPr/>
        </p:nvSpPr>
        <p:spPr>
          <a:xfrm>
            <a:off x="434502" y="621526"/>
            <a:ext cx="6096000" cy="72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&amp; RStudio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D574A-976F-B5E0-BE6C-9248A91B6D51}"/>
              </a:ext>
            </a:extLst>
          </p:cNvPr>
          <p:cNvSpPr txBox="1"/>
          <p:nvPr/>
        </p:nvSpPr>
        <p:spPr>
          <a:xfrm>
            <a:off x="434502" y="2172669"/>
            <a:ext cx="10932581" cy="3342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R?</a:t>
            </a:r>
            <a:endParaRPr lang="en-US" sz="30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0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3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language and environment for statistical computing and graphics.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RStudio?</a:t>
            </a:r>
            <a:endParaRPr lang="en-US" sz="30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a free and open-source integrated development environment (IDE) for </a:t>
            </a:r>
            <a:r>
              <a:rPr lang="en-US" sz="30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3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152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735F79-4F9F-EF2B-65A5-E3FB69202C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9939"/>
          <a:stretch/>
        </p:blipFill>
        <p:spPr>
          <a:xfrm>
            <a:off x="370844" y="400575"/>
            <a:ext cx="11298242" cy="607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14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2B44EF-2FD0-AA24-61F0-8B4A484E8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27" y="83890"/>
            <a:ext cx="11506971" cy="669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057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96BF19-F6E4-64EA-8DEB-EE8DDE2803BB}"/>
              </a:ext>
            </a:extLst>
          </p:cNvPr>
          <p:cNvSpPr txBox="1"/>
          <p:nvPr/>
        </p:nvSpPr>
        <p:spPr>
          <a:xfrm>
            <a:off x="768138" y="737343"/>
            <a:ext cx="6098720" cy="72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Installing R &amp; RStudio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112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2281BA-30E9-7438-38F0-A9B1E115B977}"/>
              </a:ext>
            </a:extLst>
          </p:cNvPr>
          <p:cNvSpPr txBox="1"/>
          <p:nvPr/>
        </p:nvSpPr>
        <p:spPr>
          <a:xfrm>
            <a:off x="843639" y="1975869"/>
            <a:ext cx="10338886" cy="373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750"/>
              </a:spcAft>
            </a:pPr>
            <a:r>
              <a:rPr lang="en-US" sz="30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Git is a version control system that helps you keep track of changes in your code or any other files. It’s like a time machine for your work. Git allows you to: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75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0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Track Changes</a:t>
            </a:r>
            <a:endParaRPr lang="en-US" sz="3000" dirty="0">
              <a:solidFill>
                <a:srgbClr val="333333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75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0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Collaborate with Others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75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0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Create Backups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75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0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Work Offline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6EF50-7D06-A7F4-255D-A1A506065653}"/>
              </a:ext>
            </a:extLst>
          </p:cNvPr>
          <p:cNvSpPr txBox="1"/>
          <p:nvPr/>
        </p:nvSpPr>
        <p:spPr>
          <a:xfrm>
            <a:off x="768138" y="737343"/>
            <a:ext cx="6098720" cy="72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84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FB0E13-8418-AFDB-069D-9117996A3A68}"/>
              </a:ext>
            </a:extLst>
          </p:cNvPr>
          <p:cNvSpPr txBox="1"/>
          <p:nvPr/>
        </p:nvSpPr>
        <p:spPr>
          <a:xfrm>
            <a:off x="768138" y="1916983"/>
            <a:ext cx="10298884" cy="373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750"/>
              </a:spcAft>
            </a:pPr>
            <a:r>
              <a:rPr lang="en-US" sz="30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GitHub is a web-based platform that uses Git for version control. It’s like a social network for programmers and a hosting platform for Git repositories. Here’s what you can do with GitHub: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00100" lvl="1" indent="-342900" algn="just">
              <a:spcAft>
                <a:spcPts val="75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0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Store Code in the Cloud</a:t>
            </a:r>
            <a:endParaRPr lang="en-US" sz="3000" dirty="0">
              <a:solidFill>
                <a:srgbClr val="333333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800100" lvl="1" indent="-342900" algn="just">
              <a:spcAft>
                <a:spcPts val="75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0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Collaborate with Others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00100" lvl="1" indent="-342900" algn="just">
              <a:spcAft>
                <a:spcPts val="75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0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Share Your Work</a:t>
            </a:r>
          </a:p>
          <a:p>
            <a:pPr marL="800100" lvl="1" indent="-342900" algn="just">
              <a:spcAft>
                <a:spcPts val="75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00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Issue Tracking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864747-C31C-A40B-9297-623C78FE114E}"/>
              </a:ext>
            </a:extLst>
          </p:cNvPr>
          <p:cNvSpPr txBox="1"/>
          <p:nvPr/>
        </p:nvSpPr>
        <p:spPr>
          <a:xfrm>
            <a:off x="768138" y="737343"/>
            <a:ext cx="6098720" cy="72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375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3015D7-87B3-EB24-46A6-56712FA1C641}"/>
              </a:ext>
            </a:extLst>
          </p:cNvPr>
          <p:cNvSpPr txBox="1"/>
          <p:nvPr/>
        </p:nvSpPr>
        <p:spPr>
          <a:xfrm>
            <a:off x="768138" y="737343"/>
            <a:ext cx="6098720" cy="72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Installing Git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699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0A10BE-2CC8-D4AF-6429-37E25F2CC12E}"/>
              </a:ext>
            </a:extLst>
          </p:cNvPr>
          <p:cNvSpPr txBox="1"/>
          <p:nvPr/>
        </p:nvSpPr>
        <p:spPr>
          <a:xfrm>
            <a:off x="730890" y="683750"/>
            <a:ext cx="6096000" cy="72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RStudio and GitHub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522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94C22E-633E-F69F-9FEC-24AEF1044ABE}"/>
              </a:ext>
            </a:extLst>
          </p:cNvPr>
          <p:cNvSpPr txBox="1"/>
          <p:nvPr/>
        </p:nvSpPr>
        <p:spPr>
          <a:xfrm>
            <a:off x="872455" y="705177"/>
            <a:ext cx="9966121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Things for you to do before next class: </a:t>
            </a:r>
          </a:p>
          <a:p>
            <a:endParaRPr lang="en-US" sz="3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Read the RStudio, Git, &amp; GitHub document.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Install R &amp; RStudio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Install Git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Clone the class repository (under RStudio and GitHub section)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Take the class </a:t>
            </a:r>
            <a:r>
              <a:rPr lang="en-US" sz="30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survey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013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187</Words>
  <Application>Microsoft Office PowerPoint</Application>
  <PresentationFormat>Widescreen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Times New Roman</vt:lpstr>
      <vt:lpstr>Office Theme</vt:lpstr>
      <vt:lpstr>RStudio, Git, &amp; GitHub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RStudio, Git, &amp; GitHub</dc:title>
  <dc:creator>Abdalla Mukhaimer, Widad</dc:creator>
  <cp:lastModifiedBy>Abdalla Mukhaimer, Widad</cp:lastModifiedBy>
  <cp:revision>1</cp:revision>
  <dcterms:created xsi:type="dcterms:W3CDTF">2024-08-25T23:53:23Z</dcterms:created>
  <dcterms:modified xsi:type="dcterms:W3CDTF">2024-08-26T00:31:37Z</dcterms:modified>
</cp:coreProperties>
</file>