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5" r:id="rId3"/>
    <p:sldId id="326" r:id="rId4"/>
    <p:sldId id="339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EF3872-02C1-419B-9A3D-1F0F8CF3B24B}" v="27" dt="2024-12-02T04:50:42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0EEC1B31-6EA1-499B-8796-0A61D9DC3041}"/>
    <pc:docChg chg="undo redo custSel addSld delSld modSld">
      <pc:chgData name="Abdalla Mukhaimer, Widad" userId="eed79641-8d75-4c66-a669-438ad56aff06" providerId="ADAL" clId="{0EEC1B31-6EA1-499B-8796-0A61D9DC3041}" dt="2024-11-22T07:51:22.725" v="304" actId="47"/>
      <pc:docMkLst>
        <pc:docMk/>
      </pc:docMkLst>
      <pc:sldChg chg="modSp mod">
        <pc:chgData name="Abdalla Mukhaimer, Widad" userId="eed79641-8d75-4c66-a669-438ad56aff06" providerId="ADAL" clId="{0EEC1B31-6EA1-499B-8796-0A61D9DC3041}" dt="2024-11-22T07:34:16.452" v="29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0EEC1B31-6EA1-499B-8796-0A61D9DC3041}" dt="2024-11-22T07:34:16.452" v="29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3582378336" sldId="292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484782567" sldId="293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2036121130" sldId="294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964176475" sldId="295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3837546798" sldId="296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805035487" sldId="297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667614113" sldId="298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1697096242" sldId="299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2812773127" sldId="300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4075854152" sldId="301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548971976" sldId="302"/>
        </pc:sldMkLst>
      </pc:sldChg>
      <pc:sldChg chg="del">
        <pc:chgData name="Abdalla Mukhaimer, Widad" userId="eed79641-8d75-4c66-a669-438ad56aff06" providerId="ADAL" clId="{0EEC1B31-6EA1-499B-8796-0A61D9DC3041}" dt="2024-11-22T07:34:24.930" v="30" actId="47"/>
        <pc:sldMkLst>
          <pc:docMk/>
          <pc:sldMk cId="593044576" sldId="303"/>
        </pc:sldMkLst>
      </pc:sldChg>
      <pc:sldChg chg="addSp modSp mod">
        <pc:chgData name="Abdalla Mukhaimer, Widad" userId="eed79641-8d75-4c66-a669-438ad56aff06" providerId="ADAL" clId="{0EEC1B31-6EA1-499B-8796-0A61D9DC3041}" dt="2024-11-22T07:41:18.640" v="126" actId="2710"/>
        <pc:sldMkLst>
          <pc:docMk/>
          <pc:sldMk cId="1829655451" sldId="304"/>
        </pc:sldMkLst>
        <pc:spChg chg="add mod">
          <ac:chgData name="Abdalla Mukhaimer, Widad" userId="eed79641-8d75-4c66-a669-438ad56aff06" providerId="ADAL" clId="{0EEC1B31-6EA1-499B-8796-0A61D9DC3041}" dt="2024-11-22T07:41:18.640" v="126" actId="2710"/>
          <ac:spMkLst>
            <pc:docMk/>
            <pc:sldMk cId="1829655451" sldId="304"/>
            <ac:spMk id="3" creationId="{3AA0CA2A-0CA6-DFFC-8FF6-FE3BCC875149}"/>
          </ac:spMkLst>
        </pc:spChg>
      </pc:sldChg>
      <pc:sldChg chg="addSp modSp add mod">
        <pc:chgData name="Abdalla Mukhaimer, Widad" userId="eed79641-8d75-4c66-a669-438ad56aff06" providerId="ADAL" clId="{0EEC1B31-6EA1-499B-8796-0A61D9DC3041}" dt="2024-11-22T07:41:34.366" v="134" actId="1076"/>
        <pc:sldMkLst>
          <pc:docMk/>
          <pc:sldMk cId="2067137686" sldId="305"/>
        </pc:sldMkLst>
        <pc:picChg chg="add mod">
          <ac:chgData name="Abdalla Mukhaimer, Widad" userId="eed79641-8d75-4c66-a669-438ad56aff06" providerId="ADAL" clId="{0EEC1B31-6EA1-499B-8796-0A61D9DC3041}" dt="2024-11-22T07:41:34.366" v="134" actId="1076"/>
          <ac:picMkLst>
            <pc:docMk/>
            <pc:sldMk cId="2067137686" sldId="305"/>
            <ac:picMk id="3" creationId="{F0DBDD5C-3B0C-237D-B996-822B507AE703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1:55.515" v="142" actId="1076"/>
        <pc:sldMkLst>
          <pc:docMk/>
          <pc:sldMk cId="1665463979" sldId="306"/>
        </pc:sldMkLst>
        <pc:spChg chg="add mod">
          <ac:chgData name="Abdalla Mukhaimer, Widad" userId="eed79641-8d75-4c66-a669-438ad56aff06" providerId="ADAL" clId="{0EEC1B31-6EA1-499B-8796-0A61D9DC3041}" dt="2024-11-22T07:41:55.515" v="142" actId="1076"/>
          <ac:spMkLst>
            <pc:docMk/>
            <pc:sldMk cId="1665463979" sldId="306"/>
            <ac:spMk id="3" creationId="{375B5D95-5D4D-4032-FCEC-1089A2CC9FD1}"/>
          </ac:spMkLst>
        </pc:spChg>
        <pc:picChg chg="add mod">
          <ac:chgData name="Abdalla Mukhaimer, Widad" userId="eed79641-8d75-4c66-a669-438ad56aff06" providerId="ADAL" clId="{0EEC1B31-6EA1-499B-8796-0A61D9DC3041}" dt="2024-11-22T07:41:52.215" v="141" actId="1076"/>
          <ac:picMkLst>
            <pc:docMk/>
            <pc:sldMk cId="1665463979" sldId="306"/>
            <ac:picMk id="4" creationId="{5F45464B-BB65-5EE0-7737-08DE62E593FC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2:03.968" v="144" actId="1076"/>
        <pc:sldMkLst>
          <pc:docMk/>
          <pc:sldMk cId="2601494979" sldId="307"/>
        </pc:sldMkLst>
        <pc:spChg chg="add mod">
          <ac:chgData name="Abdalla Mukhaimer, Widad" userId="eed79641-8d75-4c66-a669-438ad56aff06" providerId="ADAL" clId="{0EEC1B31-6EA1-499B-8796-0A61D9DC3041}" dt="2024-11-22T07:42:03.968" v="144" actId="1076"/>
          <ac:spMkLst>
            <pc:docMk/>
            <pc:sldMk cId="2601494979" sldId="307"/>
            <ac:spMk id="4" creationId="{9D86E9C8-7846-C6E7-5661-2F6E11408CCA}"/>
          </ac:spMkLst>
        </pc:spChg>
        <pc:picChg chg="add del mod">
          <ac:chgData name="Abdalla Mukhaimer, Widad" userId="eed79641-8d75-4c66-a669-438ad56aff06" providerId="ADAL" clId="{0EEC1B31-6EA1-499B-8796-0A61D9DC3041}" dt="2024-11-22T07:36:36.294" v="60" actId="478"/>
          <ac:picMkLst>
            <pc:docMk/>
            <pc:sldMk cId="2601494979" sldId="307"/>
            <ac:picMk id="2" creationId="{42AFE5BB-A11C-3859-2834-EBFFDF6B8102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3:27.973" v="166" actId="1076"/>
        <pc:sldMkLst>
          <pc:docMk/>
          <pc:sldMk cId="758595871" sldId="308"/>
        </pc:sldMkLst>
        <pc:spChg chg="add mod">
          <ac:chgData name="Abdalla Mukhaimer, Widad" userId="eed79641-8d75-4c66-a669-438ad56aff06" providerId="ADAL" clId="{0EEC1B31-6EA1-499B-8796-0A61D9DC3041}" dt="2024-11-22T07:43:10.999" v="162" actId="255"/>
          <ac:spMkLst>
            <pc:docMk/>
            <pc:sldMk cId="758595871" sldId="308"/>
            <ac:spMk id="4" creationId="{509DDCE0-3F32-E7BF-0D1D-2CFB5A515624}"/>
          </ac:spMkLst>
        </pc:spChg>
        <pc:picChg chg="add mod">
          <ac:chgData name="Abdalla Mukhaimer, Widad" userId="eed79641-8d75-4c66-a669-438ad56aff06" providerId="ADAL" clId="{0EEC1B31-6EA1-499B-8796-0A61D9DC3041}" dt="2024-11-22T07:43:27.973" v="166" actId="1076"/>
          <ac:picMkLst>
            <pc:docMk/>
            <pc:sldMk cId="758595871" sldId="308"/>
            <ac:picMk id="2" creationId="{9D9EB081-625D-8B44-3BEE-FA24068CD05C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3:50.215" v="173" actId="1076"/>
        <pc:sldMkLst>
          <pc:docMk/>
          <pc:sldMk cId="3122493143" sldId="309"/>
        </pc:sldMkLst>
        <pc:spChg chg="add mod">
          <ac:chgData name="Abdalla Mukhaimer, Widad" userId="eed79641-8d75-4c66-a669-438ad56aff06" providerId="ADAL" clId="{0EEC1B31-6EA1-499B-8796-0A61D9DC3041}" dt="2024-11-22T07:43:45.360" v="170" actId="14100"/>
          <ac:spMkLst>
            <pc:docMk/>
            <pc:sldMk cId="3122493143" sldId="309"/>
            <ac:spMk id="4" creationId="{5616EB3B-A4C8-D1AB-1FD4-33C2CA038EA6}"/>
          </ac:spMkLst>
        </pc:spChg>
        <pc:picChg chg="add mod">
          <ac:chgData name="Abdalla Mukhaimer, Widad" userId="eed79641-8d75-4c66-a669-438ad56aff06" providerId="ADAL" clId="{0EEC1B31-6EA1-499B-8796-0A61D9DC3041}" dt="2024-11-22T07:43:50.215" v="173" actId="1076"/>
          <ac:picMkLst>
            <pc:docMk/>
            <pc:sldMk cId="3122493143" sldId="309"/>
            <ac:picMk id="2" creationId="{5E2E4512-31AE-D8D6-1625-F58D04F7D11D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4:14.870" v="181" actId="1076"/>
        <pc:sldMkLst>
          <pc:docMk/>
          <pc:sldMk cId="3665015453" sldId="310"/>
        </pc:sldMkLst>
        <pc:spChg chg="add mod">
          <ac:chgData name="Abdalla Mukhaimer, Widad" userId="eed79641-8d75-4c66-a669-438ad56aff06" providerId="ADAL" clId="{0EEC1B31-6EA1-499B-8796-0A61D9DC3041}" dt="2024-11-22T07:44:07.158" v="176" actId="14100"/>
          <ac:spMkLst>
            <pc:docMk/>
            <pc:sldMk cId="3665015453" sldId="310"/>
            <ac:spMk id="4" creationId="{64ABC08E-9F7C-232C-4DFE-14FB4FEB45AE}"/>
          </ac:spMkLst>
        </pc:spChg>
        <pc:picChg chg="add mod">
          <ac:chgData name="Abdalla Mukhaimer, Widad" userId="eed79641-8d75-4c66-a669-438ad56aff06" providerId="ADAL" clId="{0EEC1B31-6EA1-499B-8796-0A61D9DC3041}" dt="2024-11-22T07:44:14.870" v="181" actId="1076"/>
          <ac:picMkLst>
            <pc:docMk/>
            <pc:sldMk cId="3665015453" sldId="310"/>
            <ac:picMk id="2" creationId="{B6955B74-B074-F837-85B7-B771F3A06A16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4:49.906" v="188" actId="1076"/>
        <pc:sldMkLst>
          <pc:docMk/>
          <pc:sldMk cId="3366116291" sldId="311"/>
        </pc:sldMkLst>
        <pc:spChg chg="add mod">
          <ac:chgData name="Abdalla Mukhaimer, Widad" userId="eed79641-8d75-4c66-a669-438ad56aff06" providerId="ADAL" clId="{0EEC1B31-6EA1-499B-8796-0A61D9DC3041}" dt="2024-11-22T07:44:43.040" v="184" actId="14100"/>
          <ac:spMkLst>
            <pc:docMk/>
            <pc:sldMk cId="3366116291" sldId="311"/>
            <ac:spMk id="4" creationId="{F0B7C3F1-2AED-31F3-B471-8158734BC1F3}"/>
          </ac:spMkLst>
        </pc:spChg>
        <pc:picChg chg="add mod">
          <ac:chgData name="Abdalla Mukhaimer, Widad" userId="eed79641-8d75-4c66-a669-438ad56aff06" providerId="ADAL" clId="{0EEC1B31-6EA1-499B-8796-0A61D9DC3041}" dt="2024-11-22T07:44:49.906" v="188" actId="1076"/>
          <ac:picMkLst>
            <pc:docMk/>
            <pc:sldMk cId="3366116291" sldId="311"/>
            <ac:picMk id="2" creationId="{E1D169F0-1E15-D548-311E-89C823D85E4F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08.761" v="198" actId="1076"/>
        <pc:sldMkLst>
          <pc:docMk/>
          <pc:sldMk cId="1155657700" sldId="312"/>
        </pc:sldMkLst>
        <pc:spChg chg="add mod">
          <ac:chgData name="Abdalla Mukhaimer, Widad" userId="eed79641-8d75-4c66-a669-438ad56aff06" providerId="ADAL" clId="{0EEC1B31-6EA1-499B-8796-0A61D9DC3041}" dt="2024-11-22T07:44:59.533" v="191" actId="14100"/>
          <ac:spMkLst>
            <pc:docMk/>
            <pc:sldMk cId="1155657700" sldId="312"/>
            <ac:spMk id="4" creationId="{26D21071-920F-D902-4DE6-D685BFD496DB}"/>
          </ac:spMkLst>
        </pc:spChg>
        <pc:picChg chg="add mod">
          <ac:chgData name="Abdalla Mukhaimer, Widad" userId="eed79641-8d75-4c66-a669-438ad56aff06" providerId="ADAL" clId="{0EEC1B31-6EA1-499B-8796-0A61D9DC3041}" dt="2024-11-22T07:45:08.761" v="198" actId="1076"/>
          <ac:picMkLst>
            <pc:docMk/>
            <pc:sldMk cId="1155657700" sldId="312"/>
            <ac:picMk id="2" creationId="{513C577A-9350-7CA7-B7B7-F70FDBFB5240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22.244" v="202" actId="1076"/>
        <pc:sldMkLst>
          <pc:docMk/>
          <pc:sldMk cId="1132476670" sldId="313"/>
        </pc:sldMkLst>
        <pc:spChg chg="add mod">
          <ac:chgData name="Abdalla Mukhaimer, Widad" userId="eed79641-8d75-4c66-a669-438ad56aff06" providerId="ADAL" clId="{0EEC1B31-6EA1-499B-8796-0A61D9DC3041}" dt="2024-11-22T07:45:22.244" v="202" actId="1076"/>
          <ac:spMkLst>
            <pc:docMk/>
            <pc:sldMk cId="1132476670" sldId="313"/>
            <ac:spMk id="3" creationId="{2E0338EC-099F-82B0-5A8D-1FE7C83DE61F}"/>
          </ac:spMkLst>
        </pc:spChg>
        <pc:picChg chg="add mod">
          <ac:chgData name="Abdalla Mukhaimer, Widad" userId="eed79641-8d75-4c66-a669-438ad56aff06" providerId="ADAL" clId="{0EEC1B31-6EA1-499B-8796-0A61D9DC3041}" dt="2024-11-22T07:45:15.396" v="200" actId="1076"/>
          <ac:picMkLst>
            <pc:docMk/>
            <pc:sldMk cId="1132476670" sldId="313"/>
            <ac:picMk id="4" creationId="{6579DC0A-7AA0-07FD-FDB4-5D72D22D552C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5:36.754" v="208" actId="1076"/>
        <pc:sldMkLst>
          <pc:docMk/>
          <pc:sldMk cId="894309510" sldId="314"/>
        </pc:sldMkLst>
        <pc:spChg chg="add mod">
          <ac:chgData name="Abdalla Mukhaimer, Widad" userId="eed79641-8d75-4c66-a669-438ad56aff06" providerId="ADAL" clId="{0EEC1B31-6EA1-499B-8796-0A61D9DC3041}" dt="2024-11-22T07:45:31.869" v="205" actId="14100"/>
          <ac:spMkLst>
            <pc:docMk/>
            <pc:sldMk cId="894309510" sldId="314"/>
            <ac:spMk id="4" creationId="{392BB4D2-A165-A5CC-E281-0EBC996BB6C2}"/>
          </ac:spMkLst>
        </pc:spChg>
        <pc:picChg chg="add mod">
          <ac:chgData name="Abdalla Mukhaimer, Widad" userId="eed79641-8d75-4c66-a669-438ad56aff06" providerId="ADAL" clId="{0EEC1B31-6EA1-499B-8796-0A61D9DC3041}" dt="2024-11-22T07:45:36.754" v="208" actId="1076"/>
          <ac:picMkLst>
            <pc:docMk/>
            <pc:sldMk cId="894309510" sldId="314"/>
            <ac:picMk id="2" creationId="{17E19A22-AE53-9ABE-C3DB-96D014F87C8F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6:51.511" v="219" actId="14100"/>
        <pc:sldMkLst>
          <pc:docMk/>
          <pc:sldMk cId="3279899016" sldId="315"/>
        </pc:sldMkLst>
        <pc:spChg chg="add del mod ord">
          <ac:chgData name="Abdalla Mukhaimer, Widad" userId="eed79641-8d75-4c66-a669-438ad56aff06" providerId="ADAL" clId="{0EEC1B31-6EA1-499B-8796-0A61D9DC3041}" dt="2024-11-22T07:46:38.187" v="215" actId="167"/>
          <ac:spMkLst>
            <pc:docMk/>
            <pc:sldMk cId="3279899016" sldId="315"/>
            <ac:spMk id="4" creationId="{352EA93B-242B-3959-ABD6-243CE0B85425}"/>
          </ac:spMkLst>
        </pc:spChg>
        <pc:picChg chg="add mod">
          <ac:chgData name="Abdalla Mukhaimer, Widad" userId="eed79641-8d75-4c66-a669-438ad56aff06" providerId="ADAL" clId="{0EEC1B31-6EA1-499B-8796-0A61D9DC3041}" dt="2024-11-22T07:46:51.511" v="219" actId="14100"/>
          <ac:picMkLst>
            <pc:docMk/>
            <pc:sldMk cId="3279899016" sldId="315"/>
            <ac:picMk id="2" creationId="{FB979F40-8049-534C-C5B5-41045DE992A8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7:48.621" v="238" actId="1076"/>
        <pc:sldMkLst>
          <pc:docMk/>
          <pc:sldMk cId="1621354024" sldId="316"/>
        </pc:sldMkLst>
        <pc:spChg chg="add mod">
          <ac:chgData name="Abdalla Mukhaimer, Widad" userId="eed79641-8d75-4c66-a669-438ad56aff06" providerId="ADAL" clId="{0EEC1B31-6EA1-499B-8796-0A61D9DC3041}" dt="2024-11-22T07:47:43.878" v="235" actId="1076"/>
          <ac:spMkLst>
            <pc:docMk/>
            <pc:sldMk cId="1621354024" sldId="316"/>
            <ac:spMk id="4" creationId="{0549C31F-310F-EBE1-A6C6-1424C9049E73}"/>
          </ac:spMkLst>
        </pc:spChg>
        <pc:picChg chg="add mod">
          <ac:chgData name="Abdalla Mukhaimer, Widad" userId="eed79641-8d75-4c66-a669-438ad56aff06" providerId="ADAL" clId="{0EEC1B31-6EA1-499B-8796-0A61D9DC3041}" dt="2024-11-22T07:47:48.621" v="238" actId="1076"/>
          <ac:picMkLst>
            <pc:docMk/>
            <pc:sldMk cId="1621354024" sldId="316"/>
            <ac:picMk id="2" creationId="{326F0EED-471B-CC57-1349-F11046DA26A0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48:06.135" v="240" actId="1076"/>
        <pc:sldMkLst>
          <pc:docMk/>
          <pc:sldMk cId="3250260127" sldId="317"/>
        </pc:sldMkLst>
        <pc:spChg chg="add mod">
          <ac:chgData name="Abdalla Mukhaimer, Widad" userId="eed79641-8d75-4c66-a669-438ad56aff06" providerId="ADAL" clId="{0EEC1B31-6EA1-499B-8796-0A61D9DC3041}" dt="2024-11-22T07:48:06.135" v="240" actId="1076"/>
          <ac:spMkLst>
            <pc:docMk/>
            <pc:sldMk cId="3250260127" sldId="317"/>
            <ac:spMk id="4" creationId="{83395AE6-2FED-9093-995D-DB60966C8AD4}"/>
          </ac:spMkLst>
        </pc:spChg>
        <pc:picChg chg="add del mod">
          <ac:chgData name="Abdalla Mukhaimer, Widad" userId="eed79641-8d75-4c66-a669-438ad56aff06" providerId="ADAL" clId="{0EEC1B31-6EA1-499B-8796-0A61D9DC3041}" dt="2024-11-22T07:39:08.952" v="95" actId="478"/>
          <ac:picMkLst>
            <pc:docMk/>
            <pc:sldMk cId="3250260127" sldId="317"/>
            <ac:picMk id="2" creationId="{C0D17E0F-0805-B3C0-B03C-3B7CAF5DBFA2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8:50.947" v="256" actId="1076"/>
        <pc:sldMkLst>
          <pc:docMk/>
          <pc:sldMk cId="1921509192" sldId="318"/>
        </pc:sldMkLst>
        <pc:spChg chg="add mod">
          <ac:chgData name="Abdalla Mukhaimer, Widad" userId="eed79641-8d75-4c66-a669-438ad56aff06" providerId="ADAL" clId="{0EEC1B31-6EA1-499B-8796-0A61D9DC3041}" dt="2024-11-22T07:48:45.490" v="252" actId="14100"/>
          <ac:spMkLst>
            <pc:docMk/>
            <pc:sldMk cId="1921509192" sldId="318"/>
            <ac:spMk id="4" creationId="{37B085ED-935A-BCCE-2655-3B5839BA1936}"/>
          </ac:spMkLst>
        </pc:spChg>
        <pc:picChg chg="add mod">
          <ac:chgData name="Abdalla Mukhaimer, Widad" userId="eed79641-8d75-4c66-a669-438ad56aff06" providerId="ADAL" clId="{0EEC1B31-6EA1-499B-8796-0A61D9DC3041}" dt="2024-11-22T07:48:50.947" v="256" actId="1076"/>
          <ac:picMkLst>
            <pc:docMk/>
            <pc:sldMk cId="1921509192" sldId="318"/>
            <ac:picMk id="2" creationId="{0525CE6B-C03D-47AA-626F-A0022C596BE0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9:17.832" v="269" actId="1076"/>
        <pc:sldMkLst>
          <pc:docMk/>
          <pc:sldMk cId="2088231010" sldId="319"/>
        </pc:sldMkLst>
        <pc:spChg chg="add mod">
          <ac:chgData name="Abdalla Mukhaimer, Widad" userId="eed79641-8d75-4c66-a669-438ad56aff06" providerId="ADAL" clId="{0EEC1B31-6EA1-499B-8796-0A61D9DC3041}" dt="2024-11-22T07:49:03.774" v="260" actId="14100"/>
          <ac:spMkLst>
            <pc:docMk/>
            <pc:sldMk cId="2088231010" sldId="319"/>
            <ac:spMk id="4" creationId="{7E37A1C6-63A4-7AE5-0FED-2293B6FD29EA}"/>
          </ac:spMkLst>
        </pc:spChg>
        <pc:picChg chg="add mod">
          <ac:chgData name="Abdalla Mukhaimer, Widad" userId="eed79641-8d75-4c66-a669-438ad56aff06" providerId="ADAL" clId="{0EEC1B31-6EA1-499B-8796-0A61D9DC3041}" dt="2024-11-22T07:49:17.832" v="269" actId="1076"/>
          <ac:picMkLst>
            <pc:docMk/>
            <pc:sldMk cId="2088231010" sldId="319"/>
            <ac:picMk id="2" creationId="{054DA042-2C67-51A5-DA24-FDF028EE9445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49:34.414" v="276" actId="1076"/>
        <pc:sldMkLst>
          <pc:docMk/>
          <pc:sldMk cId="624010047" sldId="320"/>
        </pc:sldMkLst>
        <pc:spChg chg="add mod">
          <ac:chgData name="Abdalla Mukhaimer, Widad" userId="eed79641-8d75-4c66-a669-438ad56aff06" providerId="ADAL" clId="{0EEC1B31-6EA1-499B-8796-0A61D9DC3041}" dt="2024-11-22T07:49:34.414" v="276" actId="1076"/>
          <ac:spMkLst>
            <pc:docMk/>
            <pc:sldMk cId="624010047" sldId="320"/>
            <ac:spMk id="4" creationId="{F11DEFB7-DD58-02C5-9309-2F9102619E51}"/>
          </ac:spMkLst>
        </pc:spChg>
        <pc:picChg chg="add mod">
          <ac:chgData name="Abdalla Mukhaimer, Widad" userId="eed79641-8d75-4c66-a669-438ad56aff06" providerId="ADAL" clId="{0EEC1B31-6EA1-499B-8796-0A61D9DC3041}" dt="2024-11-22T07:49:27.854" v="274" actId="1076"/>
          <ac:picMkLst>
            <pc:docMk/>
            <pc:sldMk cId="624010047" sldId="320"/>
            <ac:picMk id="2" creationId="{0F79D849-C1AC-A2CD-DEDA-4DCF40F6CD0B}"/>
          </ac:picMkLst>
        </pc:picChg>
      </pc:sldChg>
      <pc:sldChg chg="addSp delSp modSp add mod">
        <pc:chgData name="Abdalla Mukhaimer, Widad" userId="eed79641-8d75-4c66-a669-438ad56aff06" providerId="ADAL" clId="{0EEC1B31-6EA1-499B-8796-0A61D9DC3041}" dt="2024-11-22T07:50:34.743" v="293" actId="1076"/>
        <pc:sldMkLst>
          <pc:docMk/>
          <pc:sldMk cId="3857908509" sldId="321"/>
        </pc:sldMkLst>
        <pc:spChg chg="add mod ord">
          <ac:chgData name="Abdalla Mukhaimer, Widad" userId="eed79641-8d75-4c66-a669-438ad56aff06" providerId="ADAL" clId="{0EEC1B31-6EA1-499B-8796-0A61D9DC3041}" dt="2024-11-22T07:50:34.743" v="293" actId="1076"/>
          <ac:spMkLst>
            <pc:docMk/>
            <pc:sldMk cId="3857908509" sldId="321"/>
            <ac:spMk id="4" creationId="{C680A148-1B0C-1BF0-CCF7-E1438CFC8A36}"/>
          </ac:spMkLst>
        </pc:spChg>
        <pc:picChg chg="add del mod">
          <ac:chgData name="Abdalla Mukhaimer, Widad" userId="eed79641-8d75-4c66-a669-438ad56aff06" providerId="ADAL" clId="{0EEC1B31-6EA1-499B-8796-0A61D9DC3041}" dt="2024-11-22T07:50:27.163" v="290" actId="478"/>
          <ac:picMkLst>
            <pc:docMk/>
            <pc:sldMk cId="3857908509" sldId="321"/>
            <ac:picMk id="2" creationId="{27A7DFDB-5D03-A698-BFFB-DFB969B3A2B1}"/>
          </ac:picMkLst>
        </pc:picChg>
      </pc:sldChg>
      <pc:sldChg chg="addSp modSp add mod">
        <pc:chgData name="Abdalla Mukhaimer, Widad" userId="eed79641-8d75-4c66-a669-438ad56aff06" providerId="ADAL" clId="{0EEC1B31-6EA1-499B-8796-0A61D9DC3041}" dt="2024-11-22T07:51:13.481" v="303" actId="255"/>
        <pc:sldMkLst>
          <pc:docMk/>
          <pc:sldMk cId="570646333" sldId="322"/>
        </pc:sldMkLst>
        <pc:spChg chg="add mod">
          <ac:chgData name="Abdalla Mukhaimer, Widad" userId="eed79641-8d75-4c66-a669-438ad56aff06" providerId="ADAL" clId="{0EEC1B31-6EA1-499B-8796-0A61D9DC3041}" dt="2024-11-22T07:51:13.481" v="303" actId="255"/>
          <ac:spMkLst>
            <pc:docMk/>
            <pc:sldMk cId="570646333" sldId="322"/>
            <ac:spMk id="3" creationId="{0789A991-1752-F425-D8E5-ACB3E6AF9579}"/>
          </ac:spMkLst>
        </pc:spChg>
      </pc:sldChg>
      <pc:sldChg chg="modSp add mod">
        <pc:chgData name="Abdalla Mukhaimer, Widad" userId="eed79641-8d75-4c66-a669-438ad56aff06" providerId="ADAL" clId="{0EEC1B31-6EA1-499B-8796-0A61D9DC3041}" dt="2024-11-22T07:42:44.745" v="157" actId="1076"/>
        <pc:sldMkLst>
          <pc:docMk/>
          <pc:sldMk cId="1947668842" sldId="323"/>
        </pc:sldMkLst>
        <pc:spChg chg="mod">
          <ac:chgData name="Abdalla Mukhaimer, Widad" userId="eed79641-8d75-4c66-a669-438ad56aff06" providerId="ADAL" clId="{0EEC1B31-6EA1-499B-8796-0A61D9DC3041}" dt="2024-11-22T07:42:32.791" v="152" actId="255"/>
          <ac:spMkLst>
            <pc:docMk/>
            <pc:sldMk cId="1947668842" sldId="323"/>
            <ac:spMk id="4" creationId="{9D86E9C8-7846-C6E7-5661-2F6E11408CCA}"/>
          </ac:spMkLst>
        </pc:spChg>
        <pc:picChg chg="mod">
          <ac:chgData name="Abdalla Mukhaimer, Widad" userId="eed79641-8d75-4c66-a669-438ad56aff06" providerId="ADAL" clId="{0EEC1B31-6EA1-499B-8796-0A61D9DC3041}" dt="2024-11-22T07:42:44.745" v="157" actId="1076"/>
          <ac:picMkLst>
            <pc:docMk/>
            <pc:sldMk cId="1947668842" sldId="323"/>
            <ac:picMk id="2" creationId="{42AFE5BB-A11C-3859-2834-EBFFDF6B8102}"/>
          </ac:picMkLst>
        </pc:picChg>
      </pc:sldChg>
      <pc:sldChg chg="modSp add mod">
        <pc:chgData name="Abdalla Mukhaimer, Widad" userId="eed79641-8d75-4c66-a669-438ad56aff06" providerId="ADAL" clId="{0EEC1B31-6EA1-499B-8796-0A61D9DC3041}" dt="2024-11-22T07:48:27.723" v="248" actId="1076"/>
        <pc:sldMkLst>
          <pc:docMk/>
          <pc:sldMk cId="1086270051" sldId="324"/>
        </pc:sldMkLst>
        <pc:spChg chg="mod">
          <ac:chgData name="Abdalla Mukhaimer, Widad" userId="eed79641-8d75-4c66-a669-438ad56aff06" providerId="ADAL" clId="{0EEC1B31-6EA1-499B-8796-0A61D9DC3041}" dt="2024-11-22T07:48:22.765" v="244" actId="14100"/>
          <ac:spMkLst>
            <pc:docMk/>
            <pc:sldMk cId="1086270051" sldId="324"/>
            <ac:spMk id="4" creationId="{83395AE6-2FED-9093-995D-DB60966C8AD4}"/>
          </ac:spMkLst>
        </pc:spChg>
        <pc:picChg chg="mod">
          <ac:chgData name="Abdalla Mukhaimer, Widad" userId="eed79641-8d75-4c66-a669-438ad56aff06" providerId="ADAL" clId="{0EEC1B31-6EA1-499B-8796-0A61D9DC3041}" dt="2024-11-22T07:48:27.723" v="248" actId="1076"/>
          <ac:picMkLst>
            <pc:docMk/>
            <pc:sldMk cId="1086270051" sldId="324"/>
            <ac:picMk id="2" creationId="{C0D17E0F-0805-B3C0-B03C-3B7CAF5DBFA2}"/>
          </ac:picMkLst>
        </pc:picChg>
      </pc:sldChg>
      <pc:sldChg chg="add">
        <pc:chgData name="Abdalla Mukhaimer, Widad" userId="eed79641-8d75-4c66-a669-438ad56aff06" providerId="ADAL" clId="{0EEC1B31-6EA1-499B-8796-0A61D9DC3041}" dt="2024-11-22T07:40:13.948" v="107"/>
        <pc:sldMkLst>
          <pc:docMk/>
          <pc:sldMk cId="2195951705" sldId="325"/>
        </pc:sldMkLst>
      </pc:sldChg>
      <pc:sldChg chg="add del">
        <pc:chgData name="Abdalla Mukhaimer, Widad" userId="eed79641-8d75-4c66-a669-438ad56aff06" providerId="ADAL" clId="{0EEC1B31-6EA1-499B-8796-0A61D9DC3041}" dt="2024-11-22T07:51:22.725" v="304" actId="47"/>
        <pc:sldMkLst>
          <pc:docMk/>
          <pc:sldMk cId="1388013446" sldId="326"/>
        </pc:sldMkLst>
      </pc:sldChg>
      <pc:sldChg chg="addSp delSp modSp add mod">
        <pc:chgData name="Abdalla Mukhaimer, Widad" userId="eed79641-8d75-4c66-a669-438ad56aff06" providerId="ADAL" clId="{0EEC1B31-6EA1-499B-8796-0A61D9DC3041}" dt="2024-11-22T07:47:19.071" v="229"/>
        <pc:sldMkLst>
          <pc:docMk/>
          <pc:sldMk cId="1005967621" sldId="327"/>
        </pc:sldMkLst>
        <pc:spChg chg="mod">
          <ac:chgData name="Abdalla Mukhaimer, Widad" userId="eed79641-8d75-4c66-a669-438ad56aff06" providerId="ADAL" clId="{0EEC1B31-6EA1-499B-8796-0A61D9DC3041}" dt="2024-11-22T07:47:06.770" v="224" actId="1076"/>
          <ac:spMkLst>
            <pc:docMk/>
            <pc:sldMk cId="1005967621" sldId="327"/>
            <ac:spMk id="4" creationId="{352EA93B-242B-3959-ABD6-243CE0B85425}"/>
          </ac:spMkLst>
        </pc:spChg>
        <pc:picChg chg="del mod">
          <ac:chgData name="Abdalla Mukhaimer, Widad" userId="eed79641-8d75-4c66-a669-438ad56aff06" providerId="ADAL" clId="{0EEC1B31-6EA1-499B-8796-0A61D9DC3041}" dt="2024-11-22T07:47:18.708" v="228" actId="478"/>
          <ac:picMkLst>
            <pc:docMk/>
            <pc:sldMk cId="1005967621" sldId="327"/>
            <ac:picMk id="2" creationId="{FB979F40-8049-534C-C5B5-41045DE992A8}"/>
          </ac:picMkLst>
        </pc:picChg>
        <pc:picChg chg="add mod">
          <ac:chgData name="Abdalla Mukhaimer, Widad" userId="eed79641-8d75-4c66-a669-438ad56aff06" providerId="ADAL" clId="{0EEC1B31-6EA1-499B-8796-0A61D9DC3041}" dt="2024-11-22T07:47:19.071" v="229"/>
          <ac:picMkLst>
            <pc:docMk/>
            <pc:sldMk cId="1005967621" sldId="327"/>
            <ac:picMk id="3" creationId="{5340431F-9561-6DB2-BBA7-244A199AD757}"/>
          </ac:picMkLst>
        </pc:picChg>
      </pc:sldChg>
      <pc:sldChg chg="delSp modSp add mod">
        <pc:chgData name="Abdalla Mukhaimer, Widad" userId="eed79641-8d75-4c66-a669-438ad56aff06" providerId="ADAL" clId="{0EEC1B31-6EA1-499B-8796-0A61D9DC3041}" dt="2024-11-22T07:50:17.161" v="288" actId="1076"/>
        <pc:sldMkLst>
          <pc:docMk/>
          <pc:sldMk cId="774171943" sldId="328"/>
        </pc:sldMkLst>
        <pc:spChg chg="del mod">
          <ac:chgData name="Abdalla Mukhaimer, Widad" userId="eed79641-8d75-4c66-a669-438ad56aff06" providerId="ADAL" clId="{0EEC1B31-6EA1-499B-8796-0A61D9DC3041}" dt="2024-11-22T07:50:11.676" v="284" actId="478"/>
          <ac:spMkLst>
            <pc:docMk/>
            <pc:sldMk cId="774171943" sldId="328"/>
            <ac:spMk id="4" creationId="{C680A148-1B0C-1BF0-CCF7-E1438CFC8A36}"/>
          </ac:spMkLst>
        </pc:spChg>
        <pc:picChg chg="mod">
          <ac:chgData name="Abdalla Mukhaimer, Widad" userId="eed79641-8d75-4c66-a669-438ad56aff06" providerId="ADAL" clId="{0EEC1B31-6EA1-499B-8796-0A61D9DC3041}" dt="2024-11-22T07:50:17.161" v="288" actId="1076"/>
          <ac:picMkLst>
            <pc:docMk/>
            <pc:sldMk cId="774171943" sldId="328"/>
            <ac:picMk id="2" creationId="{27A7DFDB-5D03-A698-BFFB-DFB969B3A2B1}"/>
          </ac:picMkLst>
        </pc:picChg>
      </pc:sldChg>
    </pc:docChg>
  </pc:docChgLst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954FE35C-B48A-46C1-9B54-C54CE69797C5}"/>
    <pc:docChg chg="addSld delSld modSld">
      <pc:chgData name="Abdalla Mukhaimer, Widad" userId="eed79641-8d75-4c66-a669-438ad56aff06" providerId="ADAL" clId="{954FE35C-B48A-46C1-9B54-C54CE69797C5}" dt="2024-11-04T05:38:43.174" v="154" actId="1076"/>
      <pc:docMkLst>
        <pc:docMk/>
      </pc:docMkLst>
      <pc:sldChg chg="modSp mod">
        <pc:chgData name="Abdalla Mukhaimer, Widad" userId="eed79641-8d75-4c66-a669-438ad56aff06" providerId="ADAL" clId="{954FE35C-B48A-46C1-9B54-C54CE69797C5}" dt="2024-11-04T05:31:29.193" v="42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954FE35C-B48A-46C1-9B54-C54CE69797C5}" dt="2024-11-04T05:31:29.193" v="42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1894374" sldId="25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75865247" sldId="25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62651993" sldId="25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61709715" sldId="26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239263762" sldId="26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27201817" sldId="26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95882795" sldId="26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163957814" sldId="26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216060990" sldId="26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750031031" sldId="26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830348739" sldId="26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881969903" sldId="26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91207392" sldId="269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066293992" sldId="270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177564369" sldId="271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66007693" sldId="272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892102319" sldId="273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228211738" sldId="274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4012608046" sldId="275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306756006" sldId="276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2488140321" sldId="277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1360075112" sldId="278"/>
        </pc:sldMkLst>
      </pc:sldChg>
      <pc:sldChg chg="del">
        <pc:chgData name="Abdalla Mukhaimer, Widad" userId="eed79641-8d75-4c66-a669-438ad56aff06" providerId="ADAL" clId="{954FE35C-B48A-46C1-9B54-C54CE69797C5}" dt="2024-11-04T05:31:02.816" v="0" actId="47"/>
        <pc:sldMkLst>
          <pc:docMk/>
          <pc:sldMk cId="3000386733" sldId="279"/>
        </pc:sldMkLst>
      </pc:sldChg>
      <pc:sldChg chg="addSp modSp mod">
        <pc:chgData name="Abdalla Mukhaimer, Widad" userId="eed79641-8d75-4c66-a669-438ad56aff06" providerId="ADAL" clId="{954FE35C-B48A-46C1-9B54-C54CE69797C5}" dt="2024-11-04T05:34:23.706" v="85" actId="1076"/>
        <pc:sldMkLst>
          <pc:docMk/>
          <pc:sldMk cId="295643100" sldId="280"/>
        </pc:sldMkLst>
        <pc:spChg chg="add mod">
          <ac:chgData name="Abdalla Mukhaimer, Widad" userId="eed79641-8d75-4c66-a669-438ad56aff06" providerId="ADAL" clId="{954FE35C-B48A-46C1-9B54-C54CE69797C5}" dt="2024-11-04T05:34:10.696" v="80" actId="255"/>
          <ac:spMkLst>
            <pc:docMk/>
            <pc:sldMk cId="295643100" sldId="280"/>
            <ac:spMk id="3" creationId="{E46E9180-F865-9314-4734-CF0C00A91894}"/>
          </ac:spMkLst>
        </pc:spChg>
        <pc:picChg chg="add mod">
          <ac:chgData name="Abdalla Mukhaimer, Widad" userId="eed79641-8d75-4c66-a669-438ad56aff06" providerId="ADAL" clId="{954FE35C-B48A-46C1-9B54-C54CE69797C5}" dt="2024-11-04T05:34:23.706" v="85" actId="1076"/>
          <ac:picMkLst>
            <pc:docMk/>
            <pc:sldMk cId="295643100" sldId="280"/>
            <ac:picMk id="4" creationId="{224CC976-5D26-AB64-C7D7-8CBE206AA224}"/>
          </ac:picMkLst>
        </pc:picChg>
      </pc:sldChg>
      <pc:sldChg chg="addSp modSp new mod">
        <pc:chgData name="Abdalla Mukhaimer, Widad" userId="eed79641-8d75-4c66-a669-438ad56aff06" providerId="ADAL" clId="{954FE35C-B48A-46C1-9B54-C54CE69797C5}" dt="2024-11-04T05:34:44.987" v="91" actId="1076"/>
        <pc:sldMkLst>
          <pc:docMk/>
          <pc:sldMk cId="183252368" sldId="281"/>
        </pc:sldMkLst>
        <pc:spChg chg="add mod">
          <ac:chgData name="Abdalla Mukhaimer, Widad" userId="eed79641-8d75-4c66-a669-438ad56aff06" providerId="ADAL" clId="{954FE35C-B48A-46C1-9B54-C54CE69797C5}" dt="2024-11-04T05:34:44.987" v="91" actId="1076"/>
          <ac:spMkLst>
            <pc:docMk/>
            <pc:sldMk cId="183252368" sldId="281"/>
            <ac:spMk id="3" creationId="{5760735E-5E31-37F5-F026-3D43200A9A0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5:14.723" v="98" actId="1076"/>
        <pc:sldMkLst>
          <pc:docMk/>
          <pc:sldMk cId="3992468140" sldId="282"/>
        </pc:sldMkLst>
        <pc:spChg chg="add mod">
          <ac:chgData name="Abdalla Mukhaimer, Widad" userId="eed79641-8d75-4c66-a669-438ad56aff06" providerId="ADAL" clId="{954FE35C-B48A-46C1-9B54-C54CE69797C5}" dt="2024-11-04T05:34:58.399" v="95" actId="1076"/>
          <ac:spMkLst>
            <pc:docMk/>
            <pc:sldMk cId="3992468140" sldId="282"/>
            <ac:spMk id="3" creationId="{523B0163-61D7-C59F-358C-21E8BFE85C43}"/>
          </ac:spMkLst>
        </pc:spChg>
        <pc:picChg chg="add mod">
          <ac:chgData name="Abdalla Mukhaimer, Widad" userId="eed79641-8d75-4c66-a669-438ad56aff06" providerId="ADAL" clId="{954FE35C-B48A-46C1-9B54-C54CE69797C5}" dt="2024-11-04T05:35:14.723" v="98" actId="1076"/>
          <ac:picMkLst>
            <pc:docMk/>
            <pc:sldMk cId="3992468140" sldId="282"/>
            <ac:picMk id="4" creationId="{8AA2D04B-9125-B58F-6C23-8596B58FEA4E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5:40.421" v="108" actId="1076"/>
        <pc:sldMkLst>
          <pc:docMk/>
          <pc:sldMk cId="3676576133" sldId="283"/>
        </pc:sldMkLst>
        <pc:spChg chg="add mod">
          <ac:chgData name="Abdalla Mukhaimer, Widad" userId="eed79641-8d75-4c66-a669-438ad56aff06" providerId="ADAL" clId="{954FE35C-B48A-46C1-9B54-C54CE69797C5}" dt="2024-11-04T05:35:26.624" v="102" actId="14100"/>
          <ac:spMkLst>
            <pc:docMk/>
            <pc:sldMk cId="3676576133" sldId="283"/>
            <ac:spMk id="3" creationId="{776F60FF-889C-F38A-C713-DC3E10C8678D}"/>
          </ac:spMkLst>
        </pc:spChg>
        <pc:picChg chg="add mod">
          <ac:chgData name="Abdalla Mukhaimer, Widad" userId="eed79641-8d75-4c66-a669-438ad56aff06" providerId="ADAL" clId="{954FE35C-B48A-46C1-9B54-C54CE69797C5}" dt="2024-11-04T05:35:40.421" v="108" actId="1076"/>
          <ac:picMkLst>
            <pc:docMk/>
            <pc:sldMk cId="3676576133" sldId="283"/>
            <ac:picMk id="4" creationId="{94F1206D-5ED9-5B18-71C2-35B9A571CE7C}"/>
          </ac:picMkLst>
        </pc:picChg>
      </pc:sldChg>
      <pc:sldChg chg="addSp modSp add mod">
        <pc:chgData name="Abdalla Mukhaimer, Widad" userId="eed79641-8d75-4c66-a669-438ad56aff06" providerId="ADAL" clId="{954FE35C-B48A-46C1-9B54-C54CE69797C5}" dt="2024-11-04T05:36:02.531" v="113" actId="1076"/>
        <pc:sldMkLst>
          <pc:docMk/>
          <pc:sldMk cId="1230786504" sldId="284"/>
        </pc:sldMkLst>
        <pc:spChg chg="add mod">
          <ac:chgData name="Abdalla Mukhaimer, Widad" userId="eed79641-8d75-4c66-a669-438ad56aff06" providerId="ADAL" clId="{954FE35C-B48A-46C1-9B54-C54CE69797C5}" dt="2024-11-04T05:36:02.531" v="113" actId="1076"/>
          <ac:spMkLst>
            <pc:docMk/>
            <pc:sldMk cId="1230786504" sldId="284"/>
            <ac:spMk id="3" creationId="{3F1C1018-FF94-39D7-2B50-ABD4690DD7C1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14.920" v="116" actId="14100"/>
        <pc:sldMkLst>
          <pc:docMk/>
          <pc:sldMk cId="3173877358" sldId="285"/>
        </pc:sldMkLst>
        <pc:spChg chg="add mod">
          <ac:chgData name="Abdalla Mukhaimer, Widad" userId="eed79641-8d75-4c66-a669-438ad56aff06" providerId="ADAL" clId="{954FE35C-B48A-46C1-9B54-C54CE69797C5}" dt="2024-11-04T05:36:14.920" v="116" actId="14100"/>
          <ac:spMkLst>
            <pc:docMk/>
            <pc:sldMk cId="3173877358" sldId="285"/>
            <ac:spMk id="3" creationId="{B7D337F0-D4A7-BD52-E31F-66670566DCC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33.714" v="121" actId="1076"/>
        <pc:sldMkLst>
          <pc:docMk/>
          <pc:sldMk cId="840602954" sldId="286"/>
        </pc:sldMkLst>
        <pc:spChg chg="add mod">
          <ac:chgData name="Abdalla Mukhaimer, Widad" userId="eed79641-8d75-4c66-a669-438ad56aff06" providerId="ADAL" clId="{954FE35C-B48A-46C1-9B54-C54CE69797C5}" dt="2024-11-04T05:36:33.714" v="121" actId="1076"/>
          <ac:spMkLst>
            <pc:docMk/>
            <pc:sldMk cId="840602954" sldId="286"/>
            <ac:spMk id="3" creationId="{787C9059-C8A9-CE4B-3370-17E82F100D9F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6:58.468" v="126" actId="1076"/>
        <pc:sldMkLst>
          <pc:docMk/>
          <pc:sldMk cId="1960936151" sldId="287"/>
        </pc:sldMkLst>
        <pc:spChg chg="add mod">
          <ac:chgData name="Abdalla Mukhaimer, Widad" userId="eed79641-8d75-4c66-a669-438ad56aff06" providerId="ADAL" clId="{954FE35C-B48A-46C1-9B54-C54CE69797C5}" dt="2024-11-04T05:36:58.468" v="126" actId="1076"/>
          <ac:spMkLst>
            <pc:docMk/>
            <pc:sldMk cId="1960936151" sldId="287"/>
            <ac:spMk id="3" creationId="{08F828D4-15D3-0B9A-C9C4-B2B9F688C31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14.533" v="131" actId="20577"/>
        <pc:sldMkLst>
          <pc:docMk/>
          <pc:sldMk cId="97012742" sldId="288"/>
        </pc:sldMkLst>
        <pc:spChg chg="add mod">
          <ac:chgData name="Abdalla Mukhaimer, Widad" userId="eed79641-8d75-4c66-a669-438ad56aff06" providerId="ADAL" clId="{954FE35C-B48A-46C1-9B54-C54CE69797C5}" dt="2024-11-04T05:37:14.533" v="131" actId="20577"/>
          <ac:spMkLst>
            <pc:docMk/>
            <pc:sldMk cId="97012742" sldId="288"/>
            <ac:spMk id="3" creationId="{91DF4C18-9D1E-9A7C-B34F-0E24C511E959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7:30.981" v="135" actId="1076"/>
        <pc:sldMkLst>
          <pc:docMk/>
          <pc:sldMk cId="2881810693" sldId="289"/>
        </pc:sldMkLst>
        <pc:spChg chg="add mod">
          <ac:chgData name="Abdalla Mukhaimer, Widad" userId="eed79641-8d75-4c66-a669-438ad56aff06" providerId="ADAL" clId="{954FE35C-B48A-46C1-9B54-C54CE69797C5}" dt="2024-11-04T05:37:30.981" v="135" actId="1076"/>
          <ac:spMkLst>
            <pc:docMk/>
            <pc:sldMk cId="2881810693" sldId="289"/>
            <ac:spMk id="3" creationId="{A056125C-0CA4-CB85-5004-EE4A9FE85EC5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13.568" v="143" actId="20577"/>
        <pc:sldMkLst>
          <pc:docMk/>
          <pc:sldMk cId="1427871896" sldId="290"/>
        </pc:sldMkLst>
        <pc:spChg chg="add mod">
          <ac:chgData name="Abdalla Mukhaimer, Widad" userId="eed79641-8d75-4c66-a669-438ad56aff06" providerId="ADAL" clId="{954FE35C-B48A-46C1-9B54-C54CE69797C5}" dt="2024-11-04T05:38:13.568" v="143" actId="20577"/>
          <ac:spMkLst>
            <pc:docMk/>
            <pc:sldMk cId="1427871896" sldId="290"/>
            <ac:spMk id="3" creationId="{C6210EA7-5B4F-F55D-BEA2-826BC5B41926}"/>
          </ac:spMkLst>
        </pc:spChg>
      </pc:sldChg>
      <pc:sldChg chg="addSp modSp add mod">
        <pc:chgData name="Abdalla Mukhaimer, Widad" userId="eed79641-8d75-4c66-a669-438ad56aff06" providerId="ADAL" clId="{954FE35C-B48A-46C1-9B54-C54CE69797C5}" dt="2024-11-04T05:38:43.174" v="154" actId="1076"/>
        <pc:sldMkLst>
          <pc:docMk/>
          <pc:sldMk cId="4041240376" sldId="291"/>
        </pc:sldMkLst>
        <pc:spChg chg="add mod">
          <ac:chgData name="Abdalla Mukhaimer, Widad" userId="eed79641-8d75-4c66-a669-438ad56aff06" providerId="ADAL" clId="{954FE35C-B48A-46C1-9B54-C54CE69797C5}" dt="2024-11-04T05:38:43.174" v="154" actId="1076"/>
          <ac:spMkLst>
            <pc:docMk/>
            <pc:sldMk cId="4041240376" sldId="291"/>
            <ac:spMk id="3" creationId="{01466B68-0855-470A-B66F-E3B5AFD8005E}"/>
          </ac:spMkLst>
        </pc:spChg>
        <pc:picChg chg="add mod">
          <ac:chgData name="Abdalla Mukhaimer, Widad" userId="eed79641-8d75-4c66-a669-438ad56aff06" providerId="ADAL" clId="{954FE35C-B48A-46C1-9B54-C54CE69797C5}" dt="2024-11-04T05:38:37.532" v="152" actId="1076"/>
          <ac:picMkLst>
            <pc:docMk/>
            <pc:sldMk cId="4041240376" sldId="291"/>
            <ac:picMk id="4" creationId="{C40E6165-D712-6597-86F8-D1BFC27061F6}"/>
          </ac:picMkLst>
        </pc:picChg>
      </pc:sldChg>
    </pc:docChg>
  </pc:docChgLst>
  <pc:docChgLst>
    <pc:chgData name="Abdalla Mukhaimer, Widad" userId="eed79641-8d75-4c66-a669-438ad56aff06" providerId="ADAL" clId="{1BB8E9B1-EC43-443C-AC18-C5EF5303C6DE}"/>
    <pc:docChg chg="undo custSel addSld delSld modSld">
      <pc:chgData name="Abdalla Mukhaimer, Widad" userId="eed79641-8d75-4c66-a669-438ad56aff06" providerId="ADAL" clId="{1BB8E9B1-EC43-443C-AC18-C5EF5303C6DE}" dt="2024-11-18T12:16:21.633" v="167" actId="47"/>
      <pc:docMkLst>
        <pc:docMk/>
      </pc:docMkLst>
      <pc:sldChg chg="modSp mod">
        <pc:chgData name="Abdalla Mukhaimer, Widad" userId="eed79641-8d75-4c66-a669-438ad56aff06" providerId="ADAL" clId="{1BB8E9B1-EC43-443C-AC18-C5EF5303C6DE}" dt="2024-11-18T12:07:50.917" v="26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1BB8E9B1-EC43-443C-AC18-C5EF5303C6DE}" dt="2024-11-18T12:07:50.917" v="26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820640788" sldId="271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538123124" sldId="279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696604132" sldId="282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835784765" sldId="283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227682707" sldId="284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229502476" sldId="285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1073410153" sldId="286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180435928" sldId="287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687132133" sldId="288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21863016" sldId="289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127603062" sldId="290"/>
        </pc:sldMkLst>
      </pc:sldChg>
      <pc:sldChg chg="del">
        <pc:chgData name="Abdalla Mukhaimer, Widad" userId="eed79641-8d75-4c66-a669-438ad56aff06" providerId="ADAL" clId="{1BB8E9B1-EC43-443C-AC18-C5EF5303C6DE}" dt="2024-11-18T12:07:56.435" v="27" actId="47"/>
        <pc:sldMkLst>
          <pc:docMk/>
          <pc:sldMk cId="3539226381" sldId="291"/>
        </pc:sldMkLst>
      </pc:sldChg>
      <pc:sldChg chg="addSp modSp mod">
        <pc:chgData name="Abdalla Mukhaimer, Widad" userId="eed79641-8d75-4c66-a669-438ad56aff06" providerId="ADAL" clId="{1BB8E9B1-EC43-443C-AC18-C5EF5303C6DE}" dt="2024-11-18T12:11:29.040" v="85" actId="1076"/>
        <pc:sldMkLst>
          <pc:docMk/>
          <pc:sldMk cId="3582378336" sldId="292"/>
        </pc:sldMkLst>
        <pc:spChg chg="add mod">
          <ac:chgData name="Abdalla Mukhaimer, Widad" userId="eed79641-8d75-4c66-a669-438ad56aff06" providerId="ADAL" clId="{1BB8E9B1-EC43-443C-AC18-C5EF5303C6DE}" dt="2024-11-18T12:11:29.040" v="85" actId="1076"/>
          <ac:spMkLst>
            <pc:docMk/>
            <pc:sldMk cId="3582378336" sldId="292"/>
            <ac:spMk id="3" creationId="{17940136-5DD0-ECFB-95EF-4DFC4E517129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1:47.639" v="95" actId="1076"/>
        <pc:sldMkLst>
          <pc:docMk/>
          <pc:sldMk cId="484782567" sldId="293"/>
        </pc:sldMkLst>
        <pc:picChg chg="add mod">
          <ac:chgData name="Abdalla Mukhaimer, Widad" userId="eed79641-8d75-4c66-a669-438ad56aff06" providerId="ADAL" clId="{1BB8E9B1-EC43-443C-AC18-C5EF5303C6DE}" dt="2024-11-18T12:11:42.232" v="93" actId="1076"/>
          <ac:picMkLst>
            <pc:docMk/>
            <pc:sldMk cId="484782567" sldId="293"/>
            <ac:picMk id="2" creationId="{13CEAEAB-677F-B22D-7D81-CD8D47A4A685}"/>
          </ac:picMkLst>
        </pc:picChg>
        <pc:picChg chg="add mod">
          <ac:chgData name="Abdalla Mukhaimer, Widad" userId="eed79641-8d75-4c66-a669-438ad56aff06" providerId="ADAL" clId="{1BB8E9B1-EC43-443C-AC18-C5EF5303C6DE}" dt="2024-11-18T12:11:47.639" v="95" actId="1076"/>
          <ac:picMkLst>
            <pc:docMk/>
            <pc:sldMk cId="484782567" sldId="293"/>
            <ac:picMk id="3" creationId="{B8D6FBD0-98D8-2E87-62FA-0994035FA024}"/>
          </ac:picMkLst>
        </pc:picChg>
        <pc:picChg chg="add mod">
          <ac:chgData name="Abdalla Mukhaimer, Widad" userId="eed79641-8d75-4c66-a669-438ad56aff06" providerId="ADAL" clId="{1BB8E9B1-EC43-443C-AC18-C5EF5303C6DE}" dt="2024-11-18T12:11:38.186" v="90" actId="1076"/>
          <ac:picMkLst>
            <pc:docMk/>
            <pc:sldMk cId="484782567" sldId="293"/>
            <ac:picMk id="4" creationId="{A2C7BC17-3FF9-460A-22F9-90AF77B25743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2:47.490" v="110" actId="1076"/>
        <pc:sldMkLst>
          <pc:docMk/>
          <pc:sldMk cId="2036121130" sldId="294"/>
        </pc:sldMkLst>
        <pc:spChg chg="add mod ord">
          <ac:chgData name="Abdalla Mukhaimer, Widad" userId="eed79641-8d75-4c66-a669-438ad56aff06" providerId="ADAL" clId="{1BB8E9B1-EC43-443C-AC18-C5EF5303C6DE}" dt="2024-11-18T12:12:41.345" v="109" actId="1076"/>
          <ac:spMkLst>
            <pc:docMk/>
            <pc:sldMk cId="2036121130" sldId="294"/>
            <ac:spMk id="4" creationId="{6A0F90B9-D2E2-ED1B-4F4D-53B5A0D47F95}"/>
          </ac:spMkLst>
        </pc:spChg>
        <pc:picChg chg="add mod ord">
          <ac:chgData name="Abdalla Mukhaimer, Widad" userId="eed79641-8d75-4c66-a669-438ad56aff06" providerId="ADAL" clId="{1BB8E9B1-EC43-443C-AC18-C5EF5303C6DE}" dt="2024-11-18T12:12:47.490" v="110" actId="1076"/>
          <ac:picMkLst>
            <pc:docMk/>
            <pc:sldMk cId="2036121130" sldId="294"/>
            <ac:picMk id="2" creationId="{88FC5889-D42C-9D5B-A0A6-3C7AB85B55BE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14.207" v="117" actId="1076"/>
        <pc:sldMkLst>
          <pc:docMk/>
          <pc:sldMk cId="964176475" sldId="295"/>
        </pc:sldMkLst>
        <pc:spChg chg="add mod ord">
          <ac:chgData name="Abdalla Mukhaimer, Widad" userId="eed79641-8d75-4c66-a669-438ad56aff06" providerId="ADAL" clId="{1BB8E9B1-EC43-443C-AC18-C5EF5303C6DE}" dt="2024-11-18T12:13:09.186" v="114" actId="167"/>
          <ac:spMkLst>
            <pc:docMk/>
            <pc:sldMk cId="964176475" sldId="295"/>
            <ac:spMk id="4" creationId="{1B1FD16B-4E3F-AFFF-7660-96E8792A3C3B}"/>
          </ac:spMkLst>
        </pc:spChg>
        <pc:picChg chg="add mod">
          <ac:chgData name="Abdalla Mukhaimer, Widad" userId="eed79641-8d75-4c66-a669-438ad56aff06" providerId="ADAL" clId="{1BB8E9B1-EC43-443C-AC18-C5EF5303C6DE}" dt="2024-11-18T12:13:14.207" v="117" actId="1076"/>
          <ac:picMkLst>
            <pc:docMk/>
            <pc:sldMk cId="964176475" sldId="295"/>
            <ac:picMk id="2" creationId="{086E9754-9D6F-4298-A1C8-0668A329830C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39.721" v="124" actId="1076"/>
        <pc:sldMkLst>
          <pc:docMk/>
          <pc:sldMk cId="3837546798" sldId="296"/>
        </pc:sldMkLst>
        <pc:spChg chg="add mod ord">
          <ac:chgData name="Abdalla Mukhaimer, Widad" userId="eed79641-8d75-4c66-a669-438ad56aff06" providerId="ADAL" clId="{1BB8E9B1-EC43-443C-AC18-C5EF5303C6DE}" dt="2024-11-18T12:13:34.926" v="121" actId="167"/>
          <ac:spMkLst>
            <pc:docMk/>
            <pc:sldMk cId="3837546798" sldId="296"/>
            <ac:spMk id="4" creationId="{A228E6A1-0E11-7694-E35C-97BF77B1DFB7}"/>
          </ac:spMkLst>
        </pc:spChg>
        <pc:picChg chg="add mod">
          <ac:chgData name="Abdalla Mukhaimer, Widad" userId="eed79641-8d75-4c66-a669-438ad56aff06" providerId="ADAL" clId="{1BB8E9B1-EC43-443C-AC18-C5EF5303C6DE}" dt="2024-11-18T12:13:39.721" v="124" actId="1076"/>
          <ac:picMkLst>
            <pc:docMk/>
            <pc:sldMk cId="3837546798" sldId="296"/>
            <ac:picMk id="2" creationId="{9CD54E14-6DFF-37C1-A9D5-28F0B76D9FCE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3:59.321" v="128" actId="255"/>
        <pc:sldMkLst>
          <pc:docMk/>
          <pc:sldMk cId="805035487" sldId="297"/>
        </pc:sldMkLst>
        <pc:spChg chg="add mod">
          <ac:chgData name="Abdalla Mukhaimer, Widad" userId="eed79641-8d75-4c66-a669-438ad56aff06" providerId="ADAL" clId="{1BB8E9B1-EC43-443C-AC18-C5EF5303C6DE}" dt="2024-11-18T12:13:59.321" v="128" actId="255"/>
          <ac:spMkLst>
            <pc:docMk/>
            <pc:sldMk cId="805035487" sldId="297"/>
            <ac:spMk id="3" creationId="{B914656F-1979-4026-4A61-4DE5113BAB8B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4:22.702" v="134" actId="1076"/>
        <pc:sldMkLst>
          <pc:docMk/>
          <pc:sldMk cId="667614113" sldId="298"/>
        </pc:sldMkLst>
        <pc:spChg chg="add mod">
          <ac:chgData name="Abdalla Mukhaimer, Widad" userId="eed79641-8d75-4c66-a669-438ad56aff06" providerId="ADAL" clId="{1BB8E9B1-EC43-443C-AC18-C5EF5303C6DE}" dt="2024-11-18T12:14:22.702" v="134" actId="1076"/>
          <ac:spMkLst>
            <pc:docMk/>
            <pc:sldMk cId="667614113" sldId="298"/>
            <ac:spMk id="3" creationId="{B9AEA28E-EC90-3EE5-C00C-4A6631FB98CA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4:44.379" v="142" actId="1076"/>
        <pc:sldMkLst>
          <pc:docMk/>
          <pc:sldMk cId="1697096242" sldId="299"/>
        </pc:sldMkLst>
        <pc:picChg chg="add mod">
          <ac:chgData name="Abdalla Mukhaimer, Widad" userId="eed79641-8d75-4c66-a669-438ad56aff06" providerId="ADAL" clId="{1BB8E9B1-EC43-443C-AC18-C5EF5303C6DE}" dt="2024-11-18T12:14:44.379" v="142" actId="1076"/>
          <ac:picMkLst>
            <pc:docMk/>
            <pc:sldMk cId="1697096242" sldId="299"/>
            <ac:picMk id="2" creationId="{0B5A7954-F0C5-552B-EFF9-8E6199868679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4:56.767" v="147" actId="1076"/>
        <pc:sldMkLst>
          <pc:docMk/>
          <pc:sldMk cId="2812773127" sldId="300"/>
        </pc:sldMkLst>
        <pc:picChg chg="add mod">
          <ac:chgData name="Abdalla Mukhaimer, Widad" userId="eed79641-8d75-4c66-a669-438ad56aff06" providerId="ADAL" clId="{1BB8E9B1-EC43-443C-AC18-C5EF5303C6DE}" dt="2024-11-18T12:14:56.767" v="147" actId="1076"/>
          <ac:picMkLst>
            <pc:docMk/>
            <pc:sldMk cId="2812773127" sldId="300"/>
            <ac:picMk id="2" creationId="{17FAA8F8-6C04-0737-D338-D0967DCBE316}"/>
          </ac:picMkLst>
        </pc:picChg>
      </pc:sldChg>
      <pc:sldChg chg="addSp delSp modSp add mod">
        <pc:chgData name="Abdalla Mukhaimer, Widad" userId="eed79641-8d75-4c66-a669-438ad56aff06" providerId="ADAL" clId="{1BB8E9B1-EC43-443C-AC18-C5EF5303C6DE}" dt="2024-11-18T12:15:40.950" v="157" actId="120"/>
        <pc:sldMkLst>
          <pc:docMk/>
          <pc:sldMk cId="4075854152" sldId="301"/>
        </pc:sldMkLst>
        <pc:spChg chg="add mod">
          <ac:chgData name="Abdalla Mukhaimer, Widad" userId="eed79641-8d75-4c66-a669-438ad56aff06" providerId="ADAL" clId="{1BB8E9B1-EC43-443C-AC18-C5EF5303C6DE}" dt="2024-11-18T12:15:21.911" v="153" actId="1076"/>
          <ac:spMkLst>
            <pc:docMk/>
            <pc:sldMk cId="4075854152" sldId="301"/>
            <ac:spMk id="3" creationId="{4D4E9021-6421-92F1-0A99-83FEABC734D3}"/>
          </ac:spMkLst>
        </pc:spChg>
        <pc:spChg chg="add del">
          <ac:chgData name="Abdalla Mukhaimer, Widad" userId="eed79641-8d75-4c66-a669-438ad56aff06" providerId="ADAL" clId="{1BB8E9B1-EC43-443C-AC18-C5EF5303C6DE}" dt="2024-11-18T12:10:03.004" v="70" actId="22"/>
          <ac:spMkLst>
            <pc:docMk/>
            <pc:sldMk cId="4075854152" sldId="301"/>
            <ac:spMk id="5" creationId="{08C233DD-D185-33D3-94F9-A21E5C015CBB}"/>
          </ac:spMkLst>
        </pc:spChg>
        <pc:spChg chg="add mod">
          <ac:chgData name="Abdalla Mukhaimer, Widad" userId="eed79641-8d75-4c66-a669-438ad56aff06" providerId="ADAL" clId="{1BB8E9B1-EC43-443C-AC18-C5EF5303C6DE}" dt="2024-11-18T12:15:40.950" v="157" actId="120"/>
          <ac:spMkLst>
            <pc:docMk/>
            <pc:sldMk cId="4075854152" sldId="301"/>
            <ac:spMk id="7" creationId="{4282CF9C-40AD-58E8-FB44-6E821682D6BA}"/>
          </ac:spMkLst>
        </pc:spChg>
      </pc:sldChg>
      <pc:sldChg chg="addSp modSp add mod">
        <pc:chgData name="Abdalla Mukhaimer, Widad" userId="eed79641-8d75-4c66-a669-438ad56aff06" providerId="ADAL" clId="{1BB8E9B1-EC43-443C-AC18-C5EF5303C6DE}" dt="2024-11-18T12:16:02.793" v="163" actId="1076"/>
        <pc:sldMkLst>
          <pc:docMk/>
          <pc:sldMk cId="548971976" sldId="302"/>
        </pc:sldMkLst>
        <pc:spChg chg="add mod">
          <ac:chgData name="Abdalla Mukhaimer, Widad" userId="eed79641-8d75-4c66-a669-438ad56aff06" providerId="ADAL" clId="{1BB8E9B1-EC43-443C-AC18-C5EF5303C6DE}" dt="2024-11-18T12:15:59.573" v="161" actId="1076"/>
          <ac:spMkLst>
            <pc:docMk/>
            <pc:sldMk cId="548971976" sldId="302"/>
            <ac:spMk id="4" creationId="{BF87D4B9-148A-2674-33CC-92AD6A4B0952}"/>
          </ac:spMkLst>
        </pc:spChg>
        <pc:picChg chg="add mod">
          <ac:chgData name="Abdalla Mukhaimer, Widad" userId="eed79641-8d75-4c66-a669-438ad56aff06" providerId="ADAL" clId="{1BB8E9B1-EC43-443C-AC18-C5EF5303C6DE}" dt="2024-11-18T12:16:02.793" v="163" actId="1076"/>
          <ac:picMkLst>
            <pc:docMk/>
            <pc:sldMk cId="548971976" sldId="302"/>
            <ac:picMk id="2" creationId="{7AFC565A-F8DD-E31A-7625-E35D686E80E3}"/>
          </ac:picMkLst>
        </pc:picChg>
      </pc:sldChg>
      <pc:sldChg chg="addSp modSp add mod">
        <pc:chgData name="Abdalla Mukhaimer, Widad" userId="eed79641-8d75-4c66-a669-438ad56aff06" providerId="ADAL" clId="{1BB8E9B1-EC43-443C-AC18-C5EF5303C6DE}" dt="2024-11-18T12:16:17.056" v="166" actId="1076"/>
        <pc:sldMkLst>
          <pc:docMk/>
          <pc:sldMk cId="593044576" sldId="303"/>
        </pc:sldMkLst>
        <pc:spChg chg="add mod">
          <ac:chgData name="Abdalla Mukhaimer, Widad" userId="eed79641-8d75-4c66-a669-438ad56aff06" providerId="ADAL" clId="{1BB8E9B1-EC43-443C-AC18-C5EF5303C6DE}" dt="2024-11-18T12:16:17.056" v="166" actId="1076"/>
          <ac:spMkLst>
            <pc:docMk/>
            <pc:sldMk cId="593044576" sldId="303"/>
            <ac:spMk id="3" creationId="{2FF4F911-E335-DFF6-ACF2-990B91C2535E}"/>
          </ac:spMkLst>
        </pc:spChg>
      </pc:sldChg>
      <pc:sldChg chg="add">
        <pc:chgData name="Abdalla Mukhaimer, Widad" userId="eed79641-8d75-4c66-a669-438ad56aff06" providerId="ADAL" clId="{1BB8E9B1-EC43-443C-AC18-C5EF5303C6DE}" dt="2024-11-18T12:07:59.184" v="39"/>
        <pc:sldMkLst>
          <pc:docMk/>
          <pc:sldMk cId="1829655451" sldId="304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4141774057" sldId="305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2239312124" sldId="306"/>
        </pc:sldMkLst>
      </pc:sldChg>
      <pc:sldChg chg="add del">
        <pc:chgData name="Abdalla Mukhaimer, Widad" userId="eed79641-8d75-4c66-a669-438ad56aff06" providerId="ADAL" clId="{1BB8E9B1-EC43-443C-AC18-C5EF5303C6DE}" dt="2024-11-18T12:16:21.633" v="167" actId="47"/>
        <pc:sldMkLst>
          <pc:docMk/>
          <pc:sldMk cId="2057567020" sldId="307"/>
        </pc:sldMkLst>
      </pc:sldChg>
    </pc:docChg>
  </pc:docChgLst>
  <pc:docChgLst>
    <pc:chgData name="Abdalla Mukhaimer, Widad" userId="eed79641-8d75-4c66-a669-438ad56aff06" providerId="ADAL" clId="{FDDCDA09-1206-4D5C-8C1E-30E843CB1DC1}"/>
    <pc:docChg chg="custSel addSld delSld modSld sldOrd">
      <pc:chgData name="Abdalla Mukhaimer, Widad" userId="eed79641-8d75-4c66-a669-438ad56aff06" providerId="ADAL" clId="{FDDCDA09-1206-4D5C-8C1E-30E843CB1DC1}" dt="2024-11-06T08:43:56.184" v="191" actId="1076"/>
      <pc:docMkLst>
        <pc:docMk/>
      </pc:docMkLst>
      <pc:sldChg chg="modSp mod">
        <pc:chgData name="Abdalla Mukhaimer, Widad" userId="eed79641-8d75-4c66-a669-438ad56aff06" providerId="ADAL" clId="{FDDCDA09-1206-4D5C-8C1E-30E843CB1DC1}" dt="2024-11-06T08:29:37.369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FDDCDA09-1206-4D5C-8C1E-30E843CB1DC1}" dt="2024-11-06T08:29:37.369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modSp new mod">
        <pc:chgData name="Abdalla Mukhaimer, Widad" userId="eed79641-8d75-4c66-a669-438ad56aff06" providerId="ADAL" clId="{FDDCDA09-1206-4D5C-8C1E-30E843CB1DC1}" dt="2024-11-06T08:35:48.507" v="73" actId="1076"/>
        <pc:sldMkLst>
          <pc:docMk/>
          <pc:sldMk cId="638457617" sldId="257"/>
        </pc:sldMkLst>
        <pc:spChg chg="add mod">
          <ac:chgData name="Abdalla Mukhaimer, Widad" userId="eed79641-8d75-4c66-a669-438ad56aff06" providerId="ADAL" clId="{FDDCDA09-1206-4D5C-8C1E-30E843CB1DC1}" dt="2024-11-06T08:35:48.507" v="73" actId="1076"/>
          <ac:spMkLst>
            <pc:docMk/>
            <pc:sldMk cId="638457617" sldId="257"/>
            <ac:spMk id="3" creationId="{8A343891-E35A-02D8-453A-6B6360A78B1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23.805" v="78" actId="1076"/>
        <pc:sldMkLst>
          <pc:docMk/>
          <pc:sldMk cId="1028459910" sldId="258"/>
        </pc:sldMkLst>
        <pc:spChg chg="add mod">
          <ac:chgData name="Abdalla Mukhaimer, Widad" userId="eed79641-8d75-4c66-a669-438ad56aff06" providerId="ADAL" clId="{FDDCDA09-1206-4D5C-8C1E-30E843CB1DC1}" dt="2024-11-06T08:36:23.805" v="78" actId="1076"/>
          <ac:spMkLst>
            <pc:docMk/>
            <pc:sldMk cId="1028459910" sldId="258"/>
            <ac:spMk id="3" creationId="{25B4B298-7551-4A19-5066-F1A86D443E1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6:47.845" v="84" actId="20577"/>
        <pc:sldMkLst>
          <pc:docMk/>
          <pc:sldMk cId="748023758" sldId="259"/>
        </pc:sldMkLst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2" creationId="{5BF537B0-B649-D511-E227-5A4B194EBA12}"/>
          </ac:spMkLst>
        </pc:spChg>
        <pc:spChg chg="add">
          <ac:chgData name="Abdalla Mukhaimer, Widad" userId="eed79641-8d75-4c66-a669-438ad56aff06" providerId="ADAL" clId="{FDDCDA09-1206-4D5C-8C1E-30E843CB1DC1}" dt="2024-11-06T08:30:34.333" v="11"/>
          <ac:spMkLst>
            <pc:docMk/>
            <pc:sldMk cId="748023758" sldId="259"/>
            <ac:spMk id="3" creationId="{24E11201-8D62-E0A9-BE8F-C9308A65F444}"/>
          </ac:spMkLst>
        </pc:spChg>
        <pc:spChg chg="add mod">
          <ac:chgData name="Abdalla Mukhaimer, Widad" userId="eed79641-8d75-4c66-a669-438ad56aff06" providerId="ADAL" clId="{FDDCDA09-1206-4D5C-8C1E-30E843CB1DC1}" dt="2024-11-06T08:36:47.845" v="84" actId="20577"/>
          <ac:spMkLst>
            <pc:docMk/>
            <pc:sldMk cId="748023758" sldId="259"/>
            <ac:spMk id="5" creationId="{FA5A7BE0-5D80-B1A7-9303-D8811538586C}"/>
          </ac:spMkLst>
        </pc:spChg>
        <pc:picChg chg="add">
          <ac:chgData name="Abdalla Mukhaimer, Widad" userId="eed79641-8d75-4c66-a669-438ad56aff06" providerId="ADAL" clId="{FDDCDA09-1206-4D5C-8C1E-30E843CB1DC1}" dt="2024-11-06T08:30:34.333" v="11"/>
          <ac:picMkLst>
            <pc:docMk/>
            <pc:sldMk cId="748023758" sldId="259"/>
            <ac:picMk id="2049" creationId="{5236F53F-2E89-CF80-A977-ACC7F6D392D4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17.846" v="91" actId="1076"/>
        <pc:sldMkLst>
          <pc:docMk/>
          <pc:sldMk cId="2030027384" sldId="260"/>
        </pc:sldMkLst>
        <pc:spChg chg="add mod">
          <ac:chgData name="Abdalla Mukhaimer, Widad" userId="eed79641-8d75-4c66-a669-438ad56aff06" providerId="ADAL" clId="{FDDCDA09-1206-4D5C-8C1E-30E843CB1DC1}" dt="2024-11-06T08:37:16.139" v="90" actId="1076"/>
          <ac:spMkLst>
            <pc:docMk/>
            <pc:sldMk cId="2030027384" sldId="260"/>
            <ac:spMk id="3" creationId="{6873B8EA-3E54-BDF6-BCDF-7845138C5E9D}"/>
          </ac:spMkLst>
        </pc:spChg>
        <pc:picChg chg="add mod">
          <ac:chgData name="Abdalla Mukhaimer, Widad" userId="eed79641-8d75-4c66-a669-438ad56aff06" providerId="ADAL" clId="{FDDCDA09-1206-4D5C-8C1E-30E843CB1DC1}" dt="2024-11-06T08:37:17.846" v="91" actId="1076"/>
          <ac:picMkLst>
            <pc:docMk/>
            <pc:sldMk cId="2030027384" sldId="260"/>
            <ac:picMk id="4" creationId="{76AAB46C-2E1D-7C89-B352-CC64619AA9F0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37:37.693" v="97" actId="20577"/>
        <pc:sldMkLst>
          <pc:docMk/>
          <pc:sldMk cId="4000533188" sldId="261"/>
        </pc:sldMkLst>
        <pc:spChg chg="add mod">
          <ac:chgData name="Abdalla Mukhaimer, Widad" userId="eed79641-8d75-4c66-a669-438ad56aff06" providerId="ADAL" clId="{FDDCDA09-1206-4D5C-8C1E-30E843CB1DC1}" dt="2024-11-06T08:37:37.693" v="97" actId="20577"/>
          <ac:spMkLst>
            <pc:docMk/>
            <pc:sldMk cId="4000533188" sldId="261"/>
            <ac:spMk id="3" creationId="{7EA2F1B4-FF26-C488-DA75-027E08780B8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7:56.688" v="101" actId="1076"/>
        <pc:sldMkLst>
          <pc:docMk/>
          <pc:sldMk cId="4173253180" sldId="262"/>
        </pc:sldMkLst>
        <pc:spChg chg="add mod">
          <ac:chgData name="Abdalla Mukhaimer, Widad" userId="eed79641-8d75-4c66-a669-438ad56aff06" providerId="ADAL" clId="{FDDCDA09-1206-4D5C-8C1E-30E843CB1DC1}" dt="2024-11-06T08:37:56.688" v="101" actId="1076"/>
          <ac:spMkLst>
            <pc:docMk/>
            <pc:sldMk cId="4173253180" sldId="262"/>
            <ac:spMk id="3" creationId="{A48D8B5B-8B03-1832-A930-503359A937E6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8:15.515" v="106" actId="20577"/>
        <pc:sldMkLst>
          <pc:docMk/>
          <pc:sldMk cId="3260691908" sldId="263"/>
        </pc:sldMkLst>
        <pc:spChg chg="add mod">
          <ac:chgData name="Abdalla Mukhaimer, Widad" userId="eed79641-8d75-4c66-a669-438ad56aff06" providerId="ADAL" clId="{FDDCDA09-1206-4D5C-8C1E-30E843CB1DC1}" dt="2024-11-06T08:38:15.515" v="106" actId="20577"/>
          <ac:spMkLst>
            <pc:docMk/>
            <pc:sldMk cId="3260691908" sldId="263"/>
            <ac:spMk id="3" creationId="{EA6499B2-8B66-DF8A-D096-F4B13151D54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24.536" v="118" actId="1076"/>
        <pc:sldMkLst>
          <pc:docMk/>
          <pc:sldMk cId="496906804" sldId="264"/>
        </pc:sldMkLst>
        <pc:spChg chg="add mod">
          <ac:chgData name="Abdalla Mukhaimer, Widad" userId="eed79641-8d75-4c66-a669-438ad56aff06" providerId="ADAL" clId="{FDDCDA09-1206-4D5C-8C1E-30E843CB1DC1}" dt="2024-11-06T08:39:24.536" v="118" actId="1076"/>
          <ac:spMkLst>
            <pc:docMk/>
            <pc:sldMk cId="496906804" sldId="264"/>
            <ac:spMk id="3" creationId="{8545DE92-4B93-49CD-5C22-B8B88FD768CB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39:59.383" v="126" actId="20577"/>
        <pc:sldMkLst>
          <pc:docMk/>
          <pc:sldMk cId="1442182053" sldId="265"/>
        </pc:sldMkLst>
        <pc:spChg chg="add mod">
          <ac:chgData name="Abdalla Mukhaimer, Widad" userId="eed79641-8d75-4c66-a669-438ad56aff06" providerId="ADAL" clId="{FDDCDA09-1206-4D5C-8C1E-30E843CB1DC1}" dt="2024-11-06T08:39:59.383" v="126" actId="20577"/>
          <ac:spMkLst>
            <pc:docMk/>
            <pc:sldMk cId="1442182053" sldId="265"/>
            <ac:spMk id="3" creationId="{69ABD95E-FC7C-2BD3-5F31-D616C249DE5D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0:32.452" v="138" actId="1076"/>
        <pc:sldMkLst>
          <pc:docMk/>
          <pc:sldMk cId="2978737758" sldId="266"/>
        </pc:sldMkLst>
        <pc:spChg chg="add mod">
          <ac:chgData name="Abdalla Mukhaimer, Widad" userId="eed79641-8d75-4c66-a669-438ad56aff06" providerId="ADAL" clId="{FDDCDA09-1206-4D5C-8C1E-30E843CB1DC1}" dt="2024-11-06T08:40:31.350" v="137" actId="1076"/>
          <ac:spMkLst>
            <pc:docMk/>
            <pc:sldMk cId="2978737758" sldId="266"/>
            <ac:spMk id="3" creationId="{7F6B95F8-9983-3E4E-C64B-DE9935CD1302}"/>
          </ac:spMkLst>
        </pc:spChg>
        <pc:picChg chg="add mod">
          <ac:chgData name="Abdalla Mukhaimer, Widad" userId="eed79641-8d75-4c66-a669-438ad56aff06" providerId="ADAL" clId="{FDDCDA09-1206-4D5C-8C1E-30E843CB1DC1}" dt="2024-11-06T08:40:32.452" v="138" actId="1076"/>
          <ac:picMkLst>
            <pc:docMk/>
            <pc:sldMk cId="2978737758" sldId="266"/>
            <ac:picMk id="4" creationId="{5E091AF5-0ED1-7F57-68C1-86855DFE9FC7}"/>
          </ac:picMkLst>
        </pc:picChg>
      </pc:sldChg>
      <pc:sldChg chg="addSp modSp add mod">
        <pc:chgData name="Abdalla Mukhaimer, Widad" userId="eed79641-8d75-4c66-a669-438ad56aff06" providerId="ADAL" clId="{FDDCDA09-1206-4D5C-8C1E-30E843CB1DC1}" dt="2024-11-06T08:41:09.253" v="147" actId="20577"/>
        <pc:sldMkLst>
          <pc:docMk/>
          <pc:sldMk cId="7022708" sldId="267"/>
        </pc:sldMkLst>
        <pc:spChg chg="add mod">
          <ac:chgData name="Abdalla Mukhaimer, Widad" userId="eed79641-8d75-4c66-a669-438ad56aff06" providerId="ADAL" clId="{FDDCDA09-1206-4D5C-8C1E-30E843CB1DC1}" dt="2024-11-06T08:41:09.253" v="147" actId="20577"/>
          <ac:spMkLst>
            <pc:docMk/>
            <pc:sldMk cId="7022708" sldId="267"/>
            <ac:spMk id="3" creationId="{0E2C72B1-DE45-2601-30D2-1B7CD0FAA9E3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1:45.310" v="155" actId="1076"/>
        <pc:sldMkLst>
          <pc:docMk/>
          <pc:sldMk cId="387509337" sldId="268"/>
        </pc:sldMkLst>
        <pc:spChg chg="add mod">
          <ac:chgData name="Abdalla Mukhaimer, Widad" userId="eed79641-8d75-4c66-a669-438ad56aff06" providerId="ADAL" clId="{FDDCDA09-1206-4D5C-8C1E-30E843CB1DC1}" dt="2024-11-06T08:41:37.815" v="153" actId="1076"/>
          <ac:spMkLst>
            <pc:docMk/>
            <pc:sldMk cId="387509337" sldId="268"/>
            <ac:spMk id="3" creationId="{E61718DD-46C4-D845-22EF-8B1619017A7D}"/>
          </ac:spMkLst>
        </pc:spChg>
        <pc:spChg chg="add mod">
          <ac:chgData name="Abdalla Mukhaimer, Widad" userId="eed79641-8d75-4c66-a669-438ad56aff06" providerId="ADAL" clId="{FDDCDA09-1206-4D5C-8C1E-30E843CB1DC1}" dt="2024-11-06T08:41:45.310" v="155" actId="1076"/>
          <ac:spMkLst>
            <pc:docMk/>
            <pc:sldMk cId="387509337" sldId="268"/>
            <ac:spMk id="5" creationId="{D0BB2184-DF60-8257-50FC-1DE95CD28510}"/>
          </ac:spMkLst>
        </pc:spChg>
      </pc:sldChg>
      <pc:sldChg chg="addSp modSp add mod">
        <pc:chgData name="Abdalla Mukhaimer, Widad" userId="eed79641-8d75-4c66-a669-438ad56aff06" providerId="ADAL" clId="{FDDCDA09-1206-4D5C-8C1E-30E843CB1DC1}" dt="2024-11-06T08:42:23.298" v="166" actId="1076"/>
        <pc:sldMkLst>
          <pc:docMk/>
          <pc:sldMk cId="630766484" sldId="269"/>
        </pc:sldMkLst>
        <pc:spChg chg="add mod">
          <ac:chgData name="Abdalla Mukhaimer, Widad" userId="eed79641-8d75-4c66-a669-438ad56aff06" providerId="ADAL" clId="{FDDCDA09-1206-4D5C-8C1E-30E843CB1DC1}" dt="2024-11-06T08:42:22.333" v="165" actId="1076"/>
          <ac:spMkLst>
            <pc:docMk/>
            <pc:sldMk cId="630766484" sldId="269"/>
            <ac:spMk id="3" creationId="{4D295FD2-F13D-8C4D-BD15-BC6C2349BED9}"/>
          </ac:spMkLst>
        </pc:spChg>
        <pc:picChg chg="add mod">
          <ac:chgData name="Abdalla Mukhaimer, Widad" userId="eed79641-8d75-4c66-a669-438ad56aff06" providerId="ADAL" clId="{FDDCDA09-1206-4D5C-8C1E-30E843CB1DC1}" dt="2024-11-06T08:42:23.298" v="166" actId="1076"/>
          <ac:picMkLst>
            <pc:docMk/>
            <pc:sldMk cId="630766484" sldId="269"/>
            <ac:picMk id="4" creationId="{B0B7893A-D7B5-922C-875F-3734D976F8B6}"/>
          </ac:picMkLst>
        </pc:picChg>
      </pc:sldChg>
      <pc:sldChg chg="addSp delSp modSp add mod">
        <pc:chgData name="Abdalla Mukhaimer, Widad" userId="eed79641-8d75-4c66-a669-438ad56aff06" providerId="ADAL" clId="{FDDCDA09-1206-4D5C-8C1E-30E843CB1DC1}" dt="2024-11-06T08:43:45.152" v="184" actId="1076"/>
        <pc:sldMkLst>
          <pc:docMk/>
          <pc:sldMk cId="2010523842" sldId="270"/>
        </pc:sldMkLst>
        <pc:spChg chg="add mod">
          <ac:chgData name="Abdalla Mukhaimer, Widad" userId="eed79641-8d75-4c66-a669-438ad56aff06" providerId="ADAL" clId="{FDDCDA09-1206-4D5C-8C1E-30E843CB1DC1}" dt="2024-11-06T08:42:55.141" v="177" actId="20577"/>
          <ac:spMkLst>
            <pc:docMk/>
            <pc:sldMk cId="2010523842" sldId="270"/>
            <ac:spMk id="3" creationId="{640B5406-76FD-9445-E5F3-BA2075B8DA9A}"/>
          </ac:spMkLst>
        </pc:spChg>
        <pc:picChg chg="add del mod">
          <ac:chgData name="Abdalla Mukhaimer, Widad" userId="eed79641-8d75-4c66-a669-438ad56aff06" providerId="ADAL" clId="{FDDCDA09-1206-4D5C-8C1E-30E843CB1DC1}" dt="2024-11-06T08:42:52.361" v="176" actId="478"/>
          <ac:picMkLst>
            <pc:docMk/>
            <pc:sldMk cId="2010523842" sldId="270"/>
            <ac:picMk id="4" creationId="{E1CEAE6C-5CC4-524D-D3E8-6B3FD631B154}"/>
          </ac:picMkLst>
        </pc:picChg>
        <pc:picChg chg="add mod">
          <ac:chgData name="Abdalla Mukhaimer, Widad" userId="eed79641-8d75-4c66-a669-438ad56aff06" providerId="ADAL" clId="{FDDCDA09-1206-4D5C-8C1E-30E843CB1DC1}" dt="2024-11-06T08:43:45.152" v="184" actId="1076"/>
          <ac:picMkLst>
            <pc:docMk/>
            <pc:sldMk cId="2010523842" sldId="270"/>
            <ac:picMk id="6" creationId="{D7A14DF6-3D5A-EA76-BB54-F518E5983595}"/>
          </ac:picMkLst>
        </pc:picChg>
      </pc:sldChg>
      <pc:sldChg chg="add">
        <pc:chgData name="Abdalla Mukhaimer, Widad" userId="eed79641-8d75-4c66-a669-438ad56aff06" providerId="ADAL" clId="{FDDCDA09-1206-4D5C-8C1E-30E843CB1DC1}" dt="2024-11-06T08:31:43.866" v="32"/>
        <pc:sldMkLst>
          <pc:docMk/>
          <pc:sldMk cId="1820640788" sldId="271"/>
        </pc:sldMkLst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2354235331" sldId="272"/>
        </pc:sldMkLst>
      </pc:sldChg>
      <pc:sldChg chg="modSp add mod ord">
        <pc:chgData name="Abdalla Mukhaimer, Widad" userId="eed79641-8d75-4c66-a669-438ad56aff06" providerId="ADAL" clId="{FDDCDA09-1206-4D5C-8C1E-30E843CB1DC1}" dt="2024-11-06T08:39:15.029" v="114"/>
        <pc:sldMkLst>
          <pc:docMk/>
          <pc:sldMk cId="3773455480" sldId="272"/>
        </pc:sldMkLst>
        <pc:spChg chg="mod">
          <ac:chgData name="Abdalla Mukhaimer, Widad" userId="eed79641-8d75-4c66-a669-438ad56aff06" providerId="ADAL" clId="{FDDCDA09-1206-4D5C-8C1E-30E843CB1DC1}" dt="2024-11-06T08:39:09.123" v="112" actId="1076"/>
          <ac:spMkLst>
            <pc:docMk/>
            <pc:sldMk cId="3773455480" sldId="272"/>
            <ac:spMk id="3" creationId="{8545DE92-4B93-49CD-5C22-B8B88FD768CB}"/>
          </ac:spMkLst>
        </pc:spChg>
      </pc:sldChg>
      <pc:sldChg chg="add del">
        <pc:chgData name="Abdalla Mukhaimer, Widad" userId="eed79641-8d75-4c66-a669-438ad56aff06" providerId="ADAL" clId="{FDDCDA09-1206-4D5C-8C1E-30E843CB1DC1}" dt="2024-11-06T08:34:32.268" v="63" actId="47"/>
        <pc:sldMkLst>
          <pc:docMk/>
          <pc:sldMk cId="1919104897" sldId="273"/>
        </pc:sldMkLst>
      </pc:sldChg>
      <pc:sldChg chg="modSp add mod">
        <pc:chgData name="Abdalla Mukhaimer, Widad" userId="eed79641-8d75-4c66-a669-438ad56aff06" providerId="ADAL" clId="{FDDCDA09-1206-4D5C-8C1E-30E843CB1DC1}" dt="2024-11-06T08:43:56.184" v="191" actId="1076"/>
        <pc:sldMkLst>
          <pc:docMk/>
          <pc:sldMk cId="3984666083" sldId="273"/>
        </pc:sldMkLst>
        <pc:picChg chg="mod">
          <ac:chgData name="Abdalla Mukhaimer, Widad" userId="eed79641-8d75-4c66-a669-438ad56aff06" providerId="ADAL" clId="{FDDCDA09-1206-4D5C-8C1E-30E843CB1DC1}" dt="2024-11-06T08:43:56.184" v="191" actId="1076"/>
          <ac:picMkLst>
            <pc:docMk/>
            <pc:sldMk cId="3984666083" sldId="273"/>
            <ac:picMk id="4" creationId="{E1CEAE6C-5CC4-524D-D3E8-6B3FD631B154}"/>
          </ac:picMkLst>
        </pc:picChg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83252368" sldId="281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992468140" sldId="282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676576133" sldId="283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230786504" sldId="284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3173877358" sldId="285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840602954" sldId="286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960936151" sldId="287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97012742" sldId="288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2881810693" sldId="289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1427871896" sldId="290"/>
        </pc:sldMkLst>
      </pc:sldChg>
      <pc:sldChg chg="del">
        <pc:chgData name="Abdalla Mukhaimer, Widad" userId="eed79641-8d75-4c66-a669-438ad56aff06" providerId="ADAL" clId="{FDDCDA09-1206-4D5C-8C1E-30E843CB1DC1}" dt="2024-11-06T08:29:43.275" v="1" actId="47"/>
        <pc:sldMkLst>
          <pc:docMk/>
          <pc:sldMk cId="4041240376" sldId="291"/>
        </pc:sldMkLst>
      </pc:sldChg>
    </pc:docChg>
  </pc:docChgLst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  <pc:docChgLst>
    <pc:chgData name="Abdalla Mukhaimer, Widad" userId="eed79641-8d75-4c66-a669-438ad56aff06" providerId="ADAL" clId="{FF67BCB4-2724-45A5-B109-1B10B844B13D}"/>
    <pc:docChg chg="addSld delSld modSld">
      <pc:chgData name="Abdalla Mukhaimer, Widad" userId="eed79641-8d75-4c66-a669-438ad56aff06" providerId="ADAL" clId="{FF67BCB4-2724-45A5-B109-1B10B844B13D}" dt="2024-10-28T03:49:57.743" v="191" actId="20577"/>
      <pc:docMkLst>
        <pc:docMk/>
      </pc:docMkLst>
      <pc:sldChg chg="modSp mod">
        <pc:chgData name="Abdalla Mukhaimer, Widad" userId="eed79641-8d75-4c66-a669-438ad56aff06" providerId="ADAL" clId="{FF67BCB4-2724-45A5-B109-1B10B844B13D}" dt="2024-10-28T03:34:40.275" v="8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FF67BCB4-2724-45A5-B109-1B10B844B13D}" dt="2024-10-28T03:34:40.275" v="8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addSp new mod">
        <pc:chgData name="Abdalla Mukhaimer, Widad" userId="eed79641-8d75-4c66-a669-438ad56aff06" providerId="ADAL" clId="{FF67BCB4-2724-45A5-B109-1B10B844B13D}" dt="2024-10-28T03:35:09.928" v="21" actId="22"/>
        <pc:sldMkLst>
          <pc:docMk/>
          <pc:sldMk cId="231894374" sldId="257"/>
        </pc:sldMkLst>
        <pc:picChg chg="add">
          <ac:chgData name="Abdalla Mukhaimer, Widad" userId="eed79641-8d75-4c66-a669-438ad56aff06" providerId="ADAL" clId="{FF67BCB4-2724-45A5-B109-1B10B844B13D}" dt="2024-10-28T03:35:09.928" v="21" actId="22"/>
          <ac:picMkLst>
            <pc:docMk/>
            <pc:sldMk cId="231894374" sldId="257"/>
            <ac:picMk id="3" creationId="{1903AB01-D6B4-588F-1061-166382979B7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993590842" sldId="257"/>
        </pc:sldMkLst>
      </pc:sldChg>
      <pc:sldChg chg="addSp modSp add mod">
        <pc:chgData name="Abdalla Mukhaimer, Widad" userId="eed79641-8d75-4c66-a669-438ad56aff06" providerId="ADAL" clId="{FF67BCB4-2724-45A5-B109-1B10B844B13D}" dt="2024-10-28T03:42:15.276" v="98" actId="1076"/>
        <pc:sldMkLst>
          <pc:docMk/>
          <pc:sldMk cId="2875865247" sldId="258"/>
        </pc:sldMkLst>
        <pc:spChg chg="add mod">
          <ac:chgData name="Abdalla Mukhaimer, Widad" userId="eed79641-8d75-4c66-a669-438ad56aff06" providerId="ADAL" clId="{FF67BCB4-2724-45A5-B109-1B10B844B13D}" dt="2024-10-28T03:42:15.276" v="98" actId="1076"/>
          <ac:spMkLst>
            <pc:docMk/>
            <pc:sldMk cId="2875865247" sldId="258"/>
            <ac:spMk id="3" creationId="{34F841FB-E391-8424-EB53-22DCAFA39E9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22914983" sldId="258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96290643" sldId="259"/>
        </pc:sldMkLst>
      </pc:sldChg>
      <pc:sldChg chg="addSp modSp add mod">
        <pc:chgData name="Abdalla Mukhaimer, Widad" userId="eed79641-8d75-4c66-a669-438ad56aff06" providerId="ADAL" clId="{FF67BCB4-2724-45A5-B109-1B10B844B13D}" dt="2024-10-28T03:42:31.462" v="102" actId="1076"/>
        <pc:sldMkLst>
          <pc:docMk/>
          <pc:sldMk cId="3062651993" sldId="259"/>
        </pc:sldMkLst>
        <pc:spChg chg="add mod">
          <ac:chgData name="Abdalla Mukhaimer, Widad" userId="eed79641-8d75-4c66-a669-438ad56aff06" providerId="ADAL" clId="{FF67BCB4-2724-45A5-B109-1B10B844B13D}" dt="2024-10-28T03:42:31.462" v="102" actId="1076"/>
          <ac:spMkLst>
            <pc:docMk/>
            <pc:sldMk cId="3062651993" sldId="259"/>
            <ac:spMk id="3" creationId="{5A067606-B544-1041-61F5-3522682BA790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2:47.448" v="106" actId="1076"/>
        <pc:sldMkLst>
          <pc:docMk/>
          <pc:sldMk cId="2261709715" sldId="260"/>
        </pc:sldMkLst>
        <pc:spChg chg="add mod">
          <ac:chgData name="Abdalla Mukhaimer, Widad" userId="eed79641-8d75-4c66-a669-438ad56aff06" providerId="ADAL" clId="{FF67BCB4-2724-45A5-B109-1B10B844B13D}" dt="2024-10-28T03:42:47.448" v="106" actId="1076"/>
          <ac:spMkLst>
            <pc:docMk/>
            <pc:sldMk cId="2261709715" sldId="260"/>
            <ac:spMk id="3" creationId="{7071EE69-BF3A-260F-5AE5-3C69A380E3B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39960161" sldId="260"/>
        </pc:sldMkLst>
      </pc:sldChg>
      <pc:sldChg chg="addSp modSp add mod">
        <pc:chgData name="Abdalla Mukhaimer, Widad" userId="eed79641-8d75-4c66-a669-438ad56aff06" providerId="ADAL" clId="{FF67BCB4-2724-45A5-B109-1B10B844B13D}" dt="2024-10-28T03:43:08.109" v="110" actId="1076"/>
        <pc:sldMkLst>
          <pc:docMk/>
          <pc:sldMk cId="2239263762" sldId="261"/>
        </pc:sldMkLst>
        <pc:spChg chg="add mod">
          <ac:chgData name="Abdalla Mukhaimer, Widad" userId="eed79641-8d75-4c66-a669-438ad56aff06" providerId="ADAL" clId="{FF67BCB4-2724-45A5-B109-1B10B844B13D}" dt="2024-10-28T03:43:08.109" v="110" actId="1076"/>
          <ac:spMkLst>
            <pc:docMk/>
            <pc:sldMk cId="2239263762" sldId="261"/>
            <ac:spMk id="3" creationId="{5BF7D3B7-B3FB-0193-2A95-7F9B4E4D797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03587831" sldId="261"/>
        </pc:sldMkLst>
      </pc:sldChg>
      <pc:sldChg chg="addSp modSp add mod">
        <pc:chgData name="Abdalla Mukhaimer, Widad" userId="eed79641-8d75-4c66-a669-438ad56aff06" providerId="ADAL" clId="{FF67BCB4-2724-45A5-B109-1B10B844B13D}" dt="2024-10-28T03:43:38.011" v="119" actId="1076"/>
        <pc:sldMkLst>
          <pc:docMk/>
          <pc:sldMk cId="427201817" sldId="262"/>
        </pc:sldMkLst>
        <pc:spChg chg="add mod">
          <ac:chgData name="Abdalla Mukhaimer, Widad" userId="eed79641-8d75-4c66-a669-438ad56aff06" providerId="ADAL" clId="{FF67BCB4-2724-45A5-B109-1B10B844B13D}" dt="2024-10-28T03:43:38.011" v="119" actId="1076"/>
          <ac:spMkLst>
            <pc:docMk/>
            <pc:sldMk cId="427201817" sldId="262"/>
            <ac:spMk id="3" creationId="{1521B90D-BDE1-7F91-BAC2-5F9A67F7DA0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633099977" sldId="262"/>
        </pc:sldMkLst>
      </pc:sldChg>
      <pc:sldChg chg="addSp modSp add mod">
        <pc:chgData name="Abdalla Mukhaimer, Widad" userId="eed79641-8d75-4c66-a669-438ad56aff06" providerId="ADAL" clId="{FF67BCB4-2724-45A5-B109-1B10B844B13D}" dt="2024-10-28T03:40:17.741" v="67" actId="1076"/>
        <pc:sldMkLst>
          <pc:docMk/>
          <pc:sldMk cId="2395882795" sldId="263"/>
        </pc:sldMkLst>
        <pc:spChg chg="add mod">
          <ac:chgData name="Abdalla Mukhaimer, Widad" userId="eed79641-8d75-4c66-a669-438ad56aff06" providerId="ADAL" clId="{FF67BCB4-2724-45A5-B109-1B10B844B13D}" dt="2024-10-28T03:40:17.741" v="67" actId="1076"/>
          <ac:spMkLst>
            <pc:docMk/>
            <pc:sldMk cId="2395882795" sldId="263"/>
            <ac:spMk id="3" creationId="{EC2D2AF3-BE89-E66B-7B0A-CEF38BB9AEF5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785793728" sldId="263"/>
        </pc:sldMkLst>
      </pc:sldChg>
      <pc:sldChg chg="addSp modSp add mod">
        <pc:chgData name="Abdalla Mukhaimer, Widad" userId="eed79641-8d75-4c66-a669-438ad56aff06" providerId="ADAL" clId="{FF67BCB4-2724-45A5-B109-1B10B844B13D}" dt="2024-10-28T03:40:37.209" v="72" actId="20577"/>
        <pc:sldMkLst>
          <pc:docMk/>
          <pc:sldMk cId="2163957814" sldId="264"/>
        </pc:sldMkLst>
        <pc:spChg chg="add mod">
          <ac:chgData name="Abdalla Mukhaimer, Widad" userId="eed79641-8d75-4c66-a669-438ad56aff06" providerId="ADAL" clId="{FF67BCB4-2724-45A5-B109-1B10B844B13D}" dt="2024-10-28T03:40:37.209" v="72" actId="20577"/>
          <ac:spMkLst>
            <pc:docMk/>
            <pc:sldMk cId="2163957814" sldId="264"/>
            <ac:spMk id="3" creationId="{50A2FD76-6A62-883B-8EFC-52EF7325D14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530113349" sldId="264"/>
        </pc:sldMkLst>
      </pc:sldChg>
      <pc:sldChg chg="addSp modSp add mod">
        <pc:chgData name="Abdalla Mukhaimer, Widad" userId="eed79641-8d75-4c66-a669-438ad56aff06" providerId="ADAL" clId="{FF67BCB4-2724-45A5-B109-1B10B844B13D}" dt="2024-10-28T03:40:51.771" v="76" actId="1076"/>
        <pc:sldMkLst>
          <pc:docMk/>
          <pc:sldMk cId="3216060990" sldId="265"/>
        </pc:sldMkLst>
        <pc:picChg chg="add mod">
          <ac:chgData name="Abdalla Mukhaimer, Widad" userId="eed79641-8d75-4c66-a669-438ad56aff06" providerId="ADAL" clId="{FF67BCB4-2724-45A5-B109-1B10B844B13D}" dt="2024-10-28T03:40:51.771" v="76" actId="1076"/>
          <ac:picMkLst>
            <pc:docMk/>
            <pc:sldMk cId="3216060990" sldId="265"/>
            <ac:picMk id="3" creationId="{5BAA1A71-1A7C-B187-BA6C-A0D456C856A9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149767526" sldId="265"/>
        </pc:sldMkLst>
      </pc:sldChg>
      <pc:sldChg chg="addSp modSp add mod">
        <pc:chgData name="Abdalla Mukhaimer, Widad" userId="eed79641-8d75-4c66-a669-438ad56aff06" providerId="ADAL" clId="{FF67BCB4-2724-45A5-B109-1B10B844B13D}" dt="2024-10-28T03:41:25.013" v="85" actId="1076"/>
        <pc:sldMkLst>
          <pc:docMk/>
          <pc:sldMk cId="2750031031" sldId="266"/>
        </pc:sldMkLst>
        <pc:spChg chg="add mod">
          <ac:chgData name="Abdalla Mukhaimer, Widad" userId="eed79641-8d75-4c66-a669-438ad56aff06" providerId="ADAL" clId="{FF67BCB4-2724-45A5-B109-1B10B844B13D}" dt="2024-10-28T03:41:16.060" v="83" actId="255"/>
          <ac:spMkLst>
            <pc:docMk/>
            <pc:sldMk cId="2750031031" sldId="266"/>
            <ac:spMk id="3" creationId="{32BFC8A8-DFE4-7900-434F-42A7EF2D885D}"/>
          </ac:spMkLst>
        </pc:spChg>
        <pc:picChg chg="add mod">
          <ac:chgData name="Abdalla Mukhaimer, Widad" userId="eed79641-8d75-4c66-a669-438ad56aff06" providerId="ADAL" clId="{FF67BCB4-2724-45A5-B109-1B10B844B13D}" dt="2024-10-28T03:41:25.013" v="85" actId="1076"/>
          <ac:picMkLst>
            <pc:docMk/>
            <pc:sldMk cId="2750031031" sldId="266"/>
            <ac:picMk id="5" creationId="{7F616BC3-D4D2-89C5-468E-E04388B3352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815339782" sldId="26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828316129" sldId="267"/>
        </pc:sldMkLst>
      </pc:sldChg>
      <pc:sldChg chg="addSp modSp add mod">
        <pc:chgData name="Abdalla Mukhaimer, Widad" userId="eed79641-8d75-4c66-a669-438ad56aff06" providerId="ADAL" clId="{FF67BCB4-2724-45A5-B109-1B10B844B13D}" dt="2024-10-28T03:41:42.872" v="90" actId="1076"/>
        <pc:sldMkLst>
          <pc:docMk/>
          <pc:sldMk cId="830348739" sldId="267"/>
        </pc:sldMkLst>
        <pc:spChg chg="add mod">
          <ac:chgData name="Abdalla Mukhaimer, Widad" userId="eed79641-8d75-4c66-a669-438ad56aff06" providerId="ADAL" clId="{FF67BCB4-2724-45A5-B109-1B10B844B13D}" dt="2024-10-28T03:41:42.872" v="90" actId="1076"/>
          <ac:spMkLst>
            <pc:docMk/>
            <pc:sldMk cId="830348739" sldId="267"/>
            <ac:spMk id="3" creationId="{1C28A459-591B-54FA-CBB1-ACEDB901188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46977217" sldId="268"/>
        </pc:sldMkLst>
      </pc:sldChg>
      <pc:sldChg chg="addSp modSp add mod">
        <pc:chgData name="Abdalla Mukhaimer, Widad" userId="eed79641-8d75-4c66-a669-438ad56aff06" providerId="ADAL" clId="{FF67BCB4-2724-45A5-B109-1B10B844B13D}" dt="2024-10-28T03:41:57.939" v="94" actId="1076"/>
        <pc:sldMkLst>
          <pc:docMk/>
          <pc:sldMk cId="2881969903" sldId="268"/>
        </pc:sldMkLst>
        <pc:spChg chg="add mod">
          <ac:chgData name="Abdalla Mukhaimer, Widad" userId="eed79641-8d75-4c66-a669-438ad56aff06" providerId="ADAL" clId="{FF67BCB4-2724-45A5-B109-1B10B844B13D}" dt="2024-10-28T03:41:57.939" v="94" actId="1076"/>
          <ac:spMkLst>
            <pc:docMk/>
            <pc:sldMk cId="2881969903" sldId="268"/>
            <ac:spMk id="3" creationId="{37408CFF-E530-0C73-165D-544432DD52B3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3:56.947" v="123" actId="1076"/>
        <pc:sldMkLst>
          <pc:docMk/>
          <pc:sldMk cId="291207392" sldId="269"/>
        </pc:sldMkLst>
        <pc:spChg chg="add mod">
          <ac:chgData name="Abdalla Mukhaimer, Widad" userId="eed79641-8d75-4c66-a669-438ad56aff06" providerId="ADAL" clId="{FF67BCB4-2724-45A5-B109-1B10B844B13D}" dt="2024-10-28T03:43:56.947" v="123" actId="1076"/>
          <ac:spMkLst>
            <pc:docMk/>
            <pc:sldMk cId="291207392" sldId="269"/>
            <ac:spMk id="3" creationId="{68EB6B60-7D80-37FB-E8F9-E3076FCDCED4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380371759" sldId="269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940679707" sldId="270"/>
        </pc:sldMkLst>
      </pc:sldChg>
      <pc:sldChg chg="addSp modSp add mod">
        <pc:chgData name="Abdalla Mukhaimer, Widad" userId="eed79641-8d75-4c66-a669-438ad56aff06" providerId="ADAL" clId="{FF67BCB4-2724-45A5-B109-1B10B844B13D}" dt="2024-10-28T03:44:17.591" v="130" actId="20577"/>
        <pc:sldMkLst>
          <pc:docMk/>
          <pc:sldMk cId="1066293992" sldId="270"/>
        </pc:sldMkLst>
        <pc:spChg chg="add mod">
          <ac:chgData name="Abdalla Mukhaimer, Widad" userId="eed79641-8d75-4c66-a669-438ad56aff06" providerId="ADAL" clId="{FF67BCB4-2724-45A5-B109-1B10B844B13D}" dt="2024-10-28T03:44:17.591" v="130" actId="20577"/>
          <ac:spMkLst>
            <pc:docMk/>
            <pc:sldMk cId="1066293992" sldId="270"/>
            <ac:spMk id="3" creationId="{9BFC686E-F4FB-9A39-3365-C28F310F3C88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740582485" sldId="271"/>
        </pc:sldMkLst>
      </pc:sldChg>
      <pc:sldChg chg="addSp modSp add mod">
        <pc:chgData name="Abdalla Mukhaimer, Widad" userId="eed79641-8d75-4c66-a669-438ad56aff06" providerId="ADAL" clId="{FF67BCB4-2724-45A5-B109-1B10B844B13D}" dt="2024-10-28T03:46:20.984" v="134" actId="20577"/>
        <pc:sldMkLst>
          <pc:docMk/>
          <pc:sldMk cId="4177564369" sldId="271"/>
        </pc:sldMkLst>
        <pc:spChg chg="add mod">
          <ac:chgData name="Abdalla Mukhaimer, Widad" userId="eed79641-8d75-4c66-a669-438ad56aff06" providerId="ADAL" clId="{FF67BCB4-2724-45A5-B109-1B10B844B13D}" dt="2024-10-28T03:46:20.984" v="134" actId="20577"/>
          <ac:spMkLst>
            <pc:docMk/>
            <pc:sldMk cId="4177564369" sldId="271"/>
            <ac:spMk id="3" creationId="{3F42ADAC-A079-89FB-ADB6-5B879F05EB94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6:40.062" v="139" actId="20577"/>
        <pc:sldMkLst>
          <pc:docMk/>
          <pc:sldMk cId="266007693" sldId="272"/>
        </pc:sldMkLst>
        <pc:spChg chg="add mod">
          <ac:chgData name="Abdalla Mukhaimer, Widad" userId="eed79641-8d75-4c66-a669-438ad56aff06" providerId="ADAL" clId="{FF67BCB4-2724-45A5-B109-1B10B844B13D}" dt="2024-10-28T03:46:40.062" v="139" actId="20577"/>
          <ac:spMkLst>
            <pc:docMk/>
            <pc:sldMk cId="266007693" sldId="272"/>
            <ac:spMk id="3" creationId="{2A6F49E2-A786-BBDD-817F-B45159FC761D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02084988" sldId="27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330232824" sldId="273"/>
        </pc:sldMkLst>
      </pc:sldChg>
      <pc:sldChg chg="addSp modSp add mod">
        <pc:chgData name="Abdalla Mukhaimer, Widad" userId="eed79641-8d75-4c66-a669-438ad56aff06" providerId="ADAL" clId="{FF67BCB4-2724-45A5-B109-1B10B844B13D}" dt="2024-10-28T03:48:07.305" v="162" actId="20577"/>
        <pc:sldMkLst>
          <pc:docMk/>
          <pc:sldMk cId="3892102319" sldId="273"/>
        </pc:sldMkLst>
        <pc:spChg chg="add mod">
          <ac:chgData name="Abdalla Mukhaimer, Widad" userId="eed79641-8d75-4c66-a669-438ad56aff06" providerId="ADAL" clId="{FF67BCB4-2724-45A5-B109-1B10B844B13D}" dt="2024-10-28T03:48:07.305" v="162" actId="20577"/>
          <ac:spMkLst>
            <pc:docMk/>
            <pc:sldMk cId="3892102319" sldId="273"/>
            <ac:spMk id="3" creationId="{E53F3240-E39F-83AD-493E-289AA9156DA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63550143" sldId="274"/>
        </pc:sldMkLst>
      </pc:sldChg>
      <pc:sldChg chg="addSp modSp add mod">
        <pc:chgData name="Abdalla Mukhaimer, Widad" userId="eed79641-8d75-4c66-a669-438ad56aff06" providerId="ADAL" clId="{FF67BCB4-2724-45A5-B109-1B10B844B13D}" dt="2024-10-28T03:48:30.764" v="168" actId="1076"/>
        <pc:sldMkLst>
          <pc:docMk/>
          <pc:sldMk cId="1228211738" sldId="274"/>
        </pc:sldMkLst>
        <pc:spChg chg="add mod">
          <ac:chgData name="Abdalla Mukhaimer, Widad" userId="eed79641-8d75-4c66-a669-438ad56aff06" providerId="ADAL" clId="{FF67BCB4-2724-45A5-B109-1B10B844B13D}" dt="2024-10-28T03:48:30.764" v="168" actId="1076"/>
          <ac:spMkLst>
            <pc:docMk/>
            <pc:sldMk cId="1228211738" sldId="274"/>
            <ac:spMk id="3" creationId="{58F83B0E-731C-8496-4E54-166080FA0527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8:50.820" v="172" actId="1076"/>
        <pc:sldMkLst>
          <pc:docMk/>
          <pc:sldMk cId="4012608046" sldId="275"/>
        </pc:sldMkLst>
        <pc:spChg chg="add mod">
          <ac:chgData name="Abdalla Mukhaimer, Widad" userId="eed79641-8d75-4c66-a669-438ad56aff06" providerId="ADAL" clId="{FF67BCB4-2724-45A5-B109-1B10B844B13D}" dt="2024-10-28T03:48:50.820" v="172" actId="1076"/>
          <ac:spMkLst>
            <pc:docMk/>
            <pc:sldMk cId="4012608046" sldId="275"/>
            <ac:spMk id="3" creationId="{AF4E54E0-795C-D68C-444D-D8DD6AD2705F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291937327" sldId="275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37967327" sldId="276"/>
        </pc:sldMkLst>
      </pc:sldChg>
      <pc:sldChg chg="addSp modSp add mod">
        <pc:chgData name="Abdalla Mukhaimer, Widad" userId="eed79641-8d75-4c66-a669-438ad56aff06" providerId="ADAL" clId="{FF67BCB4-2724-45A5-B109-1B10B844B13D}" dt="2024-10-28T03:49:04.526" v="176" actId="1076"/>
        <pc:sldMkLst>
          <pc:docMk/>
          <pc:sldMk cId="2306756006" sldId="276"/>
        </pc:sldMkLst>
        <pc:spChg chg="add mod">
          <ac:chgData name="Abdalla Mukhaimer, Widad" userId="eed79641-8d75-4c66-a669-438ad56aff06" providerId="ADAL" clId="{FF67BCB4-2724-45A5-B109-1B10B844B13D}" dt="2024-10-28T03:49:04.526" v="176" actId="1076"/>
          <ac:spMkLst>
            <pc:docMk/>
            <pc:sldMk cId="2306756006" sldId="276"/>
            <ac:spMk id="3" creationId="{60C83C47-A6A9-FB30-4724-4FD4FC952D9C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157657898" sldId="277"/>
        </pc:sldMkLst>
      </pc:sldChg>
      <pc:sldChg chg="addSp modSp add mod">
        <pc:chgData name="Abdalla Mukhaimer, Widad" userId="eed79641-8d75-4c66-a669-438ad56aff06" providerId="ADAL" clId="{FF67BCB4-2724-45A5-B109-1B10B844B13D}" dt="2024-10-28T03:49:16.391" v="180" actId="20577"/>
        <pc:sldMkLst>
          <pc:docMk/>
          <pc:sldMk cId="2488140321" sldId="277"/>
        </pc:sldMkLst>
        <pc:spChg chg="add mod">
          <ac:chgData name="Abdalla Mukhaimer, Widad" userId="eed79641-8d75-4c66-a669-438ad56aff06" providerId="ADAL" clId="{FF67BCB4-2724-45A5-B109-1B10B844B13D}" dt="2024-10-28T03:49:16.391" v="180" actId="20577"/>
          <ac:spMkLst>
            <pc:docMk/>
            <pc:sldMk cId="2488140321" sldId="277"/>
            <ac:spMk id="3" creationId="{E545A3E1-212C-511B-7E86-FCD0B966C72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254756078" sldId="278"/>
        </pc:sldMkLst>
      </pc:sldChg>
      <pc:sldChg chg="addSp modSp add mod">
        <pc:chgData name="Abdalla Mukhaimer, Widad" userId="eed79641-8d75-4c66-a669-438ad56aff06" providerId="ADAL" clId="{FF67BCB4-2724-45A5-B109-1B10B844B13D}" dt="2024-10-28T03:49:39.565" v="186" actId="20577"/>
        <pc:sldMkLst>
          <pc:docMk/>
          <pc:sldMk cId="1360075112" sldId="278"/>
        </pc:sldMkLst>
        <pc:spChg chg="add mod">
          <ac:chgData name="Abdalla Mukhaimer, Widad" userId="eed79641-8d75-4c66-a669-438ad56aff06" providerId="ADAL" clId="{FF67BCB4-2724-45A5-B109-1B10B844B13D}" dt="2024-10-28T03:49:39.565" v="186" actId="20577"/>
          <ac:spMkLst>
            <pc:docMk/>
            <pc:sldMk cId="1360075112" sldId="278"/>
            <ac:spMk id="3" creationId="{67499C77-D141-7245-876E-8593B73CF337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521480919" sldId="279"/>
        </pc:sldMkLst>
      </pc:sldChg>
      <pc:sldChg chg="addSp modSp add mod">
        <pc:chgData name="Abdalla Mukhaimer, Widad" userId="eed79641-8d75-4c66-a669-438ad56aff06" providerId="ADAL" clId="{FF67BCB4-2724-45A5-B109-1B10B844B13D}" dt="2024-10-28T03:49:57.743" v="191" actId="20577"/>
        <pc:sldMkLst>
          <pc:docMk/>
          <pc:sldMk cId="3000386733" sldId="279"/>
        </pc:sldMkLst>
        <pc:spChg chg="add mod">
          <ac:chgData name="Abdalla Mukhaimer, Widad" userId="eed79641-8d75-4c66-a669-438ad56aff06" providerId="ADAL" clId="{FF67BCB4-2724-45A5-B109-1B10B844B13D}" dt="2024-10-28T03:49:57.743" v="191" actId="20577"/>
          <ac:spMkLst>
            <pc:docMk/>
            <pc:sldMk cId="3000386733" sldId="279"/>
            <ac:spMk id="3" creationId="{FDBA8DAE-6B05-E02B-2F80-2D32020B2B3E}"/>
          </ac:spMkLst>
        </pc:spChg>
      </pc:sldChg>
      <pc:sldChg chg="add">
        <pc:chgData name="Abdalla Mukhaimer, Widad" userId="eed79641-8d75-4c66-a669-438ad56aff06" providerId="ADAL" clId="{FF67BCB4-2724-45A5-B109-1B10B844B13D}" dt="2024-10-28T03:37:46.969" v="46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49079748" sldId="280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975365734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593849849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71781431" sldId="282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825606142" sldId="28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1881240" sldId="283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51197766" sldId="284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4614709" sldId="29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78302482" sldId="297"/>
        </pc:sldMkLst>
      </pc:sldChg>
    </pc:docChg>
  </pc:docChgLst>
  <pc:docChgLst>
    <pc:chgData name="Abdalla Mukhaimer, Widad" userId="eed79641-8d75-4c66-a669-438ad56aff06" providerId="ADAL" clId="{69EF3872-02C1-419B-9A3D-1F0F8CF3B24B}"/>
    <pc:docChg chg="custSel addSld delSld modSld">
      <pc:chgData name="Abdalla Mukhaimer, Widad" userId="eed79641-8d75-4c66-a669-438ad56aff06" providerId="ADAL" clId="{69EF3872-02C1-419B-9A3D-1F0F8CF3B24B}" dt="2024-12-02T04:57:34.178" v="209" actId="47"/>
      <pc:docMkLst>
        <pc:docMk/>
      </pc:docMkLst>
      <pc:sldChg chg="modSp mod">
        <pc:chgData name="Abdalla Mukhaimer, Widad" userId="eed79641-8d75-4c66-a669-438ad56aff06" providerId="ADAL" clId="{69EF3872-02C1-419B-9A3D-1F0F8CF3B24B}" dt="2024-12-02T04:44:52.316" v="13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69EF3872-02C1-419B-9A3D-1F0F8CF3B24B}" dt="2024-12-02T04:44:52.316" v="13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829655451" sldId="304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2067137686" sldId="305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665463979" sldId="306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2601494979" sldId="307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758595871" sldId="308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122493143" sldId="309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665015453" sldId="310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366116291" sldId="311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155657700" sldId="312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132476670" sldId="313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894309510" sldId="314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279899016" sldId="315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621354024" sldId="316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250260127" sldId="317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921509192" sldId="318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2088231010" sldId="319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624010047" sldId="320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3857908509" sldId="321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570646333" sldId="322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947668842" sldId="323"/>
        </pc:sldMkLst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086270051" sldId="324"/>
        </pc:sldMkLst>
      </pc:sldChg>
      <pc:sldChg chg="addSp modSp mod">
        <pc:chgData name="Abdalla Mukhaimer, Widad" userId="eed79641-8d75-4c66-a669-438ad56aff06" providerId="ADAL" clId="{69EF3872-02C1-419B-9A3D-1F0F8CF3B24B}" dt="2024-12-02T04:48:24.649" v="62" actId="1076"/>
        <pc:sldMkLst>
          <pc:docMk/>
          <pc:sldMk cId="2195951705" sldId="325"/>
        </pc:sldMkLst>
        <pc:spChg chg="add mod">
          <ac:chgData name="Abdalla Mukhaimer, Widad" userId="eed79641-8d75-4c66-a669-438ad56aff06" providerId="ADAL" clId="{69EF3872-02C1-419B-9A3D-1F0F8CF3B24B}" dt="2024-12-02T04:48:24.649" v="62" actId="1076"/>
          <ac:spMkLst>
            <pc:docMk/>
            <pc:sldMk cId="2195951705" sldId="325"/>
            <ac:spMk id="3" creationId="{2008F0B2-27FC-A9E0-79A9-3C6A5ED37F37}"/>
          </ac:spMkLst>
        </pc:spChg>
      </pc:sldChg>
      <pc:sldChg chg="addSp modSp add mod">
        <pc:chgData name="Abdalla Mukhaimer, Widad" userId="eed79641-8d75-4c66-a669-438ad56aff06" providerId="ADAL" clId="{69EF3872-02C1-419B-9A3D-1F0F8CF3B24B}" dt="2024-12-02T04:49:59.529" v="74" actId="1076"/>
        <pc:sldMkLst>
          <pc:docMk/>
          <pc:sldMk cId="3320076870" sldId="326"/>
        </pc:sldMkLst>
        <pc:spChg chg="add mod">
          <ac:chgData name="Abdalla Mukhaimer, Widad" userId="eed79641-8d75-4c66-a669-438ad56aff06" providerId="ADAL" clId="{69EF3872-02C1-419B-9A3D-1F0F8CF3B24B}" dt="2024-12-02T04:49:43.257" v="69" actId="255"/>
          <ac:spMkLst>
            <pc:docMk/>
            <pc:sldMk cId="3320076870" sldId="326"/>
            <ac:spMk id="4" creationId="{071A48A5-7E40-A0BF-CB81-A1A339284970}"/>
          </ac:spMkLst>
        </pc:spChg>
        <pc:picChg chg="add mod modCrop">
          <ac:chgData name="Abdalla Mukhaimer, Widad" userId="eed79641-8d75-4c66-a669-438ad56aff06" providerId="ADAL" clId="{69EF3872-02C1-419B-9A3D-1F0F8CF3B24B}" dt="2024-12-02T04:49:59.529" v="74" actId="1076"/>
          <ac:picMkLst>
            <pc:docMk/>
            <pc:sldMk cId="3320076870" sldId="326"/>
            <ac:picMk id="2" creationId="{0B78C619-29C1-43A3-F999-512A7E389C62}"/>
          </ac:picMkLst>
        </pc:picChg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1005967621" sldId="327"/>
        </pc:sldMkLst>
      </pc:sldChg>
      <pc:sldChg chg="addSp modSp add mod">
        <pc:chgData name="Abdalla Mukhaimer, Widad" userId="eed79641-8d75-4c66-a669-438ad56aff06" providerId="ADAL" clId="{69EF3872-02C1-419B-9A3D-1F0F8CF3B24B}" dt="2024-12-02T04:51:25.130" v="91" actId="1076"/>
        <pc:sldMkLst>
          <pc:docMk/>
          <pc:sldMk cId="1374696849" sldId="327"/>
        </pc:sldMkLst>
        <pc:spChg chg="add mod">
          <ac:chgData name="Abdalla Mukhaimer, Widad" userId="eed79641-8d75-4c66-a669-438ad56aff06" providerId="ADAL" clId="{69EF3872-02C1-419B-9A3D-1F0F8CF3B24B}" dt="2024-12-02T04:51:25.130" v="91" actId="1076"/>
          <ac:spMkLst>
            <pc:docMk/>
            <pc:sldMk cId="1374696849" sldId="327"/>
            <ac:spMk id="3" creationId="{B5A41ACC-F866-E8B5-5443-9D58CF954E6B}"/>
          </ac:spMkLst>
        </pc:spChg>
      </pc:sldChg>
      <pc:sldChg chg="del">
        <pc:chgData name="Abdalla Mukhaimer, Widad" userId="eed79641-8d75-4c66-a669-438ad56aff06" providerId="ADAL" clId="{69EF3872-02C1-419B-9A3D-1F0F8CF3B24B}" dt="2024-12-02T04:44:58.250" v="14" actId="47"/>
        <pc:sldMkLst>
          <pc:docMk/>
          <pc:sldMk cId="774171943" sldId="328"/>
        </pc:sldMkLst>
      </pc:sldChg>
      <pc:sldChg chg="addSp modSp add mod">
        <pc:chgData name="Abdalla Mukhaimer, Widad" userId="eed79641-8d75-4c66-a669-438ad56aff06" providerId="ADAL" clId="{69EF3872-02C1-419B-9A3D-1F0F8CF3B24B}" dt="2024-12-02T04:52:33.991" v="112" actId="1076"/>
        <pc:sldMkLst>
          <pc:docMk/>
          <pc:sldMk cId="2158056601" sldId="328"/>
        </pc:sldMkLst>
        <pc:spChg chg="add mod ord">
          <ac:chgData name="Abdalla Mukhaimer, Widad" userId="eed79641-8d75-4c66-a669-438ad56aff06" providerId="ADAL" clId="{69EF3872-02C1-419B-9A3D-1F0F8CF3B24B}" dt="2024-12-02T04:52:32.488" v="111" actId="1076"/>
          <ac:spMkLst>
            <pc:docMk/>
            <pc:sldMk cId="2158056601" sldId="328"/>
            <ac:spMk id="4" creationId="{ADF7E797-20EC-2D2A-7121-9CB4C0057831}"/>
          </ac:spMkLst>
        </pc:spChg>
        <pc:picChg chg="add mod">
          <ac:chgData name="Abdalla Mukhaimer, Widad" userId="eed79641-8d75-4c66-a669-438ad56aff06" providerId="ADAL" clId="{69EF3872-02C1-419B-9A3D-1F0F8CF3B24B}" dt="2024-12-02T04:52:33.991" v="112" actId="1076"/>
          <ac:picMkLst>
            <pc:docMk/>
            <pc:sldMk cId="2158056601" sldId="328"/>
            <ac:picMk id="2" creationId="{76D92956-9826-DE6E-93DA-7C51C7C55535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3:08.516" v="124" actId="1076"/>
        <pc:sldMkLst>
          <pc:docMk/>
          <pc:sldMk cId="3690112909" sldId="329"/>
        </pc:sldMkLst>
        <pc:spChg chg="add mod ord">
          <ac:chgData name="Abdalla Mukhaimer, Widad" userId="eed79641-8d75-4c66-a669-438ad56aff06" providerId="ADAL" clId="{69EF3872-02C1-419B-9A3D-1F0F8CF3B24B}" dt="2024-12-02T04:52:59.296" v="117" actId="167"/>
          <ac:spMkLst>
            <pc:docMk/>
            <pc:sldMk cId="3690112909" sldId="329"/>
            <ac:spMk id="4" creationId="{ECD86012-3561-F2A5-FB20-D79CD26742FB}"/>
          </ac:spMkLst>
        </pc:spChg>
        <pc:picChg chg="add mod">
          <ac:chgData name="Abdalla Mukhaimer, Widad" userId="eed79641-8d75-4c66-a669-438ad56aff06" providerId="ADAL" clId="{69EF3872-02C1-419B-9A3D-1F0F8CF3B24B}" dt="2024-12-02T04:53:08.516" v="124" actId="1076"/>
          <ac:picMkLst>
            <pc:docMk/>
            <pc:sldMk cId="3690112909" sldId="329"/>
            <ac:picMk id="2" creationId="{3D7B98E4-97EB-B656-2E33-B3A1C158F9F6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4:07.069" v="144" actId="1076"/>
        <pc:sldMkLst>
          <pc:docMk/>
          <pc:sldMk cId="2899994034" sldId="330"/>
        </pc:sldMkLst>
        <pc:spChg chg="add mod ord">
          <ac:chgData name="Abdalla Mukhaimer, Widad" userId="eed79641-8d75-4c66-a669-438ad56aff06" providerId="ADAL" clId="{69EF3872-02C1-419B-9A3D-1F0F8CF3B24B}" dt="2024-12-02T04:54:04.815" v="143" actId="20577"/>
          <ac:spMkLst>
            <pc:docMk/>
            <pc:sldMk cId="2899994034" sldId="330"/>
            <ac:spMk id="5" creationId="{801DCA31-3585-5009-6802-590653069554}"/>
          </ac:spMkLst>
        </pc:spChg>
        <pc:picChg chg="add mod">
          <ac:chgData name="Abdalla Mukhaimer, Widad" userId="eed79641-8d75-4c66-a669-438ad56aff06" providerId="ADAL" clId="{69EF3872-02C1-419B-9A3D-1F0F8CF3B24B}" dt="2024-12-02T04:53:53.904" v="138" actId="1076"/>
          <ac:picMkLst>
            <pc:docMk/>
            <pc:sldMk cId="2899994034" sldId="330"/>
            <ac:picMk id="2" creationId="{76341B07-49E1-2DF1-5E91-E2C3E8593DE5}"/>
          </ac:picMkLst>
        </pc:picChg>
        <pc:picChg chg="add mod">
          <ac:chgData name="Abdalla Mukhaimer, Widad" userId="eed79641-8d75-4c66-a669-438ad56aff06" providerId="ADAL" clId="{69EF3872-02C1-419B-9A3D-1F0F8CF3B24B}" dt="2024-12-02T04:54:07.069" v="144" actId="1076"/>
          <ac:picMkLst>
            <pc:docMk/>
            <pc:sldMk cId="2899994034" sldId="330"/>
            <ac:picMk id="3" creationId="{B5BA35CF-0F6C-4650-6114-388F7DF583E9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4:40.706" v="154" actId="1076"/>
        <pc:sldMkLst>
          <pc:docMk/>
          <pc:sldMk cId="2651509030" sldId="331"/>
        </pc:sldMkLst>
        <pc:spChg chg="add mod ord">
          <ac:chgData name="Abdalla Mukhaimer, Widad" userId="eed79641-8d75-4c66-a669-438ad56aff06" providerId="ADAL" clId="{69EF3872-02C1-419B-9A3D-1F0F8CF3B24B}" dt="2024-12-02T04:54:40.706" v="154" actId="1076"/>
          <ac:spMkLst>
            <pc:docMk/>
            <pc:sldMk cId="2651509030" sldId="331"/>
            <ac:spMk id="4" creationId="{6EA455EC-1A96-8C3E-6549-AC1919C91FD4}"/>
          </ac:spMkLst>
        </pc:spChg>
        <pc:picChg chg="add mod">
          <ac:chgData name="Abdalla Mukhaimer, Widad" userId="eed79641-8d75-4c66-a669-438ad56aff06" providerId="ADAL" clId="{69EF3872-02C1-419B-9A3D-1F0F8CF3B24B}" dt="2024-12-02T04:54:33.678" v="153" actId="1076"/>
          <ac:picMkLst>
            <pc:docMk/>
            <pc:sldMk cId="2651509030" sldId="331"/>
            <ac:picMk id="2" creationId="{9741401A-9D30-FC6E-5911-F50F3A48B071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6:21.157" v="183" actId="14100"/>
        <pc:sldMkLst>
          <pc:docMk/>
          <pc:sldMk cId="2218408001" sldId="332"/>
        </pc:sldMkLst>
        <pc:spChg chg="add mod">
          <ac:chgData name="Abdalla Mukhaimer, Widad" userId="eed79641-8d75-4c66-a669-438ad56aff06" providerId="ADAL" clId="{69EF3872-02C1-419B-9A3D-1F0F8CF3B24B}" dt="2024-12-02T04:54:55.295" v="157" actId="14100"/>
          <ac:spMkLst>
            <pc:docMk/>
            <pc:sldMk cId="2218408001" sldId="332"/>
            <ac:spMk id="3" creationId="{79B69182-B913-C60D-B435-04B4C9094976}"/>
          </ac:spMkLst>
        </pc:spChg>
        <pc:picChg chg="add mod modCrop">
          <ac:chgData name="Abdalla Mukhaimer, Widad" userId="eed79641-8d75-4c66-a669-438ad56aff06" providerId="ADAL" clId="{69EF3872-02C1-419B-9A3D-1F0F8CF3B24B}" dt="2024-12-02T04:56:21.157" v="183" actId="14100"/>
          <ac:picMkLst>
            <pc:docMk/>
            <pc:sldMk cId="2218408001" sldId="332"/>
            <ac:picMk id="4" creationId="{72E9CFD9-EDD2-7156-DF6C-B4B0635A3025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6:50.692" v="193" actId="1076"/>
        <pc:sldMkLst>
          <pc:docMk/>
          <pc:sldMk cId="3028715840" sldId="333"/>
        </pc:sldMkLst>
        <pc:spChg chg="add mod">
          <ac:chgData name="Abdalla Mukhaimer, Widad" userId="eed79641-8d75-4c66-a669-438ad56aff06" providerId="ADAL" clId="{69EF3872-02C1-419B-9A3D-1F0F8CF3B24B}" dt="2024-12-02T04:55:09.193" v="161" actId="14100"/>
          <ac:spMkLst>
            <pc:docMk/>
            <pc:sldMk cId="3028715840" sldId="333"/>
            <ac:spMk id="3" creationId="{1277BFD7-4AC6-84A9-2402-6BFD763A1AC3}"/>
          </ac:spMkLst>
        </pc:spChg>
        <pc:picChg chg="add mod modCrop">
          <ac:chgData name="Abdalla Mukhaimer, Widad" userId="eed79641-8d75-4c66-a669-438ad56aff06" providerId="ADAL" clId="{69EF3872-02C1-419B-9A3D-1F0F8CF3B24B}" dt="2024-12-02T04:56:50.692" v="193" actId="1076"/>
          <ac:picMkLst>
            <pc:docMk/>
            <pc:sldMk cId="3028715840" sldId="333"/>
            <ac:picMk id="4" creationId="{F32E4692-B261-70D5-DA15-ED90E010C2F1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7:08.429" v="201" actId="1076"/>
        <pc:sldMkLst>
          <pc:docMk/>
          <pc:sldMk cId="550143967" sldId="334"/>
        </pc:sldMkLst>
        <pc:spChg chg="add mod">
          <ac:chgData name="Abdalla Mukhaimer, Widad" userId="eed79641-8d75-4c66-a669-438ad56aff06" providerId="ADAL" clId="{69EF3872-02C1-419B-9A3D-1F0F8CF3B24B}" dt="2024-12-02T04:55:25.691" v="165" actId="1076"/>
          <ac:spMkLst>
            <pc:docMk/>
            <pc:sldMk cId="550143967" sldId="334"/>
            <ac:spMk id="3" creationId="{1B1D368D-3A85-4145-67AF-3A1C91BF87FF}"/>
          </ac:spMkLst>
        </pc:spChg>
        <pc:picChg chg="add mod modCrop">
          <ac:chgData name="Abdalla Mukhaimer, Widad" userId="eed79641-8d75-4c66-a669-438ad56aff06" providerId="ADAL" clId="{69EF3872-02C1-419B-9A3D-1F0F8CF3B24B}" dt="2024-12-02T04:57:04.558" v="199" actId="1076"/>
          <ac:picMkLst>
            <pc:docMk/>
            <pc:sldMk cId="550143967" sldId="334"/>
            <ac:picMk id="4" creationId="{58EA1B98-CF4A-6AB4-68BC-71A515FDE05A}"/>
          </ac:picMkLst>
        </pc:picChg>
        <pc:picChg chg="add mod">
          <ac:chgData name="Abdalla Mukhaimer, Widad" userId="eed79641-8d75-4c66-a669-438ad56aff06" providerId="ADAL" clId="{69EF3872-02C1-419B-9A3D-1F0F8CF3B24B}" dt="2024-12-02T04:57:08.429" v="201" actId="1076"/>
          <ac:picMkLst>
            <pc:docMk/>
            <pc:sldMk cId="550143967" sldId="334"/>
            <ac:picMk id="5" creationId="{7D466D8C-EFAC-A71F-FCF2-78332096A72C}"/>
          </ac:picMkLst>
        </pc:picChg>
      </pc:sldChg>
      <pc:sldChg chg="addSp modSp add mod">
        <pc:chgData name="Abdalla Mukhaimer, Widad" userId="eed79641-8d75-4c66-a669-438ad56aff06" providerId="ADAL" clId="{69EF3872-02C1-419B-9A3D-1F0F8CF3B24B}" dt="2024-12-02T04:57:29.203" v="208" actId="1076"/>
        <pc:sldMkLst>
          <pc:docMk/>
          <pc:sldMk cId="2145297121" sldId="335"/>
        </pc:sldMkLst>
        <pc:spChg chg="add mod">
          <ac:chgData name="Abdalla Mukhaimer, Widad" userId="eed79641-8d75-4c66-a669-438ad56aff06" providerId="ADAL" clId="{69EF3872-02C1-419B-9A3D-1F0F8CF3B24B}" dt="2024-12-02T04:55:43.189" v="171" actId="20577"/>
          <ac:spMkLst>
            <pc:docMk/>
            <pc:sldMk cId="2145297121" sldId="335"/>
            <ac:spMk id="3" creationId="{35922841-1EFA-E952-3E2D-5AEF1F7C6ABA}"/>
          </ac:spMkLst>
        </pc:spChg>
        <pc:picChg chg="add mod modCrop">
          <ac:chgData name="Abdalla Mukhaimer, Widad" userId="eed79641-8d75-4c66-a669-438ad56aff06" providerId="ADAL" clId="{69EF3872-02C1-419B-9A3D-1F0F8CF3B24B}" dt="2024-12-02T04:57:29.203" v="208" actId="1076"/>
          <ac:picMkLst>
            <pc:docMk/>
            <pc:sldMk cId="2145297121" sldId="335"/>
            <ac:picMk id="4" creationId="{C2A9CD82-A6CC-DEBE-F5D8-0AB26B1F23E9}"/>
          </ac:picMkLst>
        </pc:picChg>
      </pc:sldChg>
      <pc:sldChg chg="add">
        <pc:chgData name="Abdalla Mukhaimer, Widad" userId="eed79641-8d75-4c66-a669-438ad56aff06" providerId="ADAL" clId="{69EF3872-02C1-419B-9A3D-1F0F8CF3B24B}" dt="2024-12-02T04:45:01.104" v="25"/>
        <pc:sldMkLst>
          <pc:docMk/>
          <pc:sldMk cId="3752512349" sldId="336"/>
        </pc:sldMkLst>
      </pc:sldChg>
      <pc:sldChg chg="add del">
        <pc:chgData name="Abdalla Mukhaimer, Widad" userId="eed79641-8d75-4c66-a669-438ad56aff06" providerId="ADAL" clId="{69EF3872-02C1-419B-9A3D-1F0F8CF3B24B}" dt="2024-12-02T04:57:34.178" v="209" actId="47"/>
        <pc:sldMkLst>
          <pc:docMk/>
          <pc:sldMk cId="889244564" sldId="337"/>
        </pc:sldMkLst>
      </pc:sldChg>
      <pc:sldChg chg="add del">
        <pc:chgData name="Abdalla Mukhaimer, Widad" userId="eed79641-8d75-4c66-a669-438ad56aff06" providerId="ADAL" clId="{69EF3872-02C1-419B-9A3D-1F0F8CF3B24B}" dt="2024-12-02T04:57:34.178" v="209" actId="47"/>
        <pc:sldMkLst>
          <pc:docMk/>
          <pc:sldMk cId="3821000273" sldId="338"/>
        </pc:sldMkLst>
      </pc:sldChg>
      <pc:sldChg chg="addSp delSp modSp add mod">
        <pc:chgData name="Abdalla Mukhaimer, Widad" userId="eed79641-8d75-4c66-a669-438ad56aff06" providerId="ADAL" clId="{69EF3872-02C1-419B-9A3D-1F0F8CF3B24B}" dt="2024-12-02T04:51:13.799" v="89" actId="1076"/>
        <pc:sldMkLst>
          <pc:docMk/>
          <pc:sldMk cId="3724763965" sldId="339"/>
        </pc:sldMkLst>
        <pc:spChg chg="mod">
          <ac:chgData name="Abdalla Mukhaimer, Widad" userId="eed79641-8d75-4c66-a669-438ad56aff06" providerId="ADAL" clId="{69EF3872-02C1-419B-9A3D-1F0F8CF3B24B}" dt="2024-12-02T04:50:53.841" v="85" actId="1076"/>
          <ac:spMkLst>
            <pc:docMk/>
            <pc:sldMk cId="3724763965" sldId="339"/>
            <ac:spMk id="4" creationId="{071A48A5-7E40-A0BF-CB81-A1A339284970}"/>
          </ac:spMkLst>
        </pc:spChg>
        <pc:picChg chg="del">
          <ac:chgData name="Abdalla Mukhaimer, Widad" userId="eed79641-8d75-4c66-a669-438ad56aff06" providerId="ADAL" clId="{69EF3872-02C1-419B-9A3D-1F0F8CF3B24B}" dt="2024-12-02T04:50:36.253" v="81" actId="478"/>
          <ac:picMkLst>
            <pc:docMk/>
            <pc:sldMk cId="3724763965" sldId="339"/>
            <ac:picMk id="2" creationId="{0B78C619-29C1-43A3-F999-512A7E389C62}"/>
          </ac:picMkLst>
        </pc:picChg>
        <pc:picChg chg="add mod modCrop">
          <ac:chgData name="Abdalla Mukhaimer, Widad" userId="eed79641-8d75-4c66-a669-438ad56aff06" providerId="ADAL" clId="{69EF3872-02C1-419B-9A3D-1F0F8CF3B24B}" dt="2024-12-02T04:51:13.799" v="89" actId="1076"/>
          <ac:picMkLst>
            <pc:docMk/>
            <pc:sldMk cId="3724763965" sldId="339"/>
            <ac:picMk id="3" creationId="{C2FDE139-3CF5-B188-9D47-550F234B8D74}"/>
          </ac:picMkLst>
        </pc:picChg>
      </pc:sldChg>
      <pc:sldChg chg="add del">
        <pc:chgData name="Abdalla Mukhaimer, Widad" userId="eed79641-8d75-4c66-a669-438ad56aff06" providerId="ADAL" clId="{69EF3872-02C1-419B-9A3D-1F0F8CF3B24B}" dt="2024-12-02T04:50:16.997" v="77" actId="47"/>
        <pc:sldMkLst>
          <pc:docMk/>
          <pc:sldMk cId="954838333" sldId="340"/>
        </pc:sldMkLst>
      </pc:sldChg>
    </pc:docChg>
  </pc:docChgLst>
  <pc:docChgLst>
    <pc:chgData name="Abdalla Mukhaimer, Widad" userId="eed79641-8d75-4c66-a669-438ad56aff06" providerId="ADAL" clId="{81842F16-4F8C-441F-B5AC-5BD6AD36882A}"/>
    <pc:docChg chg="custSel addSld delSld modSld">
      <pc:chgData name="Abdalla Mukhaimer, Widad" userId="eed79641-8d75-4c66-a669-438ad56aff06" providerId="ADAL" clId="{81842F16-4F8C-441F-B5AC-5BD6AD36882A}" dt="2024-11-08T08:35:51.966" v="116" actId="20577"/>
      <pc:docMkLst>
        <pc:docMk/>
      </pc:docMkLst>
      <pc:sldChg chg="modSp mod">
        <pc:chgData name="Abdalla Mukhaimer, Widad" userId="eed79641-8d75-4c66-a669-438ad56aff06" providerId="ADAL" clId="{81842F16-4F8C-441F-B5AC-5BD6AD36882A}" dt="2024-11-08T08:29:38.417" v="15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81842F16-4F8C-441F-B5AC-5BD6AD36882A}" dt="2024-11-08T08:29:38.417" v="15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8457617" sldId="25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028459910" sldId="25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48023758" sldId="25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30027384" sldId="260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000533188" sldId="261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173253180" sldId="262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260691908" sldId="263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496906804" sldId="264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1442182053" sldId="265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978737758" sldId="266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7022708" sldId="267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87509337" sldId="268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630766484" sldId="269"/>
        </pc:sldMkLst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2010523842" sldId="270"/>
        </pc:sldMkLst>
      </pc:sldChg>
      <pc:sldChg chg="addSp modSp mod">
        <pc:chgData name="Abdalla Mukhaimer, Widad" userId="eed79641-8d75-4c66-a669-438ad56aff06" providerId="ADAL" clId="{81842F16-4F8C-441F-B5AC-5BD6AD36882A}" dt="2024-11-08T08:32:36.022" v="58" actId="20577"/>
        <pc:sldMkLst>
          <pc:docMk/>
          <pc:sldMk cId="1820640788" sldId="271"/>
        </pc:sldMkLst>
        <pc:spChg chg="add mod">
          <ac:chgData name="Abdalla Mukhaimer, Widad" userId="eed79641-8d75-4c66-a669-438ad56aff06" providerId="ADAL" clId="{81842F16-4F8C-441F-B5AC-5BD6AD36882A}" dt="2024-11-08T08:32:36.022" v="58" actId="20577"/>
          <ac:spMkLst>
            <pc:docMk/>
            <pc:sldMk cId="1820640788" sldId="271"/>
            <ac:spMk id="3" creationId="{E07DC173-12D0-CF70-7ECA-0C3B8EDF49F4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3:01.846" v="66" actId="1076"/>
        <pc:sldMkLst>
          <pc:docMk/>
          <pc:sldMk cId="2542134890" sldId="272"/>
        </pc:sldMkLst>
        <pc:spChg chg="add mod">
          <ac:chgData name="Abdalla Mukhaimer, Widad" userId="eed79641-8d75-4c66-a669-438ad56aff06" providerId="ADAL" clId="{81842F16-4F8C-441F-B5AC-5BD6AD36882A}" dt="2024-11-08T08:32:59.806" v="65" actId="1076"/>
          <ac:spMkLst>
            <pc:docMk/>
            <pc:sldMk cId="2542134890" sldId="272"/>
            <ac:spMk id="4" creationId="{1D5BC937-15D0-41AD-9088-C0A03E2AC639}"/>
          </ac:spMkLst>
        </pc:spChg>
        <pc:picChg chg="add mod">
          <ac:chgData name="Abdalla Mukhaimer, Widad" userId="eed79641-8d75-4c66-a669-438ad56aff06" providerId="ADAL" clId="{81842F16-4F8C-441F-B5AC-5BD6AD36882A}" dt="2024-11-08T08:33:01.846" v="66" actId="1076"/>
          <ac:picMkLst>
            <pc:docMk/>
            <pc:sldMk cId="2542134890" sldId="272"/>
            <ac:picMk id="2" creationId="{6E9BD773-43C0-D155-487A-0831B87503E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773455480" sldId="272"/>
        </pc:sldMkLst>
      </pc:sldChg>
      <pc:sldChg chg="addSp modSp add mod">
        <pc:chgData name="Abdalla Mukhaimer, Widad" userId="eed79641-8d75-4c66-a669-438ad56aff06" providerId="ADAL" clId="{81842F16-4F8C-441F-B5AC-5BD6AD36882A}" dt="2024-11-08T08:33:22.122" v="72" actId="1076"/>
        <pc:sldMkLst>
          <pc:docMk/>
          <pc:sldMk cId="2727831515" sldId="273"/>
        </pc:sldMkLst>
        <pc:spChg chg="add mod">
          <ac:chgData name="Abdalla Mukhaimer, Widad" userId="eed79641-8d75-4c66-a669-438ad56aff06" providerId="ADAL" clId="{81842F16-4F8C-441F-B5AC-5BD6AD36882A}" dt="2024-11-08T08:33:17.801" v="70" actId="123"/>
          <ac:spMkLst>
            <pc:docMk/>
            <pc:sldMk cId="2727831515" sldId="273"/>
            <ac:spMk id="4" creationId="{ACE7BF99-E139-1CD6-88C5-72F2F31DB40F}"/>
          </ac:spMkLst>
        </pc:spChg>
        <pc:picChg chg="add mod">
          <ac:chgData name="Abdalla Mukhaimer, Widad" userId="eed79641-8d75-4c66-a669-438ad56aff06" providerId="ADAL" clId="{81842F16-4F8C-441F-B5AC-5BD6AD36882A}" dt="2024-11-08T08:33:22.122" v="72" actId="1076"/>
          <ac:picMkLst>
            <pc:docMk/>
            <pc:sldMk cId="2727831515" sldId="273"/>
            <ac:picMk id="2" creationId="{6DEAA95C-05E0-557F-0870-F3F348BFC5B4}"/>
          </ac:picMkLst>
        </pc:picChg>
      </pc:sldChg>
      <pc:sldChg chg="del">
        <pc:chgData name="Abdalla Mukhaimer, Widad" userId="eed79641-8d75-4c66-a669-438ad56aff06" providerId="ADAL" clId="{81842F16-4F8C-441F-B5AC-5BD6AD36882A}" dt="2024-11-08T08:29:45.297" v="16" actId="47"/>
        <pc:sldMkLst>
          <pc:docMk/>
          <pc:sldMk cId="3984666083" sldId="273"/>
        </pc:sldMkLst>
      </pc:sldChg>
      <pc:sldChg chg="addSp modSp add mod">
        <pc:chgData name="Abdalla Mukhaimer, Widad" userId="eed79641-8d75-4c66-a669-438ad56aff06" providerId="ADAL" clId="{81842F16-4F8C-441F-B5AC-5BD6AD36882A}" dt="2024-11-08T08:33:47.973" v="79" actId="20577"/>
        <pc:sldMkLst>
          <pc:docMk/>
          <pc:sldMk cId="231200953" sldId="274"/>
        </pc:sldMkLst>
        <pc:spChg chg="add mod">
          <ac:chgData name="Abdalla Mukhaimer, Widad" userId="eed79641-8d75-4c66-a669-438ad56aff06" providerId="ADAL" clId="{81842F16-4F8C-441F-B5AC-5BD6AD36882A}" dt="2024-11-08T08:33:47.973" v="79" actId="20577"/>
          <ac:spMkLst>
            <pc:docMk/>
            <pc:sldMk cId="231200953" sldId="274"/>
            <ac:spMk id="4" creationId="{3CFE4D82-CD6B-5136-591D-20E954941B30}"/>
          </ac:spMkLst>
        </pc:spChg>
        <pc:picChg chg="add mod">
          <ac:chgData name="Abdalla Mukhaimer, Widad" userId="eed79641-8d75-4c66-a669-438ad56aff06" providerId="ADAL" clId="{81842F16-4F8C-441F-B5AC-5BD6AD36882A}" dt="2024-11-08T08:33:41.177" v="78" actId="1076"/>
          <ac:picMkLst>
            <pc:docMk/>
            <pc:sldMk cId="231200953" sldId="274"/>
            <ac:picMk id="2" creationId="{E07320B4-48D2-20A2-DD0D-2F7B284BD19D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07.635" v="85" actId="1076"/>
        <pc:sldMkLst>
          <pc:docMk/>
          <pc:sldMk cId="165681766" sldId="275"/>
        </pc:sldMkLst>
        <pc:spChg chg="add mod">
          <ac:chgData name="Abdalla Mukhaimer, Widad" userId="eed79641-8d75-4c66-a669-438ad56aff06" providerId="ADAL" clId="{81842F16-4F8C-441F-B5AC-5BD6AD36882A}" dt="2024-11-08T08:34:07.635" v="85" actId="1076"/>
          <ac:spMkLst>
            <pc:docMk/>
            <pc:sldMk cId="165681766" sldId="275"/>
            <ac:spMk id="3" creationId="{48D9AFD1-E2F4-21B4-2020-3C63546BE975}"/>
          </ac:spMkLst>
        </pc:spChg>
      </pc:sldChg>
      <pc:sldChg chg="addSp modSp add mod">
        <pc:chgData name="Abdalla Mukhaimer, Widad" userId="eed79641-8d75-4c66-a669-438ad56aff06" providerId="ADAL" clId="{81842F16-4F8C-441F-B5AC-5BD6AD36882A}" dt="2024-11-08T08:34:26.379" v="90" actId="1076"/>
        <pc:sldMkLst>
          <pc:docMk/>
          <pc:sldMk cId="256691435" sldId="276"/>
        </pc:sldMkLst>
        <pc:spChg chg="add mod">
          <ac:chgData name="Abdalla Mukhaimer, Widad" userId="eed79641-8d75-4c66-a669-438ad56aff06" providerId="ADAL" clId="{81842F16-4F8C-441F-B5AC-5BD6AD36882A}" dt="2024-11-08T08:34:26.379" v="90" actId="1076"/>
          <ac:spMkLst>
            <pc:docMk/>
            <pc:sldMk cId="256691435" sldId="276"/>
            <ac:spMk id="3" creationId="{AE8BC606-50CA-EE69-7555-3995F0E33E79}"/>
          </ac:spMkLst>
        </pc:spChg>
      </pc:sldChg>
      <pc:sldChg chg="addSp delSp modSp add mod">
        <pc:chgData name="Abdalla Mukhaimer, Widad" userId="eed79641-8d75-4c66-a669-438ad56aff06" providerId="ADAL" clId="{81842F16-4F8C-441F-B5AC-5BD6AD36882A}" dt="2024-11-08T08:34:48.139" v="95" actId="1076"/>
        <pc:sldMkLst>
          <pc:docMk/>
          <pc:sldMk cId="88094747" sldId="277"/>
        </pc:sldMkLst>
        <pc:spChg chg="add mod">
          <ac:chgData name="Abdalla Mukhaimer, Widad" userId="eed79641-8d75-4c66-a669-438ad56aff06" providerId="ADAL" clId="{81842F16-4F8C-441F-B5AC-5BD6AD36882A}" dt="2024-11-08T08:34:48.139" v="95" actId="1076"/>
          <ac:spMkLst>
            <pc:docMk/>
            <pc:sldMk cId="88094747" sldId="277"/>
            <ac:spMk id="3" creationId="{5AAB277E-C907-53E2-90C5-980459F0DD5F}"/>
          </ac:spMkLst>
        </pc:spChg>
        <pc:picChg chg="add del mod">
          <ac:chgData name="Abdalla Mukhaimer, Widad" userId="eed79641-8d75-4c66-a669-438ad56aff06" providerId="ADAL" clId="{81842F16-4F8C-441F-B5AC-5BD6AD36882A}" dt="2024-11-08T08:31:21.221" v="43" actId="21"/>
          <ac:picMkLst>
            <pc:docMk/>
            <pc:sldMk cId="88094747" sldId="277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4:55.873" v="98" actId="14100"/>
        <pc:sldMkLst>
          <pc:docMk/>
          <pc:sldMk cId="3613551436" sldId="278"/>
        </pc:sldMkLst>
        <pc:picChg chg="add mod">
          <ac:chgData name="Abdalla Mukhaimer, Widad" userId="eed79641-8d75-4c66-a669-438ad56aff06" providerId="ADAL" clId="{81842F16-4F8C-441F-B5AC-5BD6AD36882A}" dt="2024-11-08T08:34:55.873" v="98" actId="14100"/>
          <ac:picMkLst>
            <pc:docMk/>
            <pc:sldMk cId="3613551436" sldId="278"/>
            <ac:picMk id="5" creationId="{A7010ED0-66C8-D5E3-4749-116CD97F7BD9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29.840" v="110" actId="1076"/>
        <pc:sldMkLst>
          <pc:docMk/>
          <pc:sldMk cId="1538123124" sldId="279"/>
        </pc:sldMkLst>
        <pc:spChg chg="add mod">
          <ac:chgData name="Abdalla Mukhaimer, Widad" userId="eed79641-8d75-4c66-a669-438ad56aff06" providerId="ADAL" clId="{81842F16-4F8C-441F-B5AC-5BD6AD36882A}" dt="2024-11-08T08:35:28.723" v="109" actId="1076"/>
          <ac:spMkLst>
            <pc:docMk/>
            <pc:sldMk cId="1538123124" sldId="279"/>
            <ac:spMk id="3" creationId="{3A153E72-3517-2D12-A2C9-374BACEB93EA}"/>
          </ac:spMkLst>
        </pc:spChg>
        <pc:picChg chg="add mod">
          <ac:chgData name="Abdalla Mukhaimer, Widad" userId="eed79641-8d75-4c66-a669-438ad56aff06" providerId="ADAL" clId="{81842F16-4F8C-441F-B5AC-5BD6AD36882A}" dt="2024-11-08T08:35:29.840" v="110" actId="1076"/>
          <ac:picMkLst>
            <pc:docMk/>
            <pc:sldMk cId="1538123124" sldId="279"/>
            <ac:picMk id="5" creationId="{36E740BD-9E35-B1A0-25F4-85FD16F068D7}"/>
          </ac:picMkLst>
        </pc:picChg>
      </pc:sldChg>
      <pc:sldChg chg="addSp modSp add mod">
        <pc:chgData name="Abdalla Mukhaimer, Widad" userId="eed79641-8d75-4c66-a669-438ad56aff06" providerId="ADAL" clId="{81842F16-4F8C-441F-B5AC-5BD6AD36882A}" dt="2024-11-08T08:35:51.966" v="116" actId="20577"/>
        <pc:sldMkLst>
          <pc:docMk/>
          <pc:sldMk cId="2882451772" sldId="280"/>
        </pc:sldMkLst>
        <pc:spChg chg="add mod">
          <ac:chgData name="Abdalla Mukhaimer, Widad" userId="eed79641-8d75-4c66-a669-438ad56aff06" providerId="ADAL" clId="{81842F16-4F8C-441F-B5AC-5BD6AD36882A}" dt="2024-11-08T08:35:51.966" v="116" actId="20577"/>
          <ac:spMkLst>
            <pc:docMk/>
            <pc:sldMk cId="2882451772" sldId="280"/>
            <ac:spMk id="3" creationId="{646599B7-1439-807B-EC73-A2BBDC8AEFDE}"/>
          </ac:spMkLst>
        </pc:spChg>
      </pc:sldChg>
      <pc:sldChg chg="add del">
        <pc:chgData name="Abdalla Mukhaimer, Widad" userId="eed79641-8d75-4c66-a669-438ad56aff06" providerId="ADAL" clId="{81842F16-4F8C-441F-B5AC-5BD6AD36882A}" dt="2024-11-08T08:31:53.563" v="49" actId="47"/>
        <pc:sldMkLst>
          <pc:docMk/>
          <pc:sldMk cId="1992130188" sldId="281"/>
        </pc:sldMkLst>
      </pc:sldChg>
      <pc:sldChg chg="add">
        <pc:chgData name="Abdalla Mukhaimer, Widad" userId="eed79641-8d75-4c66-a669-438ad56aff06" providerId="ADAL" clId="{81842F16-4F8C-441F-B5AC-5BD6AD36882A}" dt="2024-11-08T08:29:48.236" v="27"/>
        <pc:sldMkLst>
          <pc:docMk/>
          <pc:sldMk cId="696604132" sldId="28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667404" y="2565452"/>
            <a:ext cx="10578518" cy="1086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Shiny - Part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08F0B2-27FC-A9E0-79A9-3C6A5ED37F37}"/>
              </a:ext>
            </a:extLst>
          </p:cNvPr>
          <p:cNvSpPr txBox="1"/>
          <p:nvPr/>
        </p:nvSpPr>
        <p:spPr>
          <a:xfrm>
            <a:off x="3048000" y="2686790"/>
            <a:ext cx="6096000" cy="87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Shiny App – Skeleton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951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78C619-29C1-43A3-F999-512A7E389C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37"/>
          <a:stretch/>
        </p:blipFill>
        <p:spPr>
          <a:xfrm>
            <a:off x="5982012" y="642257"/>
            <a:ext cx="5886994" cy="41397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1A48A5-7E40-A0BF-CB81-A1A339284970}"/>
              </a:ext>
            </a:extLst>
          </p:cNvPr>
          <p:cNvSpPr txBox="1"/>
          <p:nvPr/>
        </p:nvSpPr>
        <p:spPr>
          <a:xfrm>
            <a:off x="514583" y="196294"/>
            <a:ext cx="6097554" cy="671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library(shiny)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library(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bslib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Define user interface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ui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page_sidebar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# App title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title = "APP TITLE HERE",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# Sidebar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sidebar = sidebar(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width = 350,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"Description of app here",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# Widget code here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),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076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1A48A5-7E40-A0BF-CB81-A1A339284970}"/>
              </a:ext>
            </a:extLst>
          </p:cNvPr>
          <p:cNvSpPr txBox="1"/>
          <p:nvPr/>
        </p:nvSpPr>
        <p:spPr>
          <a:xfrm>
            <a:off x="275097" y="485503"/>
            <a:ext cx="8307199" cy="5587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Main Panel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titlePanel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("Panel Title Here!"),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Define server logic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server &lt;- function(input, output) {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 Run the app 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shinyApp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ui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3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ui</a:t>
            </a:r>
            <a:r>
              <a:rPr lang="en-US" sz="23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server = server)</a:t>
            </a:r>
            <a:endParaRPr lang="en-US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FDE139-3CF5-B188-9D47-550F234B8D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40"/>
          <a:stretch/>
        </p:blipFill>
        <p:spPr>
          <a:xfrm>
            <a:off x="6860956" y="1017348"/>
            <a:ext cx="5128881" cy="41397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4763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A41ACC-F866-E8B5-5443-9D58CF954E6B}"/>
              </a:ext>
            </a:extLst>
          </p:cNvPr>
          <p:cNvSpPr txBox="1"/>
          <p:nvPr/>
        </p:nvSpPr>
        <p:spPr>
          <a:xfrm>
            <a:off x="3048000" y="2852254"/>
            <a:ext cx="6096000" cy="87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5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Widgets</a:t>
            </a:r>
            <a:endParaRPr lang="en-US" sz="5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696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F7E797-20EC-2D2A-7121-9CB4C0057831}"/>
              </a:ext>
            </a:extLst>
          </p:cNvPr>
          <p:cNvSpPr txBox="1"/>
          <p:nvPr/>
        </p:nvSpPr>
        <p:spPr>
          <a:xfrm>
            <a:off x="497166" y="628441"/>
            <a:ext cx="11137485" cy="5750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Checkbox Group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Codes: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card(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card_header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("Checkbox group"),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checkboxGroupInput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inputId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checkGroup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label = "Select all that apply",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choices = list("Choice 1" = 1, "Choice 2" = 2, "Choice 3" = 3),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selected = 1)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D92956-9826-DE6E-93DA-7C51C7C55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009" y="1842932"/>
            <a:ext cx="3806642" cy="273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5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D86012-3561-F2A5-FB20-D79CD26742FB}"/>
              </a:ext>
            </a:extLst>
          </p:cNvPr>
          <p:cNvSpPr txBox="1"/>
          <p:nvPr/>
        </p:nvSpPr>
        <p:spPr>
          <a:xfrm>
            <a:off x="304800" y="440070"/>
            <a:ext cx="11643360" cy="594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Radio Buttons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Codes: 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card(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card_header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("Radio buttons"),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radioButtons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inputId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"radio",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label = "Select option",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choices = list("Choice 1" = 1, "Choice 2" = 2, "Choice 3" = 3),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selected = 1)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7B98E4-97EB-B656-2E33-B3A1C158F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148" y="1645919"/>
            <a:ext cx="4309338" cy="280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12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1DCA31-3585-5009-6802-590653069554}"/>
              </a:ext>
            </a:extLst>
          </p:cNvPr>
          <p:cNvSpPr txBox="1"/>
          <p:nvPr/>
        </p:nvSpPr>
        <p:spPr>
          <a:xfrm>
            <a:off x="335280" y="597699"/>
            <a:ext cx="11521440" cy="5285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Box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Codes:</a:t>
            </a:r>
            <a:endParaRPr lang="en-US" sz="2000" kern="100" dirty="0">
              <a:solidFill>
                <a:srgbClr val="538135"/>
              </a:solidFill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selectInput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inputId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"select",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label = "Select option",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choices = list("Choice 1" = 1, "Choice 2" = 2, "Choice 3" = 3),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selected = 1),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341B07-49E1-2DF1-5E91-E2C3E8593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817" y="1585621"/>
            <a:ext cx="2942681" cy="1187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BA35CF-0F6C-4650-6114-388F7DF58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564" y="3039408"/>
            <a:ext cx="2942681" cy="18262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994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A455EC-1A96-8C3E-6549-AC1919C91FD4}"/>
              </a:ext>
            </a:extLst>
          </p:cNvPr>
          <p:cNvSpPr txBox="1"/>
          <p:nvPr/>
        </p:nvSpPr>
        <p:spPr>
          <a:xfrm>
            <a:off x="531223" y="469632"/>
            <a:ext cx="11129553" cy="591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Sliders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Codes: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card(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card_header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("Sliders"),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sliderInput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inputId</a:t>
            </a: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"slider",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label = "Set value",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min = 0,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max = 100,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  value = 50)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),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41401A-9D30-FC6E-5911-F50F3A48B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0917" y="1915886"/>
            <a:ext cx="4198476" cy="27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09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B69182-B913-C60D-B435-04B4C9094976}"/>
              </a:ext>
            </a:extLst>
          </p:cNvPr>
          <p:cNvSpPr txBox="1"/>
          <p:nvPr/>
        </p:nvSpPr>
        <p:spPr>
          <a:xfrm>
            <a:off x="409303" y="572365"/>
            <a:ext cx="11382103" cy="115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Recreate 1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 Name: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shiny_app_widget_checkbox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9CFD9-EDD2-7156-DF6C-B4B0635A30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60" b="19240"/>
          <a:stretch/>
        </p:blipFill>
        <p:spPr>
          <a:xfrm>
            <a:off x="979713" y="2063932"/>
            <a:ext cx="10175967" cy="43891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840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77BFD7-4AC6-84A9-2402-6BFD763A1AC3}"/>
              </a:ext>
            </a:extLst>
          </p:cNvPr>
          <p:cNvSpPr txBox="1"/>
          <p:nvPr/>
        </p:nvSpPr>
        <p:spPr>
          <a:xfrm>
            <a:off x="400594" y="467862"/>
            <a:ext cx="11242765" cy="115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Recreate 2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 Name: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shiny_app_widget_radio_button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2E4692-B261-70D5-DA15-ED90E010C2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16" b="18964"/>
          <a:stretch/>
        </p:blipFill>
        <p:spPr>
          <a:xfrm>
            <a:off x="1863634" y="1960558"/>
            <a:ext cx="8734698" cy="45360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8715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1D368D-3A85-4145-67AF-3A1C91BF87FF}"/>
              </a:ext>
            </a:extLst>
          </p:cNvPr>
          <p:cNvSpPr txBox="1"/>
          <p:nvPr/>
        </p:nvSpPr>
        <p:spPr>
          <a:xfrm>
            <a:off x="317862" y="456459"/>
            <a:ext cx="11556275" cy="115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Recreate 3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 Name: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shiny_app_widget_select_box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EA1B98-CF4A-6AB4-68BC-71A515FDE0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940" b="20811"/>
          <a:stretch/>
        </p:blipFill>
        <p:spPr>
          <a:xfrm>
            <a:off x="501377" y="2002973"/>
            <a:ext cx="7203201" cy="41480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466D8C-EFAC-A71F-FCF2-78332096A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686" y="2454650"/>
            <a:ext cx="3089575" cy="27501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0143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922841-1EFA-E952-3E2D-5AEF1F7C6ABA}"/>
              </a:ext>
            </a:extLst>
          </p:cNvPr>
          <p:cNvSpPr txBox="1"/>
          <p:nvPr/>
        </p:nvSpPr>
        <p:spPr>
          <a:xfrm>
            <a:off x="452846" y="320637"/>
            <a:ext cx="11225348" cy="1158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Recreate 4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 Name: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shiny_app_widget_slider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9CD82-A6CC-DEBE-F5D8-0AB26B1F23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76" b="21781"/>
          <a:stretch/>
        </p:blipFill>
        <p:spPr>
          <a:xfrm>
            <a:off x="2598601" y="1826026"/>
            <a:ext cx="7244692" cy="47113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5297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512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396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2</cp:revision>
  <dcterms:created xsi:type="dcterms:W3CDTF">2024-10-21T04:45:40Z</dcterms:created>
  <dcterms:modified xsi:type="dcterms:W3CDTF">2024-12-02T04:57:37Z</dcterms:modified>
</cp:coreProperties>
</file>