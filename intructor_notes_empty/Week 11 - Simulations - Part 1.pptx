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42F16-4F8C-441F-B5AC-5BD6AD36882A}" v="15" dt="2024-11-08T08:31:22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521909"/>
            <a:ext cx="10578518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Simulations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DC173-12D0-CF70-7ECA-0C3B8EDF49F4}"/>
              </a:ext>
            </a:extLst>
          </p:cNvPr>
          <p:cNvSpPr txBox="1"/>
          <p:nvPr/>
        </p:nvSpPr>
        <p:spPr>
          <a:xfrm>
            <a:off x="805344" y="799451"/>
            <a:ext cx="10880520" cy="329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Probabilities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Probabilities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Probabilities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64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9BD773-43C0-D155-487A-0831B87503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150" y="2609607"/>
            <a:ext cx="3367935" cy="388368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5BC937-15D0-41AD-9088-C0A03E2AC639}"/>
              </a:ext>
            </a:extLst>
          </p:cNvPr>
          <p:cNvSpPr txBox="1"/>
          <p:nvPr/>
        </p:nvSpPr>
        <p:spPr>
          <a:xfrm>
            <a:off x="419449" y="554074"/>
            <a:ext cx="11056690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Probabilities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What is the probability of getting a head when flipping a coin?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13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EAA95C-05E0-557F-0870-F3F348BFC5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868" y="2332139"/>
            <a:ext cx="4877249" cy="3382191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E7BF99-E139-1CD6-88C5-72F2F31DB40F}"/>
              </a:ext>
            </a:extLst>
          </p:cNvPr>
          <p:cNvSpPr txBox="1"/>
          <p:nvPr/>
        </p:nvSpPr>
        <p:spPr>
          <a:xfrm>
            <a:off x="372689" y="337306"/>
            <a:ext cx="115732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Suppose you have an urn with 6 marbles: 3 are red, 2 are blue, and 1 is green. Suppose you draw one marble at random from the urn, what is the probability that the marble is red?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2783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7320B4-48D2-20A2-DD0D-2F7B284BD1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4" t="8022" r="6335"/>
          <a:stretch/>
        </p:blipFill>
        <p:spPr bwMode="auto">
          <a:xfrm>
            <a:off x="8031178" y="244376"/>
            <a:ext cx="3839944" cy="31846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FE4D82-CD6B-5136-591D-20E954941B30}"/>
              </a:ext>
            </a:extLst>
          </p:cNvPr>
          <p:cNvSpPr txBox="1"/>
          <p:nvPr/>
        </p:nvSpPr>
        <p:spPr>
          <a:xfrm>
            <a:off x="320878" y="320985"/>
            <a:ext cx="8898623" cy="4532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you roll a fair six-sided die once, what is the probability that you get a 6?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you roll a fair six-sided die once, what is the probability that you get an even number?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0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D9AFD1-E2F4-21B4-2020-3C63546BE975}"/>
              </a:ext>
            </a:extLst>
          </p:cNvPr>
          <p:cNvSpPr txBox="1"/>
          <p:nvPr/>
        </p:nvSpPr>
        <p:spPr>
          <a:xfrm>
            <a:off x="1965122" y="752529"/>
            <a:ext cx="852950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do we compute Theoretical Probabilities?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8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BC606-50CA-EE69-7555-3995F0E33E79}"/>
              </a:ext>
            </a:extLst>
          </p:cNvPr>
          <p:cNvSpPr txBox="1"/>
          <p:nvPr/>
        </p:nvSpPr>
        <p:spPr>
          <a:xfrm>
            <a:off x="521515" y="516083"/>
            <a:ext cx="11148969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Probabilities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Flip a coin 100 times and observe 32 heads. Find the probability of getting a head in a coin flip.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9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AB277E-C907-53E2-90C5-980459F0DD5F}"/>
              </a:ext>
            </a:extLst>
          </p:cNvPr>
          <p:cNvSpPr txBox="1"/>
          <p:nvPr/>
        </p:nvSpPr>
        <p:spPr>
          <a:xfrm>
            <a:off x="598065" y="521281"/>
            <a:ext cx="10995869" cy="2907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Coin Experiment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Flip a coin 20 time and record your observations in every flip. Record your observations below, then compute the experimental probability of getting a head.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9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010ED0-66C8-D5E3-4749-116CD97F7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3" y="280987"/>
            <a:ext cx="6323201" cy="657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51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53E72-3517-2D12-A2C9-374BACEB93EA}"/>
              </a:ext>
            </a:extLst>
          </p:cNvPr>
          <p:cNvSpPr txBox="1"/>
          <p:nvPr/>
        </p:nvSpPr>
        <p:spPr>
          <a:xfrm>
            <a:off x="542487" y="242068"/>
            <a:ext cx="11107024" cy="2907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 of Large Numbers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Law of Large Numbers: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long run, as the number of trials increases and increases, the proportion of the outcomes get closer to the theoretical probability values.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740BD-9E35-B1A0-25F4-85FD16F0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87" y="3186932"/>
            <a:ext cx="1101754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2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6599B7-1439-807B-EC73-A2BBDC8AEFDE}"/>
              </a:ext>
            </a:extLst>
          </p:cNvPr>
          <p:cNvSpPr txBox="1"/>
          <p:nvPr/>
        </p:nvSpPr>
        <p:spPr>
          <a:xfrm>
            <a:off x="486561" y="546337"/>
            <a:ext cx="11081857" cy="251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sample(vector, n)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5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60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230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2024-11-08T08:35:56Z</dcterms:modified>
</cp:coreProperties>
</file>