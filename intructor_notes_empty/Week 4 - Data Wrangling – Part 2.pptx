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47" r:id="rId4"/>
    <p:sldId id="312" r:id="rId5"/>
    <p:sldId id="328" r:id="rId6"/>
    <p:sldId id="343" r:id="rId7"/>
    <p:sldId id="329" r:id="rId8"/>
    <p:sldId id="330" r:id="rId9"/>
    <p:sldId id="344" r:id="rId10"/>
    <p:sldId id="331" r:id="rId11"/>
    <p:sldId id="332" r:id="rId12"/>
    <p:sldId id="333" r:id="rId13"/>
    <p:sldId id="334" r:id="rId14"/>
    <p:sldId id="335" r:id="rId15"/>
    <p:sldId id="336" r:id="rId16"/>
    <p:sldId id="345" r:id="rId17"/>
    <p:sldId id="337" r:id="rId18"/>
    <p:sldId id="338" r:id="rId19"/>
    <p:sldId id="346" r:id="rId20"/>
    <p:sldId id="339" r:id="rId21"/>
    <p:sldId id="34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B95D-E21C-4411-BB17-80F00E8BE5CB}" v="27" dt="2024-09-04T01:03:34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 – Part 2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988164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filter()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557348" y="2574713"/>
            <a:ext cx="11077304" cy="234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filter(</a:t>
            </a:r>
            <a:r>
              <a:rPr lang="en-US" sz="23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expression using the name of a column) </a:t>
            </a:r>
            <a:endParaRPr lang="en-US" sz="23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988164"/>
            <a:ext cx="6096000" cy="1919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filter()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8F92-1F65-7C93-C270-95B0D776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8" y="2907920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627016" y="1129260"/>
            <a:ext cx="10937967" cy="3606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ways to use `</a:t>
            </a:r>
            <a:r>
              <a:rPr lang="en-US" sz="4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filter()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`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Simple Conditions (one </a:t>
            </a:r>
            <a:r>
              <a:rPr lang="en-US" sz="3000" b="1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expression) -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 Greater than (`&gt;`), less than (`&lt;`), or equal to (`==`)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83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rows where "Age" is greater than 30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filter(Age &gt; 30)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FA82D-5DB2-6C70-5251-3B0AC4474B57}"/>
              </a:ext>
            </a:extLst>
          </p:cNvPr>
          <p:cNvSpPr txBox="1"/>
          <p:nvPr/>
        </p:nvSpPr>
        <p:spPr>
          <a:xfrm>
            <a:off x="592179" y="3429000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9267B-C64D-0E21-7F49-3103D74F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0" y="4185430"/>
            <a:ext cx="113442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0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14B942-A24B-C9D3-BCBA-4232EA98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3" y="3159226"/>
            <a:ext cx="11312434" cy="1175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4C69F9-7931-1F92-E75F-094D77E349C4}"/>
              </a:ext>
            </a:extLst>
          </p:cNvPr>
          <p:cNvSpPr txBox="1"/>
          <p:nvPr/>
        </p:nvSpPr>
        <p:spPr>
          <a:xfrm>
            <a:off x="505097" y="1961800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1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1" y="4156761"/>
            <a:ext cx="11344275" cy="213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rows with "agree" in the "honesty" column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filter(honesty == "agree")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7885E-56A5-DE23-01C9-18815EA64743}"/>
              </a:ext>
            </a:extLst>
          </p:cNvPr>
          <p:cNvSpPr txBox="1"/>
          <p:nvPr/>
        </p:nvSpPr>
        <p:spPr>
          <a:xfrm>
            <a:off x="592181" y="3329047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F23C6-F54A-8C83-50B1-ED664808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4" y="2834805"/>
            <a:ext cx="11434355" cy="1188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C89F89-ED1C-EEEC-3EA4-FDFC7DBD3D5C}"/>
              </a:ext>
            </a:extLst>
          </p:cNvPr>
          <p:cNvSpPr txBox="1"/>
          <p:nvPr/>
        </p:nvSpPr>
        <p:spPr>
          <a:xfrm>
            <a:off x="592182" y="1996635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1D5E8-0AEA-7A72-B0D2-F4570D4A2808}"/>
              </a:ext>
            </a:extLst>
          </p:cNvPr>
          <p:cNvSpPr txBox="1"/>
          <p:nvPr/>
        </p:nvSpPr>
        <p:spPr>
          <a:xfrm>
            <a:off x="731520" y="1406494"/>
            <a:ext cx="10607040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Multiple Conditions -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you can combine conditions using logical operators like `&amp;` (AND) and `|` (OR).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1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0" y="4330933"/>
            <a:ext cx="11344275" cy="213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rows where "Age" is greater than 30 and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is less than 50000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filter(Age &gt; 30 &amp;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 50000)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18B79-2760-C3FF-AD1A-02C0E1693C25}"/>
              </a:ext>
            </a:extLst>
          </p:cNvPr>
          <p:cNvSpPr txBox="1"/>
          <p:nvPr/>
        </p:nvSpPr>
        <p:spPr>
          <a:xfrm>
            <a:off x="592179" y="3694806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5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76BE4-2958-C8A3-1AE1-F696A0E57807}"/>
              </a:ext>
            </a:extLst>
          </p:cNvPr>
          <p:cNvSpPr txBox="1"/>
          <p:nvPr/>
        </p:nvSpPr>
        <p:spPr>
          <a:xfrm>
            <a:off x="505096" y="2316167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DD76F-9A8D-EB28-CD5E-3E8BCAAE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2" y="3241955"/>
            <a:ext cx="11556276" cy="11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8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313516"/>
            <a:ext cx="11344275" cy="213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AAA3C-A54B-6E05-C8A7-BF1A487B1DBF}"/>
              </a:ext>
            </a:extLst>
          </p:cNvPr>
          <p:cNvSpPr txBox="1"/>
          <p:nvPr/>
        </p:nvSpPr>
        <p:spPr>
          <a:xfrm>
            <a:off x="592181" y="3677389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1E429-55E2-01F9-0FF9-FC257D554FCD}"/>
              </a:ext>
            </a:extLst>
          </p:cNvPr>
          <p:cNvSpPr txBox="1"/>
          <p:nvPr/>
        </p:nvSpPr>
        <p:spPr>
          <a:xfrm>
            <a:off x="319358" y="197025"/>
            <a:ext cx="11344275" cy="284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rows where "Age" is greater than 20 and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is less than 30000 and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equal to 60073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filter(Age &gt; 20 &amp; </a:t>
            </a:r>
            <a:r>
              <a:rPr lang="en-US" sz="23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 30000 &amp; </a:t>
            </a:r>
            <a:r>
              <a:rPr lang="en-US" sz="23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== 60073)</a:t>
            </a:r>
            <a:endParaRPr lang="en-US" sz="23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71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322CD-AA91-B9F4-3270-7DCCEBEBAF81}"/>
              </a:ext>
            </a:extLst>
          </p:cNvPr>
          <p:cNvSpPr txBox="1"/>
          <p:nvPr/>
        </p:nvSpPr>
        <p:spPr>
          <a:xfrm>
            <a:off x="592182" y="1883424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8B49C-27AB-99ED-C880-9F34E8AC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8" y="2752634"/>
            <a:ext cx="11443063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04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484882"/>
            <a:ext cx="11344275" cy="213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CAA509-23ED-853E-307A-A7E7670FFA2F}"/>
              </a:ext>
            </a:extLst>
          </p:cNvPr>
          <p:cNvSpPr txBox="1"/>
          <p:nvPr/>
        </p:nvSpPr>
        <p:spPr>
          <a:xfrm>
            <a:off x="592181" y="3834144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3798B-932D-B613-F896-952F6ED18D8C}"/>
              </a:ext>
            </a:extLst>
          </p:cNvPr>
          <p:cNvSpPr txBox="1"/>
          <p:nvPr/>
        </p:nvSpPr>
        <p:spPr>
          <a:xfrm>
            <a:off x="423862" y="310373"/>
            <a:ext cx="11207931" cy="284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Select rows where "Age" is greater than 30 or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is greater than 20000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example_5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filter(Age &gt; 30 |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&gt; 20000)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43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0719D-29EE-2157-394A-4827F73199DE}"/>
              </a:ext>
            </a:extLst>
          </p:cNvPr>
          <p:cNvSpPr txBox="1"/>
          <p:nvPr/>
        </p:nvSpPr>
        <p:spPr>
          <a:xfrm>
            <a:off x="579118" y="2075013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D67C50-759D-B09C-CB41-FEBF994C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09" y="2937089"/>
            <a:ext cx="11329853" cy="190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89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B9AB6B-7847-2DC1-0A1A-60C4157E2685}"/>
              </a:ext>
            </a:extLst>
          </p:cNvPr>
          <p:cNvSpPr txBox="1"/>
          <p:nvPr/>
        </p:nvSpPr>
        <p:spPr>
          <a:xfrm>
            <a:off x="661851" y="1894175"/>
            <a:ext cx="11103428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Exclusion -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exclude certain rows, you can use the `!=` operator (not equal to).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31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296098"/>
            <a:ext cx="11344275" cy="213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E112D6-4B99-710F-E1D9-63E5FE1EEA3E}"/>
              </a:ext>
            </a:extLst>
          </p:cNvPr>
          <p:cNvSpPr txBox="1"/>
          <p:nvPr/>
        </p:nvSpPr>
        <p:spPr>
          <a:xfrm>
            <a:off x="592181" y="3625138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18888-BC37-3385-06B0-D63D419E1E8F}"/>
              </a:ext>
            </a:extLst>
          </p:cNvPr>
          <p:cNvSpPr txBox="1"/>
          <p:nvPr/>
        </p:nvSpPr>
        <p:spPr>
          <a:xfrm>
            <a:off x="423863" y="495897"/>
            <a:ext cx="11344274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Exclude rows with "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equal to 60111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example_6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zipcode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!= 60111)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744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68CD0-DF90-90D6-E13C-24A9E39BBC57}"/>
              </a:ext>
            </a:extLst>
          </p:cNvPr>
          <p:cNvSpPr txBox="1"/>
          <p:nvPr/>
        </p:nvSpPr>
        <p:spPr>
          <a:xfrm>
            <a:off x="748936" y="2208004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7F40F-6D37-AEA8-BB7C-6F1A7ED9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897272"/>
            <a:ext cx="11364686" cy="18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6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ABD84-CBE8-CA9C-D111-C81518D52D35}"/>
              </a:ext>
            </a:extLst>
          </p:cNvPr>
          <p:cNvSpPr txBox="1"/>
          <p:nvPr/>
        </p:nvSpPr>
        <p:spPr>
          <a:xfrm>
            <a:off x="505097" y="1676325"/>
            <a:ext cx="11181806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Filter rows based on vector of conditions -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`%in%` operator is useful for filtering rows with values in a specified vector.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8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DB5DF5-586A-85A8-D199-CFE6DCA6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361913"/>
            <a:ext cx="11344275" cy="213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4516E-2147-815E-9CFD-01E830A36441}"/>
              </a:ext>
            </a:extLst>
          </p:cNvPr>
          <p:cNvSpPr txBox="1"/>
          <p:nvPr/>
        </p:nvSpPr>
        <p:spPr>
          <a:xfrm>
            <a:off x="592181" y="3668681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1778C-DA2E-0CD3-104C-044F9402CCA4}"/>
              </a:ext>
            </a:extLst>
          </p:cNvPr>
          <p:cNvSpPr txBox="1"/>
          <p:nvPr/>
        </p:nvSpPr>
        <p:spPr>
          <a:xfrm>
            <a:off x="423862" y="362487"/>
            <a:ext cx="11344274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rows where "var_1" is either "bananas" or "grapes"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example_7 &lt;- </a:t>
            </a: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filter(var_1 %in% c("bananas", "grapes"))</a:t>
            </a: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06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94B33-909D-F3F4-3657-89500CFADDB6}"/>
              </a:ext>
            </a:extLst>
          </p:cNvPr>
          <p:cNvSpPr txBox="1"/>
          <p:nvPr/>
        </p:nvSpPr>
        <p:spPr>
          <a:xfrm>
            <a:off x="670559" y="2048887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26B14-E3D4-EA3E-A96E-C50B7966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9" y="2693369"/>
            <a:ext cx="11477898" cy="155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28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566</Words>
  <Application>Microsoft Office PowerPoint</Application>
  <PresentationFormat>Widescreen</PresentationFormat>
  <Paragraphs>60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5</cp:revision>
  <dcterms:created xsi:type="dcterms:W3CDTF">2024-08-27T22:14:52Z</dcterms:created>
  <dcterms:modified xsi:type="dcterms:W3CDTF">2024-09-20T03:29:27Z</dcterms:modified>
</cp:coreProperties>
</file>