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305" r:id="rId4"/>
    <p:sldId id="307" r:id="rId5"/>
    <p:sldId id="306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41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2" r:id="rId24"/>
    <p:sldId id="343" r:id="rId25"/>
    <p:sldId id="344" r:id="rId26"/>
    <p:sldId id="345" r:id="rId27"/>
    <p:sldId id="34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01C1F3-D4D7-4C09-979A-663B1C20EB9B}" v="47" dt="2024-11-25T02:50:17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0EEC1B31-6EA1-499B-8796-0A61D9DC3041}"/>
    <pc:docChg chg="undo redo custSel addSld delSld modSld">
      <pc:chgData name="Abdalla Mukhaimer, Widad" userId="eed79641-8d75-4c66-a669-438ad56aff06" providerId="ADAL" clId="{0EEC1B31-6EA1-499B-8796-0A61D9DC3041}" dt="2024-11-22T07:51:22.725" v="304" actId="47"/>
      <pc:docMkLst>
        <pc:docMk/>
      </pc:docMkLst>
      <pc:sldChg chg="modSp mod">
        <pc:chgData name="Abdalla Mukhaimer, Widad" userId="eed79641-8d75-4c66-a669-438ad56aff06" providerId="ADAL" clId="{0EEC1B31-6EA1-499B-8796-0A61D9DC3041}" dt="2024-11-22T07:34:16.452" v="29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0EEC1B31-6EA1-499B-8796-0A61D9DC3041}" dt="2024-11-22T07:34:16.452" v="29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3582378336" sldId="292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484782567" sldId="293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2036121130" sldId="294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964176475" sldId="295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3837546798" sldId="296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805035487" sldId="297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667614113" sldId="298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1697096242" sldId="299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2812773127" sldId="300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4075854152" sldId="301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548971976" sldId="302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593044576" sldId="303"/>
        </pc:sldMkLst>
      </pc:sldChg>
      <pc:sldChg chg="addSp modSp mod">
        <pc:chgData name="Abdalla Mukhaimer, Widad" userId="eed79641-8d75-4c66-a669-438ad56aff06" providerId="ADAL" clId="{0EEC1B31-6EA1-499B-8796-0A61D9DC3041}" dt="2024-11-22T07:41:18.640" v="126" actId="2710"/>
        <pc:sldMkLst>
          <pc:docMk/>
          <pc:sldMk cId="1829655451" sldId="304"/>
        </pc:sldMkLst>
        <pc:spChg chg="add mod">
          <ac:chgData name="Abdalla Mukhaimer, Widad" userId="eed79641-8d75-4c66-a669-438ad56aff06" providerId="ADAL" clId="{0EEC1B31-6EA1-499B-8796-0A61D9DC3041}" dt="2024-11-22T07:41:18.640" v="126" actId="2710"/>
          <ac:spMkLst>
            <pc:docMk/>
            <pc:sldMk cId="1829655451" sldId="304"/>
            <ac:spMk id="3" creationId="{3AA0CA2A-0CA6-DFFC-8FF6-FE3BCC875149}"/>
          </ac:spMkLst>
        </pc:spChg>
      </pc:sldChg>
      <pc:sldChg chg="addSp modSp add mod">
        <pc:chgData name="Abdalla Mukhaimer, Widad" userId="eed79641-8d75-4c66-a669-438ad56aff06" providerId="ADAL" clId="{0EEC1B31-6EA1-499B-8796-0A61D9DC3041}" dt="2024-11-22T07:41:34.366" v="134" actId="1076"/>
        <pc:sldMkLst>
          <pc:docMk/>
          <pc:sldMk cId="2067137686" sldId="305"/>
        </pc:sldMkLst>
        <pc:picChg chg="add mod">
          <ac:chgData name="Abdalla Mukhaimer, Widad" userId="eed79641-8d75-4c66-a669-438ad56aff06" providerId="ADAL" clId="{0EEC1B31-6EA1-499B-8796-0A61D9DC3041}" dt="2024-11-22T07:41:34.366" v="134" actId="1076"/>
          <ac:picMkLst>
            <pc:docMk/>
            <pc:sldMk cId="2067137686" sldId="305"/>
            <ac:picMk id="3" creationId="{F0DBDD5C-3B0C-237D-B996-822B507AE703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1:55.515" v="142" actId="1076"/>
        <pc:sldMkLst>
          <pc:docMk/>
          <pc:sldMk cId="1665463979" sldId="306"/>
        </pc:sldMkLst>
        <pc:spChg chg="add mod">
          <ac:chgData name="Abdalla Mukhaimer, Widad" userId="eed79641-8d75-4c66-a669-438ad56aff06" providerId="ADAL" clId="{0EEC1B31-6EA1-499B-8796-0A61D9DC3041}" dt="2024-11-22T07:41:55.515" v="142" actId="1076"/>
          <ac:spMkLst>
            <pc:docMk/>
            <pc:sldMk cId="1665463979" sldId="306"/>
            <ac:spMk id="3" creationId="{375B5D95-5D4D-4032-FCEC-1089A2CC9FD1}"/>
          </ac:spMkLst>
        </pc:spChg>
        <pc:picChg chg="add mod">
          <ac:chgData name="Abdalla Mukhaimer, Widad" userId="eed79641-8d75-4c66-a669-438ad56aff06" providerId="ADAL" clId="{0EEC1B31-6EA1-499B-8796-0A61D9DC3041}" dt="2024-11-22T07:41:52.215" v="141" actId="1076"/>
          <ac:picMkLst>
            <pc:docMk/>
            <pc:sldMk cId="1665463979" sldId="306"/>
            <ac:picMk id="4" creationId="{5F45464B-BB65-5EE0-7737-08DE62E593FC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2:03.968" v="144" actId="1076"/>
        <pc:sldMkLst>
          <pc:docMk/>
          <pc:sldMk cId="2601494979" sldId="307"/>
        </pc:sldMkLst>
        <pc:spChg chg="add mod">
          <ac:chgData name="Abdalla Mukhaimer, Widad" userId="eed79641-8d75-4c66-a669-438ad56aff06" providerId="ADAL" clId="{0EEC1B31-6EA1-499B-8796-0A61D9DC3041}" dt="2024-11-22T07:42:03.968" v="144" actId="1076"/>
          <ac:spMkLst>
            <pc:docMk/>
            <pc:sldMk cId="2601494979" sldId="307"/>
            <ac:spMk id="4" creationId="{9D86E9C8-7846-C6E7-5661-2F6E11408CCA}"/>
          </ac:spMkLst>
        </pc:spChg>
        <pc:picChg chg="add del mod">
          <ac:chgData name="Abdalla Mukhaimer, Widad" userId="eed79641-8d75-4c66-a669-438ad56aff06" providerId="ADAL" clId="{0EEC1B31-6EA1-499B-8796-0A61D9DC3041}" dt="2024-11-22T07:36:36.294" v="60" actId="478"/>
          <ac:picMkLst>
            <pc:docMk/>
            <pc:sldMk cId="2601494979" sldId="307"/>
            <ac:picMk id="2" creationId="{42AFE5BB-A11C-3859-2834-EBFFDF6B8102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3:27.973" v="166" actId="1076"/>
        <pc:sldMkLst>
          <pc:docMk/>
          <pc:sldMk cId="758595871" sldId="308"/>
        </pc:sldMkLst>
        <pc:spChg chg="add mod">
          <ac:chgData name="Abdalla Mukhaimer, Widad" userId="eed79641-8d75-4c66-a669-438ad56aff06" providerId="ADAL" clId="{0EEC1B31-6EA1-499B-8796-0A61D9DC3041}" dt="2024-11-22T07:43:10.999" v="162" actId="255"/>
          <ac:spMkLst>
            <pc:docMk/>
            <pc:sldMk cId="758595871" sldId="308"/>
            <ac:spMk id="4" creationId="{509DDCE0-3F32-E7BF-0D1D-2CFB5A515624}"/>
          </ac:spMkLst>
        </pc:spChg>
        <pc:picChg chg="add mod">
          <ac:chgData name="Abdalla Mukhaimer, Widad" userId="eed79641-8d75-4c66-a669-438ad56aff06" providerId="ADAL" clId="{0EEC1B31-6EA1-499B-8796-0A61D9DC3041}" dt="2024-11-22T07:43:27.973" v="166" actId="1076"/>
          <ac:picMkLst>
            <pc:docMk/>
            <pc:sldMk cId="758595871" sldId="308"/>
            <ac:picMk id="2" creationId="{9D9EB081-625D-8B44-3BEE-FA24068CD05C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3:50.215" v="173" actId="1076"/>
        <pc:sldMkLst>
          <pc:docMk/>
          <pc:sldMk cId="3122493143" sldId="309"/>
        </pc:sldMkLst>
        <pc:spChg chg="add mod">
          <ac:chgData name="Abdalla Mukhaimer, Widad" userId="eed79641-8d75-4c66-a669-438ad56aff06" providerId="ADAL" clId="{0EEC1B31-6EA1-499B-8796-0A61D9DC3041}" dt="2024-11-22T07:43:45.360" v="170" actId="14100"/>
          <ac:spMkLst>
            <pc:docMk/>
            <pc:sldMk cId="3122493143" sldId="309"/>
            <ac:spMk id="4" creationId="{5616EB3B-A4C8-D1AB-1FD4-33C2CA038EA6}"/>
          </ac:spMkLst>
        </pc:spChg>
        <pc:picChg chg="add mod">
          <ac:chgData name="Abdalla Mukhaimer, Widad" userId="eed79641-8d75-4c66-a669-438ad56aff06" providerId="ADAL" clId="{0EEC1B31-6EA1-499B-8796-0A61D9DC3041}" dt="2024-11-22T07:43:50.215" v="173" actId="1076"/>
          <ac:picMkLst>
            <pc:docMk/>
            <pc:sldMk cId="3122493143" sldId="309"/>
            <ac:picMk id="2" creationId="{5E2E4512-31AE-D8D6-1625-F58D04F7D11D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4:14.870" v="181" actId="1076"/>
        <pc:sldMkLst>
          <pc:docMk/>
          <pc:sldMk cId="3665015453" sldId="310"/>
        </pc:sldMkLst>
        <pc:spChg chg="add mod">
          <ac:chgData name="Abdalla Mukhaimer, Widad" userId="eed79641-8d75-4c66-a669-438ad56aff06" providerId="ADAL" clId="{0EEC1B31-6EA1-499B-8796-0A61D9DC3041}" dt="2024-11-22T07:44:07.158" v="176" actId="14100"/>
          <ac:spMkLst>
            <pc:docMk/>
            <pc:sldMk cId="3665015453" sldId="310"/>
            <ac:spMk id="4" creationId="{64ABC08E-9F7C-232C-4DFE-14FB4FEB45AE}"/>
          </ac:spMkLst>
        </pc:spChg>
        <pc:picChg chg="add mod">
          <ac:chgData name="Abdalla Mukhaimer, Widad" userId="eed79641-8d75-4c66-a669-438ad56aff06" providerId="ADAL" clId="{0EEC1B31-6EA1-499B-8796-0A61D9DC3041}" dt="2024-11-22T07:44:14.870" v="181" actId="1076"/>
          <ac:picMkLst>
            <pc:docMk/>
            <pc:sldMk cId="3665015453" sldId="310"/>
            <ac:picMk id="2" creationId="{B6955B74-B074-F837-85B7-B771F3A06A16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4:49.906" v="188" actId="1076"/>
        <pc:sldMkLst>
          <pc:docMk/>
          <pc:sldMk cId="3366116291" sldId="311"/>
        </pc:sldMkLst>
        <pc:spChg chg="add mod">
          <ac:chgData name="Abdalla Mukhaimer, Widad" userId="eed79641-8d75-4c66-a669-438ad56aff06" providerId="ADAL" clId="{0EEC1B31-6EA1-499B-8796-0A61D9DC3041}" dt="2024-11-22T07:44:43.040" v="184" actId="14100"/>
          <ac:spMkLst>
            <pc:docMk/>
            <pc:sldMk cId="3366116291" sldId="311"/>
            <ac:spMk id="4" creationId="{F0B7C3F1-2AED-31F3-B471-8158734BC1F3}"/>
          </ac:spMkLst>
        </pc:spChg>
        <pc:picChg chg="add mod">
          <ac:chgData name="Abdalla Mukhaimer, Widad" userId="eed79641-8d75-4c66-a669-438ad56aff06" providerId="ADAL" clId="{0EEC1B31-6EA1-499B-8796-0A61D9DC3041}" dt="2024-11-22T07:44:49.906" v="188" actId="1076"/>
          <ac:picMkLst>
            <pc:docMk/>
            <pc:sldMk cId="3366116291" sldId="311"/>
            <ac:picMk id="2" creationId="{E1D169F0-1E15-D548-311E-89C823D85E4F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08.761" v="198" actId="1076"/>
        <pc:sldMkLst>
          <pc:docMk/>
          <pc:sldMk cId="1155657700" sldId="312"/>
        </pc:sldMkLst>
        <pc:spChg chg="add mod">
          <ac:chgData name="Abdalla Mukhaimer, Widad" userId="eed79641-8d75-4c66-a669-438ad56aff06" providerId="ADAL" clId="{0EEC1B31-6EA1-499B-8796-0A61D9DC3041}" dt="2024-11-22T07:44:59.533" v="191" actId="14100"/>
          <ac:spMkLst>
            <pc:docMk/>
            <pc:sldMk cId="1155657700" sldId="312"/>
            <ac:spMk id="4" creationId="{26D21071-920F-D902-4DE6-D685BFD496DB}"/>
          </ac:spMkLst>
        </pc:spChg>
        <pc:picChg chg="add mod">
          <ac:chgData name="Abdalla Mukhaimer, Widad" userId="eed79641-8d75-4c66-a669-438ad56aff06" providerId="ADAL" clId="{0EEC1B31-6EA1-499B-8796-0A61D9DC3041}" dt="2024-11-22T07:45:08.761" v="198" actId="1076"/>
          <ac:picMkLst>
            <pc:docMk/>
            <pc:sldMk cId="1155657700" sldId="312"/>
            <ac:picMk id="2" creationId="{513C577A-9350-7CA7-B7B7-F70FDBFB5240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22.244" v="202" actId="1076"/>
        <pc:sldMkLst>
          <pc:docMk/>
          <pc:sldMk cId="1132476670" sldId="313"/>
        </pc:sldMkLst>
        <pc:spChg chg="add mod">
          <ac:chgData name="Abdalla Mukhaimer, Widad" userId="eed79641-8d75-4c66-a669-438ad56aff06" providerId="ADAL" clId="{0EEC1B31-6EA1-499B-8796-0A61D9DC3041}" dt="2024-11-22T07:45:22.244" v="202" actId="1076"/>
          <ac:spMkLst>
            <pc:docMk/>
            <pc:sldMk cId="1132476670" sldId="313"/>
            <ac:spMk id="3" creationId="{2E0338EC-099F-82B0-5A8D-1FE7C83DE61F}"/>
          </ac:spMkLst>
        </pc:spChg>
        <pc:picChg chg="add mod">
          <ac:chgData name="Abdalla Mukhaimer, Widad" userId="eed79641-8d75-4c66-a669-438ad56aff06" providerId="ADAL" clId="{0EEC1B31-6EA1-499B-8796-0A61D9DC3041}" dt="2024-11-22T07:45:15.396" v="200" actId="1076"/>
          <ac:picMkLst>
            <pc:docMk/>
            <pc:sldMk cId="1132476670" sldId="313"/>
            <ac:picMk id="4" creationId="{6579DC0A-7AA0-07FD-FDB4-5D72D22D552C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36.754" v="208" actId="1076"/>
        <pc:sldMkLst>
          <pc:docMk/>
          <pc:sldMk cId="894309510" sldId="314"/>
        </pc:sldMkLst>
        <pc:spChg chg="add mod">
          <ac:chgData name="Abdalla Mukhaimer, Widad" userId="eed79641-8d75-4c66-a669-438ad56aff06" providerId="ADAL" clId="{0EEC1B31-6EA1-499B-8796-0A61D9DC3041}" dt="2024-11-22T07:45:31.869" v="205" actId="14100"/>
          <ac:spMkLst>
            <pc:docMk/>
            <pc:sldMk cId="894309510" sldId="314"/>
            <ac:spMk id="4" creationId="{392BB4D2-A165-A5CC-E281-0EBC996BB6C2}"/>
          </ac:spMkLst>
        </pc:spChg>
        <pc:picChg chg="add mod">
          <ac:chgData name="Abdalla Mukhaimer, Widad" userId="eed79641-8d75-4c66-a669-438ad56aff06" providerId="ADAL" clId="{0EEC1B31-6EA1-499B-8796-0A61D9DC3041}" dt="2024-11-22T07:45:36.754" v="208" actId="1076"/>
          <ac:picMkLst>
            <pc:docMk/>
            <pc:sldMk cId="894309510" sldId="314"/>
            <ac:picMk id="2" creationId="{17E19A22-AE53-9ABE-C3DB-96D014F87C8F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6:51.511" v="219" actId="14100"/>
        <pc:sldMkLst>
          <pc:docMk/>
          <pc:sldMk cId="3279899016" sldId="315"/>
        </pc:sldMkLst>
        <pc:spChg chg="add del mod ord">
          <ac:chgData name="Abdalla Mukhaimer, Widad" userId="eed79641-8d75-4c66-a669-438ad56aff06" providerId="ADAL" clId="{0EEC1B31-6EA1-499B-8796-0A61D9DC3041}" dt="2024-11-22T07:46:38.187" v="215" actId="167"/>
          <ac:spMkLst>
            <pc:docMk/>
            <pc:sldMk cId="3279899016" sldId="315"/>
            <ac:spMk id="4" creationId="{352EA93B-242B-3959-ABD6-243CE0B85425}"/>
          </ac:spMkLst>
        </pc:spChg>
        <pc:picChg chg="add mod">
          <ac:chgData name="Abdalla Mukhaimer, Widad" userId="eed79641-8d75-4c66-a669-438ad56aff06" providerId="ADAL" clId="{0EEC1B31-6EA1-499B-8796-0A61D9DC3041}" dt="2024-11-22T07:46:51.511" v="219" actId="14100"/>
          <ac:picMkLst>
            <pc:docMk/>
            <pc:sldMk cId="3279899016" sldId="315"/>
            <ac:picMk id="2" creationId="{FB979F40-8049-534C-C5B5-41045DE992A8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7:48.621" v="238" actId="1076"/>
        <pc:sldMkLst>
          <pc:docMk/>
          <pc:sldMk cId="1621354024" sldId="316"/>
        </pc:sldMkLst>
        <pc:spChg chg="add mod">
          <ac:chgData name="Abdalla Mukhaimer, Widad" userId="eed79641-8d75-4c66-a669-438ad56aff06" providerId="ADAL" clId="{0EEC1B31-6EA1-499B-8796-0A61D9DC3041}" dt="2024-11-22T07:47:43.878" v="235" actId="1076"/>
          <ac:spMkLst>
            <pc:docMk/>
            <pc:sldMk cId="1621354024" sldId="316"/>
            <ac:spMk id="4" creationId="{0549C31F-310F-EBE1-A6C6-1424C9049E73}"/>
          </ac:spMkLst>
        </pc:spChg>
        <pc:picChg chg="add mod">
          <ac:chgData name="Abdalla Mukhaimer, Widad" userId="eed79641-8d75-4c66-a669-438ad56aff06" providerId="ADAL" clId="{0EEC1B31-6EA1-499B-8796-0A61D9DC3041}" dt="2024-11-22T07:47:48.621" v="238" actId="1076"/>
          <ac:picMkLst>
            <pc:docMk/>
            <pc:sldMk cId="1621354024" sldId="316"/>
            <ac:picMk id="2" creationId="{326F0EED-471B-CC57-1349-F11046DA26A0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8:06.135" v="240" actId="1076"/>
        <pc:sldMkLst>
          <pc:docMk/>
          <pc:sldMk cId="3250260127" sldId="317"/>
        </pc:sldMkLst>
        <pc:spChg chg="add mod">
          <ac:chgData name="Abdalla Mukhaimer, Widad" userId="eed79641-8d75-4c66-a669-438ad56aff06" providerId="ADAL" clId="{0EEC1B31-6EA1-499B-8796-0A61D9DC3041}" dt="2024-11-22T07:48:06.135" v="240" actId="1076"/>
          <ac:spMkLst>
            <pc:docMk/>
            <pc:sldMk cId="3250260127" sldId="317"/>
            <ac:spMk id="4" creationId="{83395AE6-2FED-9093-995D-DB60966C8AD4}"/>
          </ac:spMkLst>
        </pc:spChg>
        <pc:picChg chg="add del mod">
          <ac:chgData name="Abdalla Mukhaimer, Widad" userId="eed79641-8d75-4c66-a669-438ad56aff06" providerId="ADAL" clId="{0EEC1B31-6EA1-499B-8796-0A61D9DC3041}" dt="2024-11-22T07:39:08.952" v="95" actId="478"/>
          <ac:picMkLst>
            <pc:docMk/>
            <pc:sldMk cId="3250260127" sldId="317"/>
            <ac:picMk id="2" creationId="{C0D17E0F-0805-B3C0-B03C-3B7CAF5DBFA2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8:50.947" v="256" actId="1076"/>
        <pc:sldMkLst>
          <pc:docMk/>
          <pc:sldMk cId="1921509192" sldId="318"/>
        </pc:sldMkLst>
        <pc:spChg chg="add mod">
          <ac:chgData name="Abdalla Mukhaimer, Widad" userId="eed79641-8d75-4c66-a669-438ad56aff06" providerId="ADAL" clId="{0EEC1B31-6EA1-499B-8796-0A61D9DC3041}" dt="2024-11-22T07:48:45.490" v="252" actId="14100"/>
          <ac:spMkLst>
            <pc:docMk/>
            <pc:sldMk cId="1921509192" sldId="318"/>
            <ac:spMk id="4" creationId="{37B085ED-935A-BCCE-2655-3B5839BA1936}"/>
          </ac:spMkLst>
        </pc:spChg>
        <pc:picChg chg="add mod">
          <ac:chgData name="Abdalla Mukhaimer, Widad" userId="eed79641-8d75-4c66-a669-438ad56aff06" providerId="ADAL" clId="{0EEC1B31-6EA1-499B-8796-0A61D9DC3041}" dt="2024-11-22T07:48:50.947" v="256" actId="1076"/>
          <ac:picMkLst>
            <pc:docMk/>
            <pc:sldMk cId="1921509192" sldId="318"/>
            <ac:picMk id="2" creationId="{0525CE6B-C03D-47AA-626F-A0022C596BE0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9:17.832" v="269" actId="1076"/>
        <pc:sldMkLst>
          <pc:docMk/>
          <pc:sldMk cId="2088231010" sldId="319"/>
        </pc:sldMkLst>
        <pc:spChg chg="add mod">
          <ac:chgData name="Abdalla Mukhaimer, Widad" userId="eed79641-8d75-4c66-a669-438ad56aff06" providerId="ADAL" clId="{0EEC1B31-6EA1-499B-8796-0A61D9DC3041}" dt="2024-11-22T07:49:03.774" v="260" actId="14100"/>
          <ac:spMkLst>
            <pc:docMk/>
            <pc:sldMk cId="2088231010" sldId="319"/>
            <ac:spMk id="4" creationId="{7E37A1C6-63A4-7AE5-0FED-2293B6FD29EA}"/>
          </ac:spMkLst>
        </pc:spChg>
        <pc:picChg chg="add mod">
          <ac:chgData name="Abdalla Mukhaimer, Widad" userId="eed79641-8d75-4c66-a669-438ad56aff06" providerId="ADAL" clId="{0EEC1B31-6EA1-499B-8796-0A61D9DC3041}" dt="2024-11-22T07:49:17.832" v="269" actId="1076"/>
          <ac:picMkLst>
            <pc:docMk/>
            <pc:sldMk cId="2088231010" sldId="319"/>
            <ac:picMk id="2" creationId="{054DA042-2C67-51A5-DA24-FDF028EE9445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9:34.414" v="276" actId="1076"/>
        <pc:sldMkLst>
          <pc:docMk/>
          <pc:sldMk cId="624010047" sldId="320"/>
        </pc:sldMkLst>
        <pc:spChg chg="add mod">
          <ac:chgData name="Abdalla Mukhaimer, Widad" userId="eed79641-8d75-4c66-a669-438ad56aff06" providerId="ADAL" clId="{0EEC1B31-6EA1-499B-8796-0A61D9DC3041}" dt="2024-11-22T07:49:34.414" v="276" actId="1076"/>
          <ac:spMkLst>
            <pc:docMk/>
            <pc:sldMk cId="624010047" sldId="320"/>
            <ac:spMk id="4" creationId="{F11DEFB7-DD58-02C5-9309-2F9102619E51}"/>
          </ac:spMkLst>
        </pc:spChg>
        <pc:picChg chg="add mod">
          <ac:chgData name="Abdalla Mukhaimer, Widad" userId="eed79641-8d75-4c66-a669-438ad56aff06" providerId="ADAL" clId="{0EEC1B31-6EA1-499B-8796-0A61D9DC3041}" dt="2024-11-22T07:49:27.854" v="274" actId="1076"/>
          <ac:picMkLst>
            <pc:docMk/>
            <pc:sldMk cId="624010047" sldId="320"/>
            <ac:picMk id="2" creationId="{0F79D849-C1AC-A2CD-DEDA-4DCF40F6CD0B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50:34.743" v="293" actId="1076"/>
        <pc:sldMkLst>
          <pc:docMk/>
          <pc:sldMk cId="3857908509" sldId="321"/>
        </pc:sldMkLst>
        <pc:spChg chg="add mod ord">
          <ac:chgData name="Abdalla Mukhaimer, Widad" userId="eed79641-8d75-4c66-a669-438ad56aff06" providerId="ADAL" clId="{0EEC1B31-6EA1-499B-8796-0A61D9DC3041}" dt="2024-11-22T07:50:34.743" v="293" actId="1076"/>
          <ac:spMkLst>
            <pc:docMk/>
            <pc:sldMk cId="3857908509" sldId="321"/>
            <ac:spMk id="4" creationId="{C680A148-1B0C-1BF0-CCF7-E1438CFC8A36}"/>
          </ac:spMkLst>
        </pc:spChg>
        <pc:picChg chg="add del mod">
          <ac:chgData name="Abdalla Mukhaimer, Widad" userId="eed79641-8d75-4c66-a669-438ad56aff06" providerId="ADAL" clId="{0EEC1B31-6EA1-499B-8796-0A61D9DC3041}" dt="2024-11-22T07:50:27.163" v="290" actId="478"/>
          <ac:picMkLst>
            <pc:docMk/>
            <pc:sldMk cId="3857908509" sldId="321"/>
            <ac:picMk id="2" creationId="{27A7DFDB-5D03-A698-BFFB-DFB969B3A2B1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51:13.481" v="303" actId="255"/>
        <pc:sldMkLst>
          <pc:docMk/>
          <pc:sldMk cId="570646333" sldId="322"/>
        </pc:sldMkLst>
        <pc:spChg chg="add mod">
          <ac:chgData name="Abdalla Mukhaimer, Widad" userId="eed79641-8d75-4c66-a669-438ad56aff06" providerId="ADAL" clId="{0EEC1B31-6EA1-499B-8796-0A61D9DC3041}" dt="2024-11-22T07:51:13.481" v="303" actId="255"/>
          <ac:spMkLst>
            <pc:docMk/>
            <pc:sldMk cId="570646333" sldId="322"/>
            <ac:spMk id="3" creationId="{0789A991-1752-F425-D8E5-ACB3E6AF9579}"/>
          </ac:spMkLst>
        </pc:spChg>
      </pc:sldChg>
      <pc:sldChg chg="modSp add mod">
        <pc:chgData name="Abdalla Mukhaimer, Widad" userId="eed79641-8d75-4c66-a669-438ad56aff06" providerId="ADAL" clId="{0EEC1B31-6EA1-499B-8796-0A61D9DC3041}" dt="2024-11-22T07:42:44.745" v="157" actId="1076"/>
        <pc:sldMkLst>
          <pc:docMk/>
          <pc:sldMk cId="1947668842" sldId="323"/>
        </pc:sldMkLst>
        <pc:spChg chg="mod">
          <ac:chgData name="Abdalla Mukhaimer, Widad" userId="eed79641-8d75-4c66-a669-438ad56aff06" providerId="ADAL" clId="{0EEC1B31-6EA1-499B-8796-0A61D9DC3041}" dt="2024-11-22T07:42:32.791" v="152" actId="255"/>
          <ac:spMkLst>
            <pc:docMk/>
            <pc:sldMk cId="1947668842" sldId="323"/>
            <ac:spMk id="4" creationId="{9D86E9C8-7846-C6E7-5661-2F6E11408CCA}"/>
          </ac:spMkLst>
        </pc:spChg>
        <pc:picChg chg="mod">
          <ac:chgData name="Abdalla Mukhaimer, Widad" userId="eed79641-8d75-4c66-a669-438ad56aff06" providerId="ADAL" clId="{0EEC1B31-6EA1-499B-8796-0A61D9DC3041}" dt="2024-11-22T07:42:44.745" v="157" actId="1076"/>
          <ac:picMkLst>
            <pc:docMk/>
            <pc:sldMk cId="1947668842" sldId="323"/>
            <ac:picMk id="2" creationId="{42AFE5BB-A11C-3859-2834-EBFFDF6B8102}"/>
          </ac:picMkLst>
        </pc:picChg>
      </pc:sldChg>
      <pc:sldChg chg="modSp add mod">
        <pc:chgData name="Abdalla Mukhaimer, Widad" userId="eed79641-8d75-4c66-a669-438ad56aff06" providerId="ADAL" clId="{0EEC1B31-6EA1-499B-8796-0A61D9DC3041}" dt="2024-11-22T07:48:27.723" v="248" actId="1076"/>
        <pc:sldMkLst>
          <pc:docMk/>
          <pc:sldMk cId="1086270051" sldId="324"/>
        </pc:sldMkLst>
        <pc:spChg chg="mod">
          <ac:chgData name="Abdalla Mukhaimer, Widad" userId="eed79641-8d75-4c66-a669-438ad56aff06" providerId="ADAL" clId="{0EEC1B31-6EA1-499B-8796-0A61D9DC3041}" dt="2024-11-22T07:48:22.765" v="244" actId="14100"/>
          <ac:spMkLst>
            <pc:docMk/>
            <pc:sldMk cId="1086270051" sldId="324"/>
            <ac:spMk id="4" creationId="{83395AE6-2FED-9093-995D-DB60966C8AD4}"/>
          </ac:spMkLst>
        </pc:spChg>
        <pc:picChg chg="mod">
          <ac:chgData name="Abdalla Mukhaimer, Widad" userId="eed79641-8d75-4c66-a669-438ad56aff06" providerId="ADAL" clId="{0EEC1B31-6EA1-499B-8796-0A61D9DC3041}" dt="2024-11-22T07:48:27.723" v="248" actId="1076"/>
          <ac:picMkLst>
            <pc:docMk/>
            <pc:sldMk cId="1086270051" sldId="324"/>
            <ac:picMk id="2" creationId="{C0D17E0F-0805-B3C0-B03C-3B7CAF5DBFA2}"/>
          </ac:picMkLst>
        </pc:picChg>
      </pc:sldChg>
      <pc:sldChg chg="add">
        <pc:chgData name="Abdalla Mukhaimer, Widad" userId="eed79641-8d75-4c66-a669-438ad56aff06" providerId="ADAL" clId="{0EEC1B31-6EA1-499B-8796-0A61D9DC3041}" dt="2024-11-22T07:40:13.948" v="107"/>
        <pc:sldMkLst>
          <pc:docMk/>
          <pc:sldMk cId="2195951705" sldId="325"/>
        </pc:sldMkLst>
      </pc:sldChg>
      <pc:sldChg chg="add del">
        <pc:chgData name="Abdalla Mukhaimer, Widad" userId="eed79641-8d75-4c66-a669-438ad56aff06" providerId="ADAL" clId="{0EEC1B31-6EA1-499B-8796-0A61D9DC3041}" dt="2024-11-22T07:51:22.725" v="304" actId="47"/>
        <pc:sldMkLst>
          <pc:docMk/>
          <pc:sldMk cId="1388013446" sldId="326"/>
        </pc:sldMkLst>
      </pc:sldChg>
      <pc:sldChg chg="addSp delSp modSp add mod">
        <pc:chgData name="Abdalla Mukhaimer, Widad" userId="eed79641-8d75-4c66-a669-438ad56aff06" providerId="ADAL" clId="{0EEC1B31-6EA1-499B-8796-0A61D9DC3041}" dt="2024-11-22T07:47:19.071" v="229"/>
        <pc:sldMkLst>
          <pc:docMk/>
          <pc:sldMk cId="1005967621" sldId="327"/>
        </pc:sldMkLst>
        <pc:spChg chg="mod">
          <ac:chgData name="Abdalla Mukhaimer, Widad" userId="eed79641-8d75-4c66-a669-438ad56aff06" providerId="ADAL" clId="{0EEC1B31-6EA1-499B-8796-0A61D9DC3041}" dt="2024-11-22T07:47:06.770" v="224" actId="1076"/>
          <ac:spMkLst>
            <pc:docMk/>
            <pc:sldMk cId="1005967621" sldId="327"/>
            <ac:spMk id="4" creationId="{352EA93B-242B-3959-ABD6-243CE0B85425}"/>
          </ac:spMkLst>
        </pc:spChg>
        <pc:picChg chg="del mod">
          <ac:chgData name="Abdalla Mukhaimer, Widad" userId="eed79641-8d75-4c66-a669-438ad56aff06" providerId="ADAL" clId="{0EEC1B31-6EA1-499B-8796-0A61D9DC3041}" dt="2024-11-22T07:47:18.708" v="228" actId="478"/>
          <ac:picMkLst>
            <pc:docMk/>
            <pc:sldMk cId="1005967621" sldId="327"/>
            <ac:picMk id="2" creationId="{FB979F40-8049-534C-C5B5-41045DE992A8}"/>
          </ac:picMkLst>
        </pc:picChg>
        <pc:picChg chg="add mod">
          <ac:chgData name="Abdalla Mukhaimer, Widad" userId="eed79641-8d75-4c66-a669-438ad56aff06" providerId="ADAL" clId="{0EEC1B31-6EA1-499B-8796-0A61D9DC3041}" dt="2024-11-22T07:47:19.071" v="229"/>
          <ac:picMkLst>
            <pc:docMk/>
            <pc:sldMk cId="1005967621" sldId="327"/>
            <ac:picMk id="3" creationId="{5340431F-9561-6DB2-BBA7-244A199AD757}"/>
          </ac:picMkLst>
        </pc:picChg>
      </pc:sldChg>
      <pc:sldChg chg="delSp modSp add mod">
        <pc:chgData name="Abdalla Mukhaimer, Widad" userId="eed79641-8d75-4c66-a669-438ad56aff06" providerId="ADAL" clId="{0EEC1B31-6EA1-499B-8796-0A61D9DC3041}" dt="2024-11-22T07:50:17.161" v="288" actId="1076"/>
        <pc:sldMkLst>
          <pc:docMk/>
          <pc:sldMk cId="774171943" sldId="328"/>
        </pc:sldMkLst>
        <pc:spChg chg="del mod">
          <ac:chgData name="Abdalla Mukhaimer, Widad" userId="eed79641-8d75-4c66-a669-438ad56aff06" providerId="ADAL" clId="{0EEC1B31-6EA1-499B-8796-0A61D9DC3041}" dt="2024-11-22T07:50:11.676" v="284" actId="478"/>
          <ac:spMkLst>
            <pc:docMk/>
            <pc:sldMk cId="774171943" sldId="328"/>
            <ac:spMk id="4" creationId="{C680A148-1B0C-1BF0-CCF7-E1438CFC8A36}"/>
          </ac:spMkLst>
        </pc:spChg>
        <pc:picChg chg="mod">
          <ac:chgData name="Abdalla Mukhaimer, Widad" userId="eed79641-8d75-4c66-a669-438ad56aff06" providerId="ADAL" clId="{0EEC1B31-6EA1-499B-8796-0A61D9DC3041}" dt="2024-11-22T07:50:17.161" v="288" actId="1076"/>
          <ac:picMkLst>
            <pc:docMk/>
            <pc:sldMk cId="774171943" sldId="328"/>
            <ac:picMk id="2" creationId="{27A7DFDB-5D03-A698-BFFB-DFB969B3A2B1}"/>
          </ac:picMkLst>
        </pc:picChg>
      </pc:sldChg>
    </pc:docChg>
  </pc:docChgLst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954FE35C-B48A-46C1-9B54-C54CE69797C5}"/>
    <pc:docChg chg="addSld delSld modSld">
      <pc:chgData name="Abdalla Mukhaimer, Widad" userId="eed79641-8d75-4c66-a669-438ad56aff06" providerId="ADAL" clId="{954FE35C-B48A-46C1-9B54-C54CE69797C5}" dt="2024-11-04T05:38:43.174" v="154" actId="1076"/>
      <pc:docMkLst>
        <pc:docMk/>
      </pc:docMkLst>
      <pc:sldChg chg="modSp mod">
        <pc:chgData name="Abdalla Mukhaimer, Widad" userId="eed79641-8d75-4c66-a669-438ad56aff06" providerId="ADAL" clId="{954FE35C-B48A-46C1-9B54-C54CE69797C5}" dt="2024-11-04T05:31:29.193" v="42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954FE35C-B48A-46C1-9B54-C54CE69797C5}" dt="2024-11-04T05:31:29.193" v="42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1894374" sldId="25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75865247" sldId="25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62651993" sldId="25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61709715" sldId="26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39263762" sldId="26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27201817" sldId="26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95882795" sldId="26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163957814" sldId="26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216060990" sldId="26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750031031" sldId="26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830348739" sldId="26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81969903" sldId="26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91207392" sldId="26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066293992" sldId="27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177564369" sldId="27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66007693" sldId="27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892102319" sldId="27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228211738" sldId="27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012608046" sldId="27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06756006" sldId="27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488140321" sldId="27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360075112" sldId="27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00386733" sldId="279"/>
        </pc:sldMkLst>
      </pc:sldChg>
      <pc:sldChg chg="addSp modSp mod">
        <pc:chgData name="Abdalla Mukhaimer, Widad" userId="eed79641-8d75-4c66-a669-438ad56aff06" providerId="ADAL" clId="{954FE35C-B48A-46C1-9B54-C54CE69797C5}" dt="2024-11-04T05:34:23.706" v="85" actId="1076"/>
        <pc:sldMkLst>
          <pc:docMk/>
          <pc:sldMk cId="295643100" sldId="280"/>
        </pc:sldMkLst>
        <pc:spChg chg="add mod">
          <ac:chgData name="Abdalla Mukhaimer, Widad" userId="eed79641-8d75-4c66-a669-438ad56aff06" providerId="ADAL" clId="{954FE35C-B48A-46C1-9B54-C54CE69797C5}" dt="2024-11-04T05:34:10.696" v="80" actId="255"/>
          <ac:spMkLst>
            <pc:docMk/>
            <pc:sldMk cId="295643100" sldId="280"/>
            <ac:spMk id="3" creationId="{E46E9180-F865-9314-4734-CF0C00A91894}"/>
          </ac:spMkLst>
        </pc:spChg>
        <pc:picChg chg="add mod">
          <ac:chgData name="Abdalla Mukhaimer, Widad" userId="eed79641-8d75-4c66-a669-438ad56aff06" providerId="ADAL" clId="{954FE35C-B48A-46C1-9B54-C54CE69797C5}" dt="2024-11-04T05:34:23.706" v="85" actId="1076"/>
          <ac:picMkLst>
            <pc:docMk/>
            <pc:sldMk cId="295643100" sldId="280"/>
            <ac:picMk id="4" creationId="{224CC976-5D26-AB64-C7D7-8CBE206AA224}"/>
          </ac:picMkLst>
        </pc:picChg>
      </pc:sldChg>
      <pc:sldChg chg="addSp modSp new mod">
        <pc:chgData name="Abdalla Mukhaimer, Widad" userId="eed79641-8d75-4c66-a669-438ad56aff06" providerId="ADAL" clId="{954FE35C-B48A-46C1-9B54-C54CE69797C5}" dt="2024-11-04T05:34:44.987" v="91" actId="1076"/>
        <pc:sldMkLst>
          <pc:docMk/>
          <pc:sldMk cId="183252368" sldId="281"/>
        </pc:sldMkLst>
        <pc:spChg chg="add mod">
          <ac:chgData name="Abdalla Mukhaimer, Widad" userId="eed79641-8d75-4c66-a669-438ad56aff06" providerId="ADAL" clId="{954FE35C-B48A-46C1-9B54-C54CE69797C5}" dt="2024-11-04T05:34:44.987" v="91" actId="1076"/>
          <ac:spMkLst>
            <pc:docMk/>
            <pc:sldMk cId="183252368" sldId="281"/>
            <ac:spMk id="3" creationId="{5760735E-5E31-37F5-F026-3D43200A9A0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5:14.723" v="98" actId="1076"/>
        <pc:sldMkLst>
          <pc:docMk/>
          <pc:sldMk cId="3992468140" sldId="282"/>
        </pc:sldMkLst>
        <pc:spChg chg="add mod">
          <ac:chgData name="Abdalla Mukhaimer, Widad" userId="eed79641-8d75-4c66-a669-438ad56aff06" providerId="ADAL" clId="{954FE35C-B48A-46C1-9B54-C54CE69797C5}" dt="2024-11-04T05:34:58.399" v="95" actId="1076"/>
          <ac:spMkLst>
            <pc:docMk/>
            <pc:sldMk cId="3992468140" sldId="282"/>
            <ac:spMk id="3" creationId="{523B0163-61D7-C59F-358C-21E8BFE85C43}"/>
          </ac:spMkLst>
        </pc:spChg>
        <pc:picChg chg="add mod">
          <ac:chgData name="Abdalla Mukhaimer, Widad" userId="eed79641-8d75-4c66-a669-438ad56aff06" providerId="ADAL" clId="{954FE35C-B48A-46C1-9B54-C54CE69797C5}" dt="2024-11-04T05:35:14.723" v="98" actId="1076"/>
          <ac:picMkLst>
            <pc:docMk/>
            <pc:sldMk cId="3992468140" sldId="282"/>
            <ac:picMk id="4" creationId="{8AA2D04B-9125-B58F-6C23-8596B58FEA4E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5:40.421" v="108" actId="1076"/>
        <pc:sldMkLst>
          <pc:docMk/>
          <pc:sldMk cId="3676576133" sldId="283"/>
        </pc:sldMkLst>
        <pc:spChg chg="add mod">
          <ac:chgData name="Abdalla Mukhaimer, Widad" userId="eed79641-8d75-4c66-a669-438ad56aff06" providerId="ADAL" clId="{954FE35C-B48A-46C1-9B54-C54CE69797C5}" dt="2024-11-04T05:35:26.624" v="102" actId="14100"/>
          <ac:spMkLst>
            <pc:docMk/>
            <pc:sldMk cId="3676576133" sldId="283"/>
            <ac:spMk id="3" creationId="{776F60FF-889C-F38A-C713-DC3E10C8678D}"/>
          </ac:spMkLst>
        </pc:spChg>
        <pc:picChg chg="add mod">
          <ac:chgData name="Abdalla Mukhaimer, Widad" userId="eed79641-8d75-4c66-a669-438ad56aff06" providerId="ADAL" clId="{954FE35C-B48A-46C1-9B54-C54CE69797C5}" dt="2024-11-04T05:35:40.421" v="108" actId="1076"/>
          <ac:picMkLst>
            <pc:docMk/>
            <pc:sldMk cId="3676576133" sldId="283"/>
            <ac:picMk id="4" creationId="{94F1206D-5ED9-5B18-71C2-35B9A571CE7C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6:02.531" v="113" actId="1076"/>
        <pc:sldMkLst>
          <pc:docMk/>
          <pc:sldMk cId="1230786504" sldId="284"/>
        </pc:sldMkLst>
        <pc:spChg chg="add mod">
          <ac:chgData name="Abdalla Mukhaimer, Widad" userId="eed79641-8d75-4c66-a669-438ad56aff06" providerId="ADAL" clId="{954FE35C-B48A-46C1-9B54-C54CE69797C5}" dt="2024-11-04T05:36:02.531" v="113" actId="1076"/>
          <ac:spMkLst>
            <pc:docMk/>
            <pc:sldMk cId="1230786504" sldId="284"/>
            <ac:spMk id="3" creationId="{3F1C1018-FF94-39D7-2B50-ABD4690DD7C1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14.920" v="116" actId="14100"/>
        <pc:sldMkLst>
          <pc:docMk/>
          <pc:sldMk cId="3173877358" sldId="285"/>
        </pc:sldMkLst>
        <pc:spChg chg="add mod">
          <ac:chgData name="Abdalla Mukhaimer, Widad" userId="eed79641-8d75-4c66-a669-438ad56aff06" providerId="ADAL" clId="{954FE35C-B48A-46C1-9B54-C54CE69797C5}" dt="2024-11-04T05:36:14.920" v="116" actId="14100"/>
          <ac:spMkLst>
            <pc:docMk/>
            <pc:sldMk cId="3173877358" sldId="285"/>
            <ac:spMk id="3" creationId="{B7D337F0-D4A7-BD52-E31F-66670566DCC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33.714" v="121" actId="1076"/>
        <pc:sldMkLst>
          <pc:docMk/>
          <pc:sldMk cId="840602954" sldId="286"/>
        </pc:sldMkLst>
        <pc:spChg chg="add mod">
          <ac:chgData name="Abdalla Mukhaimer, Widad" userId="eed79641-8d75-4c66-a669-438ad56aff06" providerId="ADAL" clId="{954FE35C-B48A-46C1-9B54-C54CE69797C5}" dt="2024-11-04T05:36:33.714" v="121" actId="1076"/>
          <ac:spMkLst>
            <pc:docMk/>
            <pc:sldMk cId="840602954" sldId="286"/>
            <ac:spMk id="3" creationId="{787C9059-C8A9-CE4B-3370-17E82F100D9F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58.468" v="126" actId="1076"/>
        <pc:sldMkLst>
          <pc:docMk/>
          <pc:sldMk cId="1960936151" sldId="287"/>
        </pc:sldMkLst>
        <pc:spChg chg="add mod">
          <ac:chgData name="Abdalla Mukhaimer, Widad" userId="eed79641-8d75-4c66-a669-438ad56aff06" providerId="ADAL" clId="{954FE35C-B48A-46C1-9B54-C54CE69797C5}" dt="2024-11-04T05:36:58.468" v="126" actId="1076"/>
          <ac:spMkLst>
            <pc:docMk/>
            <pc:sldMk cId="1960936151" sldId="287"/>
            <ac:spMk id="3" creationId="{08F828D4-15D3-0B9A-C9C4-B2B9F688C31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14.533" v="131" actId="20577"/>
        <pc:sldMkLst>
          <pc:docMk/>
          <pc:sldMk cId="97012742" sldId="288"/>
        </pc:sldMkLst>
        <pc:spChg chg="add mod">
          <ac:chgData name="Abdalla Mukhaimer, Widad" userId="eed79641-8d75-4c66-a669-438ad56aff06" providerId="ADAL" clId="{954FE35C-B48A-46C1-9B54-C54CE69797C5}" dt="2024-11-04T05:37:14.533" v="131" actId="20577"/>
          <ac:spMkLst>
            <pc:docMk/>
            <pc:sldMk cId="97012742" sldId="288"/>
            <ac:spMk id="3" creationId="{91DF4C18-9D1E-9A7C-B34F-0E24C511E95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30.981" v="135" actId="1076"/>
        <pc:sldMkLst>
          <pc:docMk/>
          <pc:sldMk cId="2881810693" sldId="289"/>
        </pc:sldMkLst>
        <pc:spChg chg="add mod">
          <ac:chgData name="Abdalla Mukhaimer, Widad" userId="eed79641-8d75-4c66-a669-438ad56aff06" providerId="ADAL" clId="{954FE35C-B48A-46C1-9B54-C54CE69797C5}" dt="2024-11-04T05:37:30.981" v="135" actId="1076"/>
          <ac:spMkLst>
            <pc:docMk/>
            <pc:sldMk cId="2881810693" sldId="289"/>
            <ac:spMk id="3" creationId="{A056125C-0CA4-CB85-5004-EE4A9FE85EC5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13.568" v="143" actId="20577"/>
        <pc:sldMkLst>
          <pc:docMk/>
          <pc:sldMk cId="1427871896" sldId="290"/>
        </pc:sldMkLst>
        <pc:spChg chg="add mod">
          <ac:chgData name="Abdalla Mukhaimer, Widad" userId="eed79641-8d75-4c66-a669-438ad56aff06" providerId="ADAL" clId="{954FE35C-B48A-46C1-9B54-C54CE69797C5}" dt="2024-11-04T05:38:13.568" v="143" actId="20577"/>
          <ac:spMkLst>
            <pc:docMk/>
            <pc:sldMk cId="1427871896" sldId="290"/>
            <ac:spMk id="3" creationId="{C6210EA7-5B4F-F55D-BEA2-826BC5B41926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43.174" v="154" actId="1076"/>
        <pc:sldMkLst>
          <pc:docMk/>
          <pc:sldMk cId="4041240376" sldId="291"/>
        </pc:sldMkLst>
        <pc:spChg chg="add mod">
          <ac:chgData name="Abdalla Mukhaimer, Widad" userId="eed79641-8d75-4c66-a669-438ad56aff06" providerId="ADAL" clId="{954FE35C-B48A-46C1-9B54-C54CE69797C5}" dt="2024-11-04T05:38:43.174" v="154" actId="1076"/>
          <ac:spMkLst>
            <pc:docMk/>
            <pc:sldMk cId="4041240376" sldId="291"/>
            <ac:spMk id="3" creationId="{01466B68-0855-470A-B66F-E3B5AFD8005E}"/>
          </ac:spMkLst>
        </pc:spChg>
        <pc:picChg chg="add mod">
          <ac:chgData name="Abdalla Mukhaimer, Widad" userId="eed79641-8d75-4c66-a669-438ad56aff06" providerId="ADAL" clId="{954FE35C-B48A-46C1-9B54-C54CE69797C5}" dt="2024-11-04T05:38:37.532" v="152" actId="1076"/>
          <ac:picMkLst>
            <pc:docMk/>
            <pc:sldMk cId="4041240376" sldId="291"/>
            <ac:picMk id="4" creationId="{C40E6165-D712-6597-86F8-D1BFC27061F6}"/>
          </ac:picMkLst>
        </pc:picChg>
      </pc:sldChg>
    </pc:docChg>
  </pc:docChgLst>
  <pc:docChgLst>
    <pc:chgData name="Abdalla Mukhaimer, Widad" userId="eed79641-8d75-4c66-a669-438ad56aff06" providerId="ADAL" clId="{1BB8E9B1-EC43-443C-AC18-C5EF5303C6DE}"/>
    <pc:docChg chg="undo custSel addSld delSld modSld">
      <pc:chgData name="Abdalla Mukhaimer, Widad" userId="eed79641-8d75-4c66-a669-438ad56aff06" providerId="ADAL" clId="{1BB8E9B1-EC43-443C-AC18-C5EF5303C6DE}" dt="2024-11-18T12:16:21.633" v="167" actId="47"/>
      <pc:docMkLst>
        <pc:docMk/>
      </pc:docMkLst>
      <pc:sldChg chg="modSp mod">
        <pc:chgData name="Abdalla Mukhaimer, Widad" userId="eed79641-8d75-4c66-a669-438ad56aff06" providerId="ADAL" clId="{1BB8E9B1-EC43-443C-AC18-C5EF5303C6DE}" dt="2024-11-18T12:07:50.917" v="26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1BB8E9B1-EC43-443C-AC18-C5EF5303C6DE}" dt="2024-11-18T12:07:50.917" v="26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820640788" sldId="271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538123124" sldId="279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696604132" sldId="282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835784765" sldId="283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227682707" sldId="284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229502476" sldId="285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073410153" sldId="286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180435928" sldId="287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687132133" sldId="288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21863016" sldId="289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127603062" sldId="290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539226381" sldId="291"/>
        </pc:sldMkLst>
      </pc:sldChg>
      <pc:sldChg chg="addSp modSp mod">
        <pc:chgData name="Abdalla Mukhaimer, Widad" userId="eed79641-8d75-4c66-a669-438ad56aff06" providerId="ADAL" clId="{1BB8E9B1-EC43-443C-AC18-C5EF5303C6DE}" dt="2024-11-18T12:11:29.040" v="85" actId="1076"/>
        <pc:sldMkLst>
          <pc:docMk/>
          <pc:sldMk cId="3582378336" sldId="292"/>
        </pc:sldMkLst>
        <pc:spChg chg="add mod">
          <ac:chgData name="Abdalla Mukhaimer, Widad" userId="eed79641-8d75-4c66-a669-438ad56aff06" providerId="ADAL" clId="{1BB8E9B1-EC43-443C-AC18-C5EF5303C6DE}" dt="2024-11-18T12:11:29.040" v="85" actId="1076"/>
          <ac:spMkLst>
            <pc:docMk/>
            <pc:sldMk cId="3582378336" sldId="292"/>
            <ac:spMk id="3" creationId="{17940136-5DD0-ECFB-95EF-4DFC4E517129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1:47.639" v="95" actId="1076"/>
        <pc:sldMkLst>
          <pc:docMk/>
          <pc:sldMk cId="484782567" sldId="293"/>
        </pc:sldMkLst>
        <pc:picChg chg="add mod">
          <ac:chgData name="Abdalla Mukhaimer, Widad" userId="eed79641-8d75-4c66-a669-438ad56aff06" providerId="ADAL" clId="{1BB8E9B1-EC43-443C-AC18-C5EF5303C6DE}" dt="2024-11-18T12:11:42.232" v="93" actId="1076"/>
          <ac:picMkLst>
            <pc:docMk/>
            <pc:sldMk cId="484782567" sldId="293"/>
            <ac:picMk id="2" creationId="{13CEAEAB-677F-B22D-7D81-CD8D47A4A685}"/>
          </ac:picMkLst>
        </pc:picChg>
        <pc:picChg chg="add mod">
          <ac:chgData name="Abdalla Mukhaimer, Widad" userId="eed79641-8d75-4c66-a669-438ad56aff06" providerId="ADAL" clId="{1BB8E9B1-EC43-443C-AC18-C5EF5303C6DE}" dt="2024-11-18T12:11:47.639" v="95" actId="1076"/>
          <ac:picMkLst>
            <pc:docMk/>
            <pc:sldMk cId="484782567" sldId="293"/>
            <ac:picMk id="3" creationId="{B8D6FBD0-98D8-2E87-62FA-0994035FA024}"/>
          </ac:picMkLst>
        </pc:picChg>
        <pc:picChg chg="add mod">
          <ac:chgData name="Abdalla Mukhaimer, Widad" userId="eed79641-8d75-4c66-a669-438ad56aff06" providerId="ADAL" clId="{1BB8E9B1-EC43-443C-AC18-C5EF5303C6DE}" dt="2024-11-18T12:11:38.186" v="90" actId="1076"/>
          <ac:picMkLst>
            <pc:docMk/>
            <pc:sldMk cId="484782567" sldId="293"/>
            <ac:picMk id="4" creationId="{A2C7BC17-3FF9-460A-22F9-90AF77B25743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2:47.490" v="110" actId="1076"/>
        <pc:sldMkLst>
          <pc:docMk/>
          <pc:sldMk cId="2036121130" sldId="294"/>
        </pc:sldMkLst>
        <pc:spChg chg="add mod ord">
          <ac:chgData name="Abdalla Mukhaimer, Widad" userId="eed79641-8d75-4c66-a669-438ad56aff06" providerId="ADAL" clId="{1BB8E9B1-EC43-443C-AC18-C5EF5303C6DE}" dt="2024-11-18T12:12:41.345" v="109" actId="1076"/>
          <ac:spMkLst>
            <pc:docMk/>
            <pc:sldMk cId="2036121130" sldId="294"/>
            <ac:spMk id="4" creationId="{6A0F90B9-D2E2-ED1B-4F4D-53B5A0D47F95}"/>
          </ac:spMkLst>
        </pc:spChg>
        <pc:picChg chg="add mod ord">
          <ac:chgData name="Abdalla Mukhaimer, Widad" userId="eed79641-8d75-4c66-a669-438ad56aff06" providerId="ADAL" clId="{1BB8E9B1-EC43-443C-AC18-C5EF5303C6DE}" dt="2024-11-18T12:12:47.490" v="110" actId="1076"/>
          <ac:picMkLst>
            <pc:docMk/>
            <pc:sldMk cId="2036121130" sldId="294"/>
            <ac:picMk id="2" creationId="{88FC5889-D42C-9D5B-A0A6-3C7AB85B55BE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14.207" v="117" actId="1076"/>
        <pc:sldMkLst>
          <pc:docMk/>
          <pc:sldMk cId="964176475" sldId="295"/>
        </pc:sldMkLst>
        <pc:spChg chg="add mod ord">
          <ac:chgData name="Abdalla Mukhaimer, Widad" userId="eed79641-8d75-4c66-a669-438ad56aff06" providerId="ADAL" clId="{1BB8E9B1-EC43-443C-AC18-C5EF5303C6DE}" dt="2024-11-18T12:13:09.186" v="114" actId="167"/>
          <ac:spMkLst>
            <pc:docMk/>
            <pc:sldMk cId="964176475" sldId="295"/>
            <ac:spMk id="4" creationId="{1B1FD16B-4E3F-AFFF-7660-96E8792A3C3B}"/>
          </ac:spMkLst>
        </pc:spChg>
        <pc:picChg chg="add mod">
          <ac:chgData name="Abdalla Mukhaimer, Widad" userId="eed79641-8d75-4c66-a669-438ad56aff06" providerId="ADAL" clId="{1BB8E9B1-EC43-443C-AC18-C5EF5303C6DE}" dt="2024-11-18T12:13:14.207" v="117" actId="1076"/>
          <ac:picMkLst>
            <pc:docMk/>
            <pc:sldMk cId="964176475" sldId="295"/>
            <ac:picMk id="2" creationId="{086E9754-9D6F-4298-A1C8-0668A329830C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39.721" v="124" actId="1076"/>
        <pc:sldMkLst>
          <pc:docMk/>
          <pc:sldMk cId="3837546798" sldId="296"/>
        </pc:sldMkLst>
        <pc:spChg chg="add mod ord">
          <ac:chgData name="Abdalla Mukhaimer, Widad" userId="eed79641-8d75-4c66-a669-438ad56aff06" providerId="ADAL" clId="{1BB8E9B1-EC43-443C-AC18-C5EF5303C6DE}" dt="2024-11-18T12:13:34.926" v="121" actId="167"/>
          <ac:spMkLst>
            <pc:docMk/>
            <pc:sldMk cId="3837546798" sldId="296"/>
            <ac:spMk id="4" creationId="{A228E6A1-0E11-7694-E35C-97BF77B1DFB7}"/>
          </ac:spMkLst>
        </pc:spChg>
        <pc:picChg chg="add mod">
          <ac:chgData name="Abdalla Mukhaimer, Widad" userId="eed79641-8d75-4c66-a669-438ad56aff06" providerId="ADAL" clId="{1BB8E9B1-EC43-443C-AC18-C5EF5303C6DE}" dt="2024-11-18T12:13:39.721" v="124" actId="1076"/>
          <ac:picMkLst>
            <pc:docMk/>
            <pc:sldMk cId="3837546798" sldId="296"/>
            <ac:picMk id="2" creationId="{9CD54E14-6DFF-37C1-A9D5-28F0B76D9FCE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59.321" v="128" actId="255"/>
        <pc:sldMkLst>
          <pc:docMk/>
          <pc:sldMk cId="805035487" sldId="297"/>
        </pc:sldMkLst>
        <pc:spChg chg="add mod">
          <ac:chgData name="Abdalla Mukhaimer, Widad" userId="eed79641-8d75-4c66-a669-438ad56aff06" providerId="ADAL" clId="{1BB8E9B1-EC43-443C-AC18-C5EF5303C6DE}" dt="2024-11-18T12:13:59.321" v="128" actId="255"/>
          <ac:spMkLst>
            <pc:docMk/>
            <pc:sldMk cId="805035487" sldId="297"/>
            <ac:spMk id="3" creationId="{B914656F-1979-4026-4A61-4DE5113BAB8B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4:22.702" v="134" actId="1076"/>
        <pc:sldMkLst>
          <pc:docMk/>
          <pc:sldMk cId="667614113" sldId="298"/>
        </pc:sldMkLst>
        <pc:spChg chg="add mod">
          <ac:chgData name="Abdalla Mukhaimer, Widad" userId="eed79641-8d75-4c66-a669-438ad56aff06" providerId="ADAL" clId="{1BB8E9B1-EC43-443C-AC18-C5EF5303C6DE}" dt="2024-11-18T12:14:22.702" v="134" actId="1076"/>
          <ac:spMkLst>
            <pc:docMk/>
            <pc:sldMk cId="667614113" sldId="298"/>
            <ac:spMk id="3" creationId="{B9AEA28E-EC90-3EE5-C00C-4A6631FB98CA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4:44.379" v="142" actId="1076"/>
        <pc:sldMkLst>
          <pc:docMk/>
          <pc:sldMk cId="1697096242" sldId="299"/>
        </pc:sldMkLst>
        <pc:picChg chg="add mod">
          <ac:chgData name="Abdalla Mukhaimer, Widad" userId="eed79641-8d75-4c66-a669-438ad56aff06" providerId="ADAL" clId="{1BB8E9B1-EC43-443C-AC18-C5EF5303C6DE}" dt="2024-11-18T12:14:44.379" v="142" actId="1076"/>
          <ac:picMkLst>
            <pc:docMk/>
            <pc:sldMk cId="1697096242" sldId="299"/>
            <ac:picMk id="2" creationId="{0B5A7954-F0C5-552B-EFF9-8E6199868679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4:56.767" v="147" actId="1076"/>
        <pc:sldMkLst>
          <pc:docMk/>
          <pc:sldMk cId="2812773127" sldId="300"/>
        </pc:sldMkLst>
        <pc:picChg chg="add mod">
          <ac:chgData name="Abdalla Mukhaimer, Widad" userId="eed79641-8d75-4c66-a669-438ad56aff06" providerId="ADAL" clId="{1BB8E9B1-EC43-443C-AC18-C5EF5303C6DE}" dt="2024-11-18T12:14:56.767" v="147" actId="1076"/>
          <ac:picMkLst>
            <pc:docMk/>
            <pc:sldMk cId="2812773127" sldId="300"/>
            <ac:picMk id="2" creationId="{17FAA8F8-6C04-0737-D338-D0967DCBE316}"/>
          </ac:picMkLst>
        </pc:picChg>
      </pc:sldChg>
      <pc:sldChg chg="addSp delSp modSp add mod">
        <pc:chgData name="Abdalla Mukhaimer, Widad" userId="eed79641-8d75-4c66-a669-438ad56aff06" providerId="ADAL" clId="{1BB8E9B1-EC43-443C-AC18-C5EF5303C6DE}" dt="2024-11-18T12:15:40.950" v="157" actId="120"/>
        <pc:sldMkLst>
          <pc:docMk/>
          <pc:sldMk cId="4075854152" sldId="301"/>
        </pc:sldMkLst>
        <pc:spChg chg="add mod">
          <ac:chgData name="Abdalla Mukhaimer, Widad" userId="eed79641-8d75-4c66-a669-438ad56aff06" providerId="ADAL" clId="{1BB8E9B1-EC43-443C-AC18-C5EF5303C6DE}" dt="2024-11-18T12:15:21.911" v="153" actId="1076"/>
          <ac:spMkLst>
            <pc:docMk/>
            <pc:sldMk cId="4075854152" sldId="301"/>
            <ac:spMk id="3" creationId="{4D4E9021-6421-92F1-0A99-83FEABC734D3}"/>
          </ac:spMkLst>
        </pc:spChg>
        <pc:spChg chg="add del">
          <ac:chgData name="Abdalla Mukhaimer, Widad" userId="eed79641-8d75-4c66-a669-438ad56aff06" providerId="ADAL" clId="{1BB8E9B1-EC43-443C-AC18-C5EF5303C6DE}" dt="2024-11-18T12:10:03.004" v="70" actId="22"/>
          <ac:spMkLst>
            <pc:docMk/>
            <pc:sldMk cId="4075854152" sldId="301"/>
            <ac:spMk id="5" creationId="{08C233DD-D185-33D3-94F9-A21E5C015CBB}"/>
          </ac:spMkLst>
        </pc:spChg>
        <pc:spChg chg="add mod">
          <ac:chgData name="Abdalla Mukhaimer, Widad" userId="eed79641-8d75-4c66-a669-438ad56aff06" providerId="ADAL" clId="{1BB8E9B1-EC43-443C-AC18-C5EF5303C6DE}" dt="2024-11-18T12:15:40.950" v="157" actId="120"/>
          <ac:spMkLst>
            <pc:docMk/>
            <pc:sldMk cId="4075854152" sldId="301"/>
            <ac:spMk id="7" creationId="{4282CF9C-40AD-58E8-FB44-6E821682D6BA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6:02.793" v="163" actId="1076"/>
        <pc:sldMkLst>
          <pc:docMk/>
          <pc:sldMk cId="548971976" sldId="302"/>
        </pc:sldMkLst>
        <pc:spChg chg="add mod">
          <ac:chgData name="Abdalla Mukhaimer, Widad" userId="eed79641-8d75-4c66-a669-438ad56aff06" providerId="ADAL" clId="{1BB8E9B1-EC43-443C-AC18-C5EF5303C6DE}" dt="2024-11-18T12:15:59.573" v="161" actId="1076"/>
          <ac:spMkLst>
            <pc:docMk/>
            <pc:sldMk cId="548971976" sldId="302"/>
            <ac:spMk id="4" creationId="{BF87D4B9-148A-2674-33CC-92AD6A4B0952}"/>
          </ac:spMkLst>
        </pc:spChg>
        <pc:picChg chg="add mod">
          <ac:chgData name="Abdalla Mukhaimer, Widad" userId="eed79641-8d75-4c66-a669-438ad56aff06" providerId="ADAL" clId="{1BB8E9B1-EC43-443C-AC18-C5EF5303C6DE}" dt="2024-11-18T12:16:02.793" v="163" actId="1076"/>
          <ac:picMkLst>
            <pc:docMk/>
            <pc:sldMk cId="548971976" sldId="302"/>
            <ac:picMk id="2" creationId="{7AFC565A-F8DD-E31A-7625-E35D686E80E3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6:17.056" v="166" actId="1076"/>
        <pc:sldMkLst>
          <pc:docMk/>
          <pc:sldMk cId="593044576" sldId="303"/>
        </pc:sldMkLst>
        <pc:spChg chg="add mod">
          <ac:chgData name="Abdalla Mukhaimer, Widad" userId="eed79641-8d75-4c66-a669-438ad56aff06" providerId="ADAL" clId="{1BB8E9B1-EC43-443C-AC18-C5EF5303C6DE}" dt="2024-11-18T12:16:17.056" v="166" actId="1076"/>
          <ac:spMkLst>
            <pc:docMk/>
            <pc:sldMk cId="593044576" sldId="303"/>
            <ac:spMk id="3" creationId="{2FF4F911-E335-DFF6-ACF2-990B91C2535E}"/>
          </ac:spMkLst>
        </pc:spChg>
      </pc:sldChg>
      <pc:sldChg chg="add">
        <pc:chgData name="Abdalla Mukhaimer, Widad" userId="eed79641-8d75-4c66-a669-438ad56aff06" providerId="ADAL" clId="{1BB8E9B1-EC43-443C-AC18-C5EF5303C6DE}" dt="2024-11-18T12:07:59.184" v="39"/>
        <pc:sldMkLst>
          <pc:docMk/>
          <pc:sldMk cId="1829655451" sldId="304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4141774057" sldId="305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2239312124" sldId="306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2057567020" sldId="307"/>
        </pc:sldMkLst>
      </pc:sldChg>
    </pc:docChg>
  </pc:docChgLst>
  <pc:docChgLst>
    <pc:chgData name="Abdalla Mukhaimer, Widad" userId="eed79641-8d75-4c66-a669-438ad56aff06" providerId="ADAL" clId="{FDDCDA09-1206-4D5C-8C1E-30E843CB1DC1}"/>
    <pc:docChg chg="custSel addSld delSld modSld sldOrd">
      <pc:chgData name="Abdalla Mukhaimer, Widad" userId="eed79641-8d75-4c66-a669-438ad56aff06" providerId="ADAL" clId="{FDDCDA09-1206-4D5C-8C1E-30E843CB1DC1}" dt="2024-11-06T08:43:56.184" v="191" actId="1076"/>
      <pc:docMkLst>
        <pc:docMk/>
      </pc:docMkLst>
      <pc:sldChg chg="modSp mod">
        <pc:chgData name="Abdalla Mukhaimer, Widad" userId="eed79641-8d75-4c66-a669-438ad56aff06" providerId="ADAL" clId="{FDDCDA09-1206-4D5C-8C1E-30E843CB1DC1}" dt="2024-11-06T08:29:37.369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FDDCDA09-1206-4D5C-8C1E-30E843CB1DC1}" dt="2024-11-06T08:29:37.369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modSp new mod">
        <pc:chgData name="Abdalla Mukhaimer, Widad" userId="eed79641-8d75-4c66-a669-438ad56aff06" providerId="ADAL" clId="{FDDCDA09-1206-4D5C-8C1E-30E843CB1DC1}" dt="2024-11-06T08:35:48.507" v="73" actId="1076"/>
        <pc:sldMkLst>
          <pc:docMk/>
          <pc:sldMk cId="638457617" sldId="257"/>
        </pc:sldMkLst>
        <pc:spChg chg="add mod">
          <ac:chgData name="Abdalla Mukhaimer, Widad" userId="eed79641-8d75-4c66-a669-438ad56aff06" providerId="ADAL" clId="{FDDCDA09-1206-4D5C-8C1E-30E843CB1DC1}" dt="2024-11-06T08:35:48.507" v="73" actId="1076"/>
          <ac:spMkLst>
            <pc:docMk/>
            <pc:sldMk cId="638457617" sldId="257"/>
            <ac:spMk id="3" creationId="{8A343891-E35A-02D8-453A-6B6360A78B1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23.805" v="78" actId="1076"/>
        <pc:sldMkLst>
          <pc:docMk/>
          <pc:sldMk cId="1028459910" sldId="258"/>
        </pc:sldMkLst>
        <pc:spChg chg="add mod">
          <ac:chgData name="Abdalla Mukhaimer, Widad" userId="eed79641-8d75-4c66-a669-438ad56aff06" providerId="ADAL" clId="{FDDCDA09-1206-4D5C-8C1E-30E843CB1DC1}" dt="2024-11-06T08:36:23.805" v="78" actId="1076"/>
          <ac:spMkLst>
            <pc:docMk/>
            <pc:sldMk cId="1028459910" sldId="258"/>
            <ac:spMk id="3" creationId="{25B4B298-7551-4A19-5066-F1A86D443E1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47.845" v="84" actId="20577"/>
        <pc:sldMkLst>
          <pc:docMk/>
          <pc:sldMk cId="748023758" sldId="259"/>
        </pc:sldMkLst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2" creationId="{5BF537B0-B649-D511-E227-5A4B194EBA12}"/>
          </ac:spMkLst>
        </pc:spChg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3" creationId="{24E11201-8D62-E0A9-BE8F-C9308A65F444}"/>
          </ac:spMkLst>
        </pc:spChg>
        <pc:spChg chg="add mod">
          <ac:chgData name="Abdalla Mukhaimer, Widad" userId="eed79641-8d75-4c66-a669-438ad56aff06" providerId="ADAL" clId="{FDDCDA09-1206-4D5C-8C1E-30E843CB1DC1}" dt="2024-11-06T08:36:47.845" v="84" actId="20577"/>
          <ac:spMkLst>
            <pc:docMk/>
            <pc:sldMk cId="748023758" sldId="259"/>
            <ac:spMk id="5" creationId="{FA5A7BE0-5D80-B1A7-9303-D8811538586C}"/>
          </ac:spMkLst>
        </pc:spChg>
        <pc:picChg chg="add">
          <ac:chgData name="Abdalla Mukhaimer, Widad" userId="eed79641-8d75-4c66-a669-438ad56aff06" providerId="ADAL" clId="{FDDCDA09-1206-4D5C-8C1E-30E843CB1DC1}" dt="2024-11-06T08:30:34.333" v="11"/>
          <ac:picMkLst>
            <pc:docMk/>
            <pc:sldMk cId="748023758" sldId="259"/>
            <ac:picMk id="2049" creationId="{5236F53F-2E89-CF80-A977-ACC7F6D392D4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17.846" v="91" actId="1076"/>
        <pc:sldMkLst>
          <pc:docMk/>
          <pc:sldMk cId="2030027384" sldId="260"/>
        </pc:sldMkLst>
        <pc:spChg chg="add mod">
          <ac:chgData name="Abdalla Mukhaimer, Widad" userId="eed79641-8d75-4c66-a669-438ad56aff06" providerId="ADAL" clId="{FDDCDA09-1206-4D5C-8C1E-30E843CB1DC1}" dt="2024-11-06T08:37:16.139" v="90" actId="1076"/>
          <ac:spMkLst>
            <pc:docMk/>
            <pc:sldMk cId="2030027384" sldId="260"/>
            <ac:spMk id="3" creationId="{6873B8EA-3E54-BDF6-BCDF-7845138C5E9D}"/>
          </ac:spMkLst>
        </pc:spChg>
        <pc:picChg chg="add mod">
          <ac:chgData name="Abdalla Mukhaimer, Widad" userId="eed79641-8d75-4c66-a669-438ad56aff06" providerId="ADAL" clId="{FDDCDA09-1206-4D5C-8C1E-30E843CB1DC1}" dt="2024-11-06T08:37:17.846" v="91" actId="1076"/>
          <ac:picMkLst>
            <pc:docMk/>
            <pc:sldMk cId="2030027384" sldId="260"/>
            <ac:picMk id="4" creationId="{76AAB46C-2E1D-7C89-B352-CC64619AA9F0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37.693" v="97" actId="20577"/>
        <pc:sldMkLst>
          <pc:docMk/>
          <pc:sldMk cId="4000533188" sldId="261"/>
        </pc:sldMkLst>
        <pc:spChg chg="add mod">
          <ac:chgData name="Abdalla Mukhaimer, Widad" userId="eed79641-8d75-4c66-a669-438ad56aff06" providerId="ADAL" clId="{FDDCDA09-1206-4D5C-8C1E-30E843CB1DC1}" dt="2024-11-06T08:37:37.693" v="97" actId="20577"/>
          <ac:spMkLst>
            <pc:docMk/>
            <pc:sldMk cId="4000533188" sldId="261"/>
            <ac:spMk id="3" creationId="{7EA2F1B4-FF26-C488-DA75-027E08780B8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7:56.688" v="101" actId="1076"/>
        <pc:sldMkLst>
          <pc:docMk/>
          <pc:sldMk cId="4173253180" sldId="262"/>
        </pc:sldMkLst>
        <pc:spChg chg="add mod">
          <ac:chgData name="Abdalla Mukhaimer, Widad" userId="eed79641-8d75-4c66-a669-438ad56aff06" providerId="ADAL" clId="{FDDCDA09-1206-4D5C-8C1E-30E843CB1DC1}" dt="2024-11-06T08:37:56.688" v="101" actId="1076"/>
          <ac:spMkLst>
            <pc:docMk/>
            <pc:sldMk cId="4173253180" sldId="262"/>
            <ac:spMk id="3" creationId="{A48D8B5B-8B03-1832-A930-503359A937E6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8:15.515" v="106" actId="20577"/>
        <pc:sldMkLst>
          <pc:docMk/>
          <pc:sldMk cId="3260691908" sldId="263"/>
        </pc:sldMkLst>
        <pc:spChg chg="add mod">
          <ac:chgData name="Abdalla Mukhaimer, Widad" userId="eed79641-8d75-4c66-a669-438ad56aff06" providerId="ADAL" clId="{FDDCDA09-1206-4D5C-8C1E-30E843CB1DC1}" dt="2024-11-06T08:38:15.515" v="106" actId="20577"/>
          <ac:spMkLst>
            <pc:docMk/>
            <pc:sldMk cId="3260691908" sldId="263"/>
            <ac:spMk id="3" creationId="{EA6499B2-8B66-DF8A-D096-F4B13151D54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24.536" v="118" actId="1076"/>
        <pc:sldMkLst>
          <pc:docMk/>
          <pc:sldMk cId="496906804" sldId="264"/>
        </pc:sldMkLst>
        <pc:spChg chg="add mod">
          <ac:chgData name="Abdalla Mukhaimer, Widad" userId="eed79641-8d75-4c66-a669-438ad56aff06" providerId="ADAL" clId="{FDDCDA09-1206-4D5C-8C1E-30E843CB1DC1}" dt="2024-11-06T08:39:24.536" v="118" actId="1076"/>
          <ac:spMkLst>
            <pc:docMk/>
            <pc:sldMk cId="496906804" sldId="264"/>
            <ac:spMk id="3" creationId="{8545DE92-4B93-49CD-5C22-B8B88FD768CB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59.383" v="126" actId="20577"/>
        <pc:sldMkLst>
          <pc:docMk/>
          <pc:sldMk cId="1442182053" sldId="265"/>
        </pc:sldMkLst>
        <pc:spChg chg="add mod">
          <ac:chgData name="Abdalla Mukhaimer, Widad" userId="eed79641-8d75-4c66-a669-438ad56aff06" providerId="ADAL" clId="{FDDCDA09-1206-4D5C-8C1E-30E843CB1DC1}" dt="2024-11-06T08:39:59.383" v="126" actId="20577"/>
          <ac:spMkLst>
            <pc:docMk/>
            <pc:sldMk cId="1442182053" sldId="265"/>
            <ac:spMk id="3" creationId="{69ABD95E-FC7C-2BD3-5F31-D616C249DE5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0:32.452" v="138" actId="1076"/>
        <pc:sldMkLst>
          <pc:docMk/>
          <pc:sldMk cId="2978737758" sldId="266"/>
        </pc:sldMkLst>
        <pc:spChg chg="add mod">
          <ac:chgData name="Abdalla Mukhaimer, Widad" userId="eed79641-8d75-4c66-a669-438ad56aff06" providerId="ADAL" clId="{FDDCDA09-1206-4D5C-8C1E-30E843CB1DC1}" dt="2024-11-06T08:40:31.350" v="137" actId="1076"/>
          <ac:spMkLst>
            <pc:docMk/>
            <pc:sldMk cId="2978737758" sldId="266"/>
            <ac:spMk id="3" creationId="{7F6B95F8-9983-3E4E-C64B-DE9935CD1302}"/>
          </ac:spMkLst>
        </pc:spChg>
        <pc:picChg chg="add mod">
          <ac:chgData name="Abdalla Mukhaimer, Widad" userId="eed79641-8d75-4c66-a669-438ad56aff06" providerId="ADAL" clId="{FDDCDA09-1206-4D5C-8C1E-30E843CB1DC1}" dt="2024-11-06T08:40:32.452" v="138" actId="1076"/>
          <ac:picMkLst>
            <pc:docMk/>
            <pc:sldMk cId="2978737758" sldId="266"/>
            <ac:picMk id="4" creationId="{5E091AF5-0ED1-7F57-68C1-86855DFE9FC7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41:09.253" v="147" actId="20577"/>
        <pc:sldMkLst>
          <pc:docMk/>
          <pc:sldMk cId="7022708" sldId="267"/>
        </pc:sldMkLst>
        <pc:spChg chg="add mod">
          <ac:chgData name="Abdalla Mukhaimer, Widad" userId="eed79641-8d75-4c66-a669-438ad56aff06" providerId="ADAL" clId="{FDDCDA09-1206-4D5C-8C1E-30E843CB1DC1}" dt="2024-11-06T08:41:09.253" v="147" actId="20577"/>
          <ac:spMkLst>
            <pc:docMk/>
            <pc:sldMk cId="7022708" sldId="267"/>
            <ac:spMk id="3" creationId="{0E2C72B1-DE45-2601-30D2-1B7CD0FAA9E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1:45.310" v="155" actId="1076"/>
        <pc:sldMkLst>
          <pc:docMk/>
          <pc:sldMk cId="387509337" sldId="268"/>
        </pc:sldMkLst>
        <pc:spChg chg="add mod">
          <ac:chgData name="Abdalla Mukhaimer, Widad" userId="eed79641-8d75-4c66-a669-438ad56aff06" providerId="ADAL" clId="{FDDCDA09-1206-4D5C-8C1E-30E843CB1DC1}" dt="2024-11-06T08:41:37.815" v="153" actId="1076"/>
          <ac:spMkLst>
            <pc:docMk/>
            <pc:sldMk cId="387509337" sldId="268"/>
            <ac:spMk id="3" creationId="{E61718DD-46C4-D845-22EF-8B1619017A7D}"/>
          </ac:spMkLst>
        </pc:spChg>
        <pc:spChg chg="add mod">
          <ac:chgData name="Abdalla Mukhaimer, Widad" userId="eed79641-8d75-4c66-a669-438ad56aff06" providerId="ADAL" clId="{FDDCDA09-1206-4D5C-8C1E-30E843CB1DC1}" dt="2024-11-06T08:41:45.310" v="155" actId="1076"/>
          <ac:spMkLst>
            <pc:docMk/>
            <pc:sldMk cId="387509337" sldId="268"/>
            <ac:spMk id="5" creationId="{D0BB2184-DF60-8257-50FC-1DE95CD2851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2:23.298" v="166" actId="1076"/>
        <pc:sldMkLst>
          <pc:docMk/>
          <pc:sldMk cId="630766484" sldId="269"/>
        </pc:sldMkLst>
        <pc:spChg chg="add mod">
          <ac:chgData name="Abdalla Mukhaimer, Widad" userId="eed79641-8d75-4c66-a669-438ad56aff06" providerId="ADAL" clId="{FDDCDA09-1206-4D5C-8C1E-30E843CB1DC1}" dt="2024-11-06T08:42:22.333" v="165" actId="1076"/>
          <ac:spMkLst>
            <pc:docMk/>
            <pc:sldMk cId="630766484" sldId="269"/>
            <ac:spMk id="3" creationId="{4D295FD2-F13D-8C4D-BD15-BC6C2349BED9}"/>
          </ac:spMkLst>
        </pc:spChg>
        <pc:picChg chg="add mod">
          <ac:chgData name="Abdalla Mukhaimer, Widad" userId="eed79641-8d75-4c66-a669-438ad56aff06" providerId="ADAL" clId="{FDDCDA09-1206-4D5C-8C1E-30E843CB1DC1}" dt="2024-11-06T08:42:23.298" v="166" actId="1076"/>
          <ac:picMkLst>
            <pc:docMk/>
            <pc:sldMk cId="630766484" sldId="269"/>
            <ac:picMk id="4" creationId="{B0B7893A-D7B5-922C-875F-3734D976F8B6}"/>
          </ac:picMkLst>
        </pc:picChg>
      </pc:sldChg>
      <pc:sldChg chg="addSp delSp modSp add mod">
        <pc:chgData name="Abdalla Mukhaimer, Widad" userId="eed79641-8d75-4c66-a669-438ad56aff06" providerId="ADAL" clId="{FDDCDA09-1206-4D5C-8C1E-30E843CB1DC1}" dt="2024-11-06T08:43:45.152" v="184" actId="1076"/>
        <pc:sldMkLst>
          <pc:docMk/>
          <pc:sldMk cId="2010523842" sldId="270"/>
        </pc:sldMkLst>
        <pc:spChg chg="add mod">
          <ac:chgData name="Abdalla Mukhaimer, Widad" userId="eed79641-8d75-4c66-a669-438ad56aff06" providerId="ADAL" clId="{FDDCDA09-1206-4D5C-8C1E-30E843CB1DC1}" dt="2024-11-06T08:42:55.141" v="177" actId="20577"/>
          <ac:spMkLst>
            <pc:docMk/>
            <pc:sldMk cId="2010523842" sldId="270"/>
            <ac:spMk id="3" creationId="{640B5406-76FD-9445-E5F3-BA2075B8DA9A}"/>
          </ac:spMkLst>
        </pc:spChg>
        <pc:picChg chg="add del mod">
          <ac:chgData name="Abdalla Mukhaimer, Widad" userId="eed79641-8d75-4c66-a669-438ad56aff06" providerId="ADAL" clId="{FDDCDA09-1206-4D5C-8C1E-30E843CB1DC1}" dt="2024-11-06T08:42:52.361" v="176" actId="478"/>
          <ac:picMkLst>
            <pc:docMk/>
            <pc:sldMk cId="2010523842" sldId="270"/>
            <ac:picMk id="4" creationId="{E1CEAE6C-5CC4-524D-D3E8-6B3FD631B154}"/>
          </ac:picMkLst>
        </pc:picChg>
        <pc:picChg chg="add mod">
          <ac:chgData name="Abdalla Mukhaimer, Widad" userId="eed79641-8d75-4c66-a669-438ad56aff06" providerId="ADAL" clId="{FDDCDA09-1206-4D5C-8C1E-30E843CB1DC1}" dt="2024-11-06T08:43:45.152" v="184" actId="1076"/>
          <ac:picMkLst>
            <pc:docMk/>
            <pc:sldMk cId="2010523842" sldId="270"/>
            <ac:picMk id="6" creationId="{D7A14DF6-3D5A-EA76-BB54-F518E5983595}"/>
          </ac:picMkLst>
        </pc:picChg>
      </pc:sldChg>
      <pc:sldChg chg="add">
        <pc:chgData name="Abdalla Mukhaimer, Widad" userId="eed79641-8d75-4c66-a669-438ad56aff06" providerId="ADAL" clId="{FDDCDA09-1206-4D5C-8C1E-30E843CB1DC1}" dt="2024-11-06T08:31:43.866" v="32"/>
        <pc:sldMkLst>
          <pc:docMk/>
          <pc:sldMk cId="1820640788" sldId="271"/>
        </pc:sldMkLst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2354235331" sldId="272"/>
        </pc:sldMkLst>
      </pc:sldChg>
      <pc:sldChg chg="modSp add mod ord">
        <pc:chgData name="Abdalla Mukhaimer, Widad" userId="eed79641-8d75-4c66-a669-438ad56aff06" providerId="ADAL" clId="{FDDCDA09-1206-4D5C-8C1E-30E843CB1DC1}" dt="2024-11-06T08:39:15.029" v="114"/>
        <pc:sldMkLst>
          <pc:docMk/>
          <pc:sldMk cId="3773455480" sldId="272"/>
        </pc:sldMkLst>
        <pc:spChg chg="mod">
          <ac:chgData name="Abdalla Mukhaimer, Widad" userId="eed79641-8d75-4c66-a669-438ad56aff06" providerId="ADAL" clId="{FDDCDA09-1206-4D5C-8C1E-30E843CB1DC1}" dt="2024-11-06T08:39:09.123" v="112" actId="1076"/>
          <ac:spMkLst>
            <pc:docMk/>
            <pc:sldMk cId="3773455480" sldId="272"/>
            <ac:spMk id="3" creationId="{8545DE92-4B93-49CD-5C22-B8B88FD768CB}"/>
          </ac:spMkLst>
        </pc:spChg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1919104897" sldId="273"/>
        </pc:sldMkLst>
      </pc:sldChg>
      <pc:sldChg chg="modSp add mod">
        <pc:chgData name="Abdalla Mukhaimer, Widad" userId="eed79641-8d75-4c66-a669-438ad56aff06" providerId="ADAL" clId="{FDDCDA09-1206-4D5C-8C1E-30E843CB1DC1}" dt="2024-11-06T08:43:56.184" v="191" actId="1076"/>
        <pc:sldMkLst>
          <pc:docMk/>
          <pc:sldMk cId="3984666083" sldId="273"/>
        </pc:sldMkLst>
        <pc:picChg chg="mod">
          <ac:chgData name="Abdalla Mukhaimer, Widad" userId="eed79641-8d75-4c66-a669-438ad56aff06" providerId="ADAL" clId="{FDDCDA09-1206-4D5C-8C1E-30E843CB1DC1}" dt="2024-11-06T08:43:56.184" v="191" actId="1076"/>
          <ac:picMkLst>
            <pc:docMk/>
            <pc:sldMk cId="3984666083" sldId="273"/>
            <ac:picMk id="4" creationId="{E1CEAE6C-5CC4-524D-D3E8-6B3FD631B154}"/>
          </ac:picMkLst>
        </pc:picChg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83252368" sldId="281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992468140" sldId="282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676576133" sldId="283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230786504" sldId="284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173877358" sldId="285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840602954" sldId="286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960936151" sldId="287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97012742" sldId="288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881810693" sldId="289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427871896" sldId="29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4041240376" sldId="291"/>
        </pc:sldMkLst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C301C1F3-D4D7-4C09-979A-663B1C20EB9B}"/>
    <pc:docChg chg="undo redo custSel addSld delSld modSld sldOrd">
      <pc:chgData name="Abdalla Mukhaimer, Widad" userId="eed79641-8d75-4c66-a669-438ad56aff06" providerId="ADAL" clId="{C301C1F3-D4D7-4C09-979A-663B1C20EB9B}" dt="2024-11-25T02:56:35.274" v="344" actId="1076"/>
      <pc:docMkLst>
        <pc:docMk/>
      </pc:docMkLst>
      <pc:sldChg chg="modSp mod">
        <pc:chgData name="Abdalla Mukhaimer, Widad" userId="eed79641-8d75-4c66-a669-438ad56aff06" providerId="ADAL" clId="{C301C1F3-D4D7-4C09-979A-663B1C20EB9B}" dt="2024-11-25T02:40:57.288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C301C1F3-D4D7-4C09-979A-663B1C20EB9B}" dt="2024-11-25T02:40:57.288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 ord">
        <pc:chgData name="Abdalla Mukhaimer, Widad" userId="eed79641-8d75-4c66-a669-438ad56aff06" providerId="ADAL" clId="{C301C1F3-D4D7-4C09-979A-663B1C20EB9B}" dt="2024-11-25T02:47:34.129" v="134" actId="1076"/>
        <pc:sldMkLst>
          <pc:docMk/>
          <pc:sldMk cId="1665463979" sldId="306"/>
        </pc:sldMkLst>
        <pc:spChg chg="del">
          <ac:chgData name="Abdalla Mukhaimer, Widad" userId="eed79641-8d75-4c66-a669-438ad56aff06" providerId="ADAL" clId="{C301C1F3-D4D7-4C09-979A-663B1C20EB9B}" dt="2024-11-25T02:41:05.338" v="2" actId="478"/>
          <ac:spMkLst>
            <pc:docMk/>
            <pc:sldMk cId="1665463979" sldId="306"/>
            <ac:spMk id="3" creationId="{375B5D95-5D4D-4032-FCEC-1089A2CC9FD1}"/>
          </ac:spMkLst>
        </pc:spChg>
        <pc:spChg chg="add mod">
          <ac:chgData name="Abdalla Mukhaimer, Widad" userId="eed79641-8d75-4c66-a669-438ad56aff06" providerId="ADAL" clId="{C301C1F3-D4D7-4C09-979A-663B1C20EB9B}" dt="2024-11-25T02:47:29.818" v="133" actId="14100"/>
          <ac:spMkLst>
            <pc:docMk/>
            <pc:sldMk cId="1665463979" sldId="306"/>
            <ac:spMk id="5" creationId="{B8B0EF13-4D17-8A75-6DA2-35C5958E0780}"/>
          </ac:spMkLst>
        </pc:spChg>
        <pc:picChg chg="del">
          <ac:chgData name="Abdalla Mukhaimer, Widad" userId="eed79641-8d75-4c66-a669-438ad56aff06" providerId="ADAL" clId="{C301C1F3-D4D7-4C09-979A-663B1C20EB9B}" dt="2024-11-25T02:41:04.089" v="1" actId="478"/>
          <ac:picMkLst>
            <pc:docMk/>
            <pc:sldMk cId="1665463979" sldId="306"/>
            <ac:picMk id="4" creationId="{5F45464B-BB65-5EE0-7737-08DE62E593FC}"/>
          </ac:picMkLst>
        </pc:picChg>
        <pc:picChg chg="add mod">
          <ac:chgData name="Abdalla Mukhaimer, Widad" userId="eed79641-8d75-4c66-a669-438ad56aff06" providerId="ADAL" clId="{C301C1F3-D4D7-4C09-979A-663B1C20EB9B}" dt="2024-11-25T02:47:34.129" v="134" actId="1076"/>
          <ac:picMkLst>
            <pc:docMk/>
            <pc:sldMk cId="1665463979" sldId="306"/>
            <ac:picMk id="6" creationId="{517D423A-E370-D9CD-C6D9-A6AB8981C46F}"/>
          </ac:picMkLst>
        </pc:picChg>
      </pc:sldChg>
      <pc:sldChg chg="modSp mod">
        <pc:chgData name="Abdalla Mukhaimer, Widad" userId="eed79641-8d75-4c66-a669-438ad56aff06" providerId="ADAL" clId="{C301C1F3-D4D7-4C09-979A-663B1C20EB9B}" dt="2024-11-25T02:41:32.307" v="17" actId="1076"/>
        <pc:sldMkLst>
          <pc:docMk/>
          <pc:sldMk cId="2601494979" sldId="307"/>
        </pc:sldMkLst>
        <pc:spChg chg="mod">
          <ac:chgData name="Abdalla Mukhaimer, Widad" userId="eed79641-8d75-4c66-a669-438ad56aff06" providerId="ADAL" clId="{C301C1F3-D4D7-4C09-979A-663B1C20EB9B}" dt="2024-11-25T02:41:32.307" v="17" actId="1076"/>
          <ac:spMkLst>
            <pc:docMk/>
            <pc:sldMk cId="2601494979" sldId="307"/>
            <ac:spMk id="4" creationId="{9D86E9C8-7846-C6E7-5661-2F6E11408CCA}"/>
          </ac:spMkLst>
        </pc:spChg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758595871" sldId="308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3122493143" sldId="309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3665015453" sldId="310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3366116291" sldId="311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1155657700" sldId="312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1132476670" sldId="313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894309510" sldId="314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3279899016" sldId="315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1621354024" sldId="316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3250260127" sldId="317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1921509192" sldId="318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2088231010" sldId="319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624010047" sldId="320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3857908509" sldId="321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570646333" sldId="322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1947668842" sldId="323"/>
        </pc:sldMkLst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1086270051" sldId="324"/>
        </pc:sldMkLst>
      </pc:sldChg>
      <pc:sldChg chg="addSp modSp mod">
        <pc:chgData name="Abdalla Mukhaimer, Widad" userId="eed79641-8d75-4c66-a669-438ad56aff06" providerId="ADAL" clId="{C301C1F3-D4D7-4C09-979A-663B1C20EB9B}" dt="2024-11-25T02:49:06.639" v="166" actId="255"/>
        <pc:sldMkLst>
          <pc:docMk/>
          <pc:sldMk cId="2195951705" sldId="325"/>
        </pc:sldMkLst>
        <pc:spChg chg="add mod">
          <ac:chgData name="Abdalla Mukhaimer, Widad" userId="eed79641-8d75-4c66-a669-438ad56aff06" providerId="ADAL" clId="{C301C1F3-D4D7-4C09-979A-663B1C20EB9B}" dt="2024-11-25T02:49:06.639" v="166" actId="255"/>
          <ac:spMkLst>
            <pc:docMk/>
            <pc:sldMk cId="2195951705" sldId="325"/>
            <ac:spMk id="4" creationId="{EA4F572D-6B34-F8D2-453F-244671DD87A5}"/>
          </ac:spMkLst>
        </pc:spChg>
        <pc:picChg chg="add mod">
          <ac:chgData name="Abdalla Mukhaimer, Widad" userId="eed79641-8d75-4c66-a669-438ad56aff06" providerId="ADAL" clId="{C301C1F3-D4D7-4C09-979A-663B1C20EB9B}" dt="2024-11-25T02:47:50.314" v="139" actId="1076"/>
          <ac:picMkLst>
            <pc:docMk/>
            <pc:sldMk cId="2195951705" sldId="325"/>
            <ac:picMk id="2" creationId="{6EEF98D4-6AC6-B2D2-F664-CC6B6F6BE97F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49:13.873" v="167" actId="255"/>
        <pc:sldMkLst>
          <pc:docMk/>
          <pc:sldMk cId="1313498178" sldId="326"/>
        </pc:sldMkLst>
        <pc:spChg chg="add mod">
          <ac:chgData name="Abdalla Mukhaimer, Widad" userId="eed79641-8d75-4c66-a669-438ad56aff06" providerId="ADAL" clId="{C301C1F3-D4D7-4C09-979A-663B1C20EB9B}" dt="2024-11-25T02:49:13.873" v="167" actId="255"/>
          <ac:spMkLst>
            <pc:docMk/>
            <pc:sldMk cId="1313498178" sldId="326"/>
            <ac:spMk id="4" creationId="{1F99B8C8-55BD-5558-FFCF-EEDE7B05BD01}"/>
          </ac:spMkLst>
        </pc:spChg>
        <pc:picChg chg="add mod">
          <ac:chgData name="Abdalla Mukhaimer, Widad" userId="eed79641-8d75-4c66-a669-438ad56aff06" providerId="ADAL" clId="{C301C1F3-D4D7-4C09-979A-663B1C20EB9B}" dt="2024-11-25T02:48:26.545" v="157" actId="1076"/>
          <ac:picMkLst>
            <pc:docMk/>
            <pc:sldMk cId="1313498178" sldId="326"/>
            <ac:picMk id="2" creationId="{0B1C7B8E-DAEE-1E02-1AAF-ED11DC429DB5}"/>
          </ac:picMkLst>
        </pc:picChg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1005967621" sldId="327"/>
        </pc:sldMkLst>
      </pc:sldChg>
      <pc:sldChg chg="addSp delSp modSp add mod">
        <pc:chgData name="Abdalla Mukhaimer, Widad" userId="eed79641-8d75-4c66-a669-438ad56aff06" providerId="ADAL" clId="{C301C1F3-D4D7-4C09-979A-663B1C20EB9B}" dt="2024-11-25T02:42:49.527" v="59" actId="20577"/>
        <pc:sldMkLst>
          <pc:docMk/>
          <pc:sldMk cId="2455444873" sldId="327"/>
        </pc:sldMkLst>
        <pc:spChg chg="add del">
          <ac:chgData name="Abdalla Mukhaimer, Widad" userId="eed79641-8d75-4c66-a669-438ad56aff06" providerId="ADAL" clId="{C301C1F3-D4D7-4C09-979A-663B1C20EB9B}" dt="2024-11-25T02:42:43.273" v="44" actId="478"/>
          <ac:spMkLst>
            <pc:docMk/>
            <pc:sldMk cId="2455444873" sldId="327"/>
            <ac:spMk id="3" creationId="{D6F91013-41C9-59B8-4F18-3338E3A4ABC1}"/>
          </ac:spMkLst>
        </pc:spChg>
        <pc:spChg chg="add mod">
          <ac:chgData name="Abdalla Mukhaimer, Widad" userId="eed79641-8d75-4c66-a669-438ad56aff06" providerId="ADAL" clId="{C301C1F3-D4D7-4C09-979A-663B1C20EB9B}" dt="2024-11-25T02:42:49.527" v="59" actId="20577"/>
          <ac:spMkLst>
            <pc:docMk/>
            <pc:sldMk cId="2455444873" sldId="327"/>
            <ac:spMk id="4" creationId="{0AE91067-A69A-845A-1B44-56646CDDEE71}"/>
          </ac:spMkLst>
        </pc:spChg>
      </pc:sldChg>
      <pc:sldChg chg="del">
        <pc:chgData name="Abdalla Mukhaimer, Widad" userId="eed79641-8d75-4c66-a669-438ad56aff06" providerId="ADAL" clId="{C301C1F3-D4D7-4C09-979A-663B1C20EB9B}" dt="2024-11-25T02:41:38.725" v="18" actId="47"/>
        <pc:sldMkLst>
          <pc:docMk/>
          <pc:sldMk cId="774171943" sldId="328"/>
        </pc:sldMkLst>
      </pc:sldChg>
      <pc:sldChg chg="addSp modSp add mod">
        <pc:chgData name="Abdalla Mukhaimer, Widad" userId="eed79641-8d75-4c66-a669-438ad56aff06" providerId="ADAL" clId="{C301C1F3-D4D7-4C09-979A-663B1C20EB9B}" dt="2024-11-25T02:48:41.650" v="161" actId="1076"/>
        <pc:sldMkLst>
          <pc:docMk/>
          <pc:sldMk cId="1718048263" sldId="328"/>
        </pc:sldMkLst>
        <pc:spChg chg="add mod">
          <ac:chgData name="Abdalla Mukhaimer, Widad" userId="eed79641-8d75-4c66-a669-438ad56aff06" providerId="ADAL" clId="{C301C1F3-D4D7-4C09-979A-663B1C20EB9B}" dt="2024-11-25T02:48:37.066" v="159" actId="1076"/>
          <ac:spMkLst>
            <pc:docMk/>
            <pc:sldMk cId="1718048263" sldId="328"/>
            <ac:spMk id="3" creationId="{1563B293-6A9A-AC95-C909-2EC3046FE25E}"/>
          </ac:spMkLst>
        </pc:spChg>
        <pc:picChg chg="add mod">
          <ac:chgData name="Abdalla Mukhaimer, Widad" userId="eed79641-8d75-4c66-a669-438ad56aff06" providerId="ADAL" clId="{C301C1F3-D4D7-4C09-979A-663B1C20EB9B}" dt="2024-11-25T02:48:41.650" v="161" actId="1076"/>
          <ac:picMkLst>
            <pc:docMk/>
            <pc:sldMk cId="1718048263" sldId="328"/>
            <ac:picMk id="4" creationId="{E1ED972F-6D62-B316-14DD-B0EF3575D30C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49:26.352" v="171" actId="1076"/>
        <pc:sldMkLst>
          <pc:docMk/>
          <pc:sldMk cId="3090551340" sldId="329"/>
        </pc:sldMkLst>
        <pc:spChg chg="add mod">
          <ac:chgData name="Abdalla Mukhaimer, Widad" userId="eed79641-8d75-4c66-a669-438ad56aff06" providerId="ADAL" clId="{C301C1F3-D4D7-4C09-979A-663B1C20EB9B}" dt="2024-11-25T02:48:58.800" v="165" actId="255"/>
          <ac:spMkLst>
            <pc:docMk/>
            <pc:sldMk cId="3090551340" sldId="329"/>
            <ac:spMk id="4" creationId="{29DA93DC-FAEC-685D-DA73-88B2F77AD4E7}"/>
          </ac:spMkLst>
        </pc:spChg>
        <pc:picChg chg="add mod">
          <ac:chgData name="Abdalla Mukhaimer, Widad" userId="eed79641-8d75-4c66-a669-438ad56aff06" providerId="ADAL" clId="{C301C1F3-D4D7-4C09-979A-663B1C20EB9B}" dt="2024-11-25T02:49:26.352" v="171" actId="1076"/>
          <ac:picMkLst>
            <pc:docMk/>
            <pc:sldMk cId="3090551340" sldId="329"/>
            <ac:picMk id="2" creationId="{768604FF-A125-F6A8-664A-57B792EB2E80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49:54.128" v="180" actId="1076"/>
        <pc:sldMkLst>
          <pc:docMk/>
          <pc:sldMk cId="247794914" sldId="330"/>
        </pc:sldMkLst>
        <pc:spChg chg="add mod ord">
          <ac:chgData name="Abdalla Mukhaimer, Widad" userId="eed79641-8d75-4c66-a669-438ad56aff06" providerId="ADAL" clId="{C301C1F3-D4D7-4C09-979A-663B1C20EB9B}" dt="2024-11-25T02:49:46.922" v="176" actId="167"/>
          <ac:spMkLst>
            <pc:docMk/>
            <pc:sldMk cId="247794914" sldId="330"/>
            <ac:spMk id="4" creationId="{C7670C38-A2BC-A73E-4507-8F4269E3D5F3}"/>
          </ac:spMkLst>
        </pc:spChg>
        <pc:picChg chg="add mod">
          <ac:chgData name="Abdalla Mukhaimer, Widad" userId="eed79641-8d75-4c66-a669-438ad56aff06" providerId="ADAL" clId="{C301C1F3-D4D7-4C09-979A-663B1C20EB9B}" dt="2024-11-25T02:49:54.128" v="180" actId="1076"/>
          <ac:picMkLst>
            <pc:docMk/>
            <pc:sldMk cId="247794914" sldId="330"/>
            <ac:picMk id="2" creationId="{1884BAF0-B737-8DFA-4574-4D14F2AC9B99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50:08.675" v="185" actId="1076"/>
        <pc:sldMkLst>
          <pc:docMk/>
          <pc:sldMk cId="2262576295" sldId="331"/>
        </pc:sldMkLst>
        <pc:spChg chg="add mod">
          <ac:chgData name="Abdalla Mukhaimer, Widad" userId="eed79641-8d75-4c66-a669-438ad56aff06" providerId="ADAL" clId="{C301C1F3-D4D7-4C09-979A-663B1C20EB9B}" dt="2024-11-25T02:50:06.163" v="184" actId="255"/>
          <ac:spMkLst>
            <pc:docMk/>
            <pc:sldMk cId="2262576295" sldId="331"/>
            <ac:spMk id="4" creationId="{283FD719-3B57-7BD3-0791-68CC267ACF96}"/>
          </ac:spMkLst>
        </pc:spChg>
        <pc:picChg chg="add mod">
          <ac:chgData name="Abdalla Mukhaimer, Widad" userId="eed79641-8d75-4c66-a669-438ad56aff06" providerId="ADAL" clId="{C301C1F3-D4D7-4C09-979A-663B1C20EB9B}" dt="2024-11-25T02:50:08.675" v="185" actId="1076"/>
          <ac:picMkLst>
            <pc:docMk/>
            <pc:sldMk cId="2262576295" sldId="331"/>
            <ac:picMk id="2" creationId="{02785769-DFD5-163E-607B-9E5429B719EB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50:43.220" v="196" actId="1076"/>
        <pc:sldMkLst>
          <pc:docMk/>
          <pc:sldMk cId="3357537686" sldId="332"/>
        </pc:sldMkLst>
        <pc:spChg chg="add mod ord">
          <ac:chgData name="Abdalla Mukhaimer, Widad" userId="eed79641-8d75-4c66-a669-438ad56aff06" providerId="ADAL" clId="{C301C1F3-D4D7-4C09-979A-663B1C20EB9B}" dt="2024-11-25T02:50:38.696" v="193" actId="167"/>
          <ac:spMkLst>
            <pc:docMk/>
            <pc:sldMk cId="3357537686" sldId="332"/>
            <ac:spMk id="4" creationId="{59F8F96F-EC25-C71D-4D65-B7909CC346F8}"/>
          </ac:spMkLst>
        </pc:spChg>
        <pc:picChg chg="add mod">
          <ac:chgData name="Abdalla Mukhaimer, Widad" userId="eed79641-8d75-4c66-a669-438ad56aff06" providerId="ADAL" clId="{C301C1F3-D4D7-4C09-979A-663B1C20EB9B}" dt="2024-11-25T02:50:43.220" v="196" actId="1076"/>
          <ac:picMkLst>
            <pc:docMk/>
            <pc:sldMk cId="3357537686" sldId="332"/>
            <ac:picMk id="2" creationId="{D7F1D0D2-7522-3506-0D79-C8A68AB6D333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51:12.289" v="208" actId="1076"/>
        <pc:sldMkLst>
          <pc:docMk/>
          <pc:sldMk cId="2662883686" sldId="333"/>
        </pc:sldMkLst>
        <pc:spChg chg="add mod">
          <ac:chgData name="Abdalla Mukhaimer, Widad" userId="eed79641-8d75-4c66-a669-438ad56aff06" providerId="ADAL" clId="{C301C1F3-D4D7-4C09-979A-663B1C20EB9B}" dt="2024-11-25T02:51:03.975" v="201" actId="14100"/>
          <ac:spMkLst>
            <pc:docMk/>
            <pc:sldMk cId="2662883686" sldId="333"/>
            <ac:spMk id="4" creationId="{0957443D-B433-BBF2-24B6-E1E6B92AA202}"/>
          </ac:spMkLst>
        </pc:spChg>
        <pc:picChg chg="add mod">
          <ac:chgData name="Abdalla Mukhaimer, Widad" userId="eed79641-8d75-4c66-a669-438ad56aff06" providerId="ADAL" clId="{C301C1F3-D4D7-4C09-979A-663B1C20EB9B}" dt="2024-11-25T02:51:12.289" v="208" actId="1076"/>
          <ac:picMkLst>
            <pc:docMk/>
            <pc:sldMk cId="2662883686" sldId="333"/>
            <ac:picMk id="2" creationId="{3196B669-A6BE-D9BE-39E5-23ECDAE4D46D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51:38.296" v="216" actId="1076"/>
        <pc:sldMkLst>
          <pc:docMk/>
          <pc:sldMk cId="128960177" sldId="334"/>
        </pc:sldMkLst>
        <pc:spChg chg="add mod">
          <ac:chgData name="Abdalla Mukhaimer, Widad" userId="eed79641-8d75-4c66-a669-438ad56aff06" providerId="ADAL" clId="{C301C1F3-D4D7-4C09-979A-663B1C20EB9B}" dt="2024-11-25T02:51:37.249" v="215" actId="1076"/>
          <ac:spMkLst>
            <pc:docMk/>
            <pc:sldMk cId="128960177" sldId="334"/>
            <ac:spMk id="4" creationId="{F19A4090-B37D-1FDC-504B-FD40E9437180}"/>
          </ac:spMkLst>
        </pc:spChg>
        <pc:picChg chg="add mod">
          <ac:chgData name="Abdalla Mukhaimer, Widad" userId="eed79641-8d75-4c66-a669-438ad56aff06" providerId="ADAL" clId="{C301C1F3-D4D7-4C09-979A-663B1C20EB9B}" dt="2024-11-25T02:51:38.296" v="216" actId="1076"/>
          <ac:picMkLst>
            <pc:docMk/>
            <pc:sldMk cId="128960177" sldId="334"/>
            <ac:picMk id="2" creationId="{42E1F460-97D9-6464-3ECC-52C31724789B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52:05.743" v="242" actId="1076"/>
        <pc:sldMkLst>
          <pc:docMk/>
          <pc:sldMk cId="69338681" sldId="335"/>
        </pc:sldMkLst>
        <pc:spChg chg="add mod">
          <ac:chgData name="Abdalla Mukhaimer, Widad" userId="eed79641-8d75-4c66-a669-438ad56aff06" providerId="ADAL" clId="{C301C1F3-D4D7-4C09-979A-663B1C20EB9B}" dt="2024-11-25T02:51:57.468" v="237" actId="255"/>
          <ac:spMkLst>
            <pc:docMk/>
            <pc:sldMk cId="69338681" sldId="335"/>
            <ac:spMk id="4" creationId="{6485BDE6-5DF1-C763-7591-EA0565753D61}"/>
          </ac:spMkLst>
        </pc:spChg>
        <pc:picChg chg="add mod">
          <ac:chgData name="Abdalla Mukhaimer, Widad" userId="eed79641-8d75-4c66-a669-438ad56aff06" providerId="ADAL" clId="{C301C1F3-D4D7-4C09-979A-663B1C20EB9B}" dt="2024-11-25T02:52:05.743" v="242" actId="1076"/>
          <ac:picMkLst>
            <pc:docMk/>
            <pc:sldMk cId="69338681" sldId="335"/>
            <ac:picMk id="2" creationId="{6B632EFB-FF4E-8F21-5377-3FD77E7BE4C6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52:32.413" v="266" actId="1076"/>
        <pc:sldMkLst>
          <pc:docMk/>
          <pc:sldMk cId="4248432987" sldId="336"/>
        </pc:sldMkLst>
        <pc:spChg chg="add mod">
          <ac:chgData name="Abdalla Mukhaimer, Widad" userId="eed79641-8d75-4c66-a669-438ad56aff06" providerId="ADAL" clId="{C301C1F3-D4D7-4C09-979A-663B1C20EB9B}" dt="2024-11-25T02:52:26.777" v="263" actId="255"/>
          <ac:spMkLst>
            <pc:docMk/>
            <pc:sldMk cId="4248432987" sldId="336"/>
            <ac:spMk id="4" creationId="{61C82C50-A7EA-E43C-49B8-E0E504619AE5}"/>
          </ac:spMkLst>
        </pc:spChg>
        <pc:picChg chg="add mod">
          <ac:chgData name="Abdalla Mukhaimer, Widad" userId="eed79641-8d75-4c66-a669-438ad56aff06" providerId="ADAL" clId="{C301C1F3-D4D7-4C09-979A-663B1C20EB9B}" dt="2024-11-25T02:52:32.413" v="266" actId="1076"/>
          <ac:picMkLst>
            <pc:docMk/>
            <pc:sldMk cId="4248432987" sldId="336"/>
            <ac:picMk id="2" creationId="{BCB1A673-0D5C-56BA-33A2-9997BF5642C9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52:54.783" v="273" actId="1076"/>
        <pc:sldMkLst>
          <pc:docMk/>
          <pc:sldMk cId="459102918" sldId="337"/>
        </pc:sldMkLst>
        <pc:spChg chg="add mod">
          <ac:chgData name="Abdalla Mukhaimer, Widad" userId="eed79641-8d75-4c66-a669-438ad56aff06" providerId="ADAL" clId="{C301C1F3-D4D7-4C09-979A-663B1C20EB9B}" dt="2024-11-25T02:52:48.385" v="270" actId="255"/>
          <ac:spMkLst>
            <pc:docMk/>
            <pc:sldMk cId="459102918" sldId="337"/>
            <ac:spMk id="4" creationId="{577577D6-8959-16F6-6E61-F8A12604968E}"/>
          </ac:spMkLst>
        </pc:spChg>
        <pc:picChg chg="add mod">
          <ac:chgData name="Abdalla Mukhaimer, Widad" userId="eed79641-8d75-4c66-a669-438ad56aff06" providerId="ADAL" clId="{C301C1F3-D4D7-4C09-979A-663B1C20EB9B}" dt="2024-11-25T02:52:54.783" v="273" actId="1076"/>
          <ac:picMkLst>
            <pc:docMk/>
            <pc:sldMk cId="459102918" sldId="337"/>
            <ac:picMk id="2" creationId="{71AE7D4D-79C1-369B-9F5E-D147023EFA3E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53:17.170" v="281" actId="1076"/>
        <pc:sldMkLst>
          <pc:docMk/>
          <pc:sldMk cId="1409333631" sldId="338"/>
        </pc:sldMkLst>
        <pc:spChg chg="add mod">
          <ac:chgData name="Abdalla Mukhaimer, Widad" userId="eed79641-8d75-4c66-a669-438ad56aff06" providerId="ADAL" clId="{C301C1F3-D4D7-4C09-979A-663B1C20EB9B}" dt="2024-11-25T02:53:08.050" v="276" actId="255"/>
          <ac:spMkLst>
            <pc:docMk/>
            <pc:sldMk cId="1409333631" sldId="338"/>
            <ac:spMk id="4" creationId="{6AFC606A-94B9-921F-AA0B-333BA10A49DC}"/>
          </ac:spMkLst>
        </pc:spChg>
        <pc:picChg chg="add mod">
          <ac:chgData name="Abdalla Mukhaimer, Widad" userId="eed79641-8d75-4c66-a669-438ad56aff06" providerId="ADAL" clId="{C301C1F3-D4D7-4C09-979A-663B1C20EB9B}" dt="2024-11-25T02:53:17.170" v="281" actId="1076"/>
          <ac:picMkLst>
            <pc:docMk/>
            <pc:sldMk cId="1409333631" sldId="338"/>
            <ac:picMk id="2" creationId="{8C924F51-B664-7013-64E7-6F5AE792CAFE}"/>
          </ac:picMkLst>
        </pc:picChg>
      </pc:sldChg>
      <pc:sldChg chg="addSp delSp modSp add mod">
        <pc:chgData name="Abdalla Mukhaimer, Widad" userId="eed79641-8d75-4c66-a669-438ad56aff06" providerId="ADAL" clId="{C301C1F3-D4D7-4C09-979A-663B1C20EB9B}" dt="2024-11-25T02:53:54.682" v="294" actId="1076"/>
        <pc:sldMkLst>
          <pc:docMk/>
          <pc:sldMk cId="4130658000" sldId="339"/>
        </pc:sldMkLst>
        <pc:spChg chg="add mod">
          <ac:chgData name="Abdalla Mukhaimer, Widad" userId="eed79641-8d75-4c66-a669-438ad56aff06" providerId="ADAL" clId="{C301C1F3-D4D7-4C09-979A-663B1C20EB9B}" dt="2024-11-25T02:53:34.164" v="286" actId="14100"/>
          <ac:spMkLst>
            <pc:docMk/>
            <pc:sldMk cId="4130658000" sldId="339"/>
            <ac:spMk id="3" creationId="{886EC7AD-71C6-58B9-7D98-1065E92D9A12}"/>
          </ac:spMkLst>
        </pc:spChg>
        <pc:spChg chg="add del mod">
          <ac:chgData name="Abdalla Mukhaimer, Widad" userId="eed79641-8d75-4c66-a669-438ad56aff06" providerId="ADAL" clId="{C301C1F3-D4D7-4C09-979A-663B1C20EB9B}" dt="2024-11-25T02:53:45.500" v="289" actId="14100"/>
          <ac:spMkLst>
            <pc:docMk/>
            <pc:sldMk cId="4130658000" sldId="339"/>
            <ac:spMk id="6" creationId="{3063CE2E-7366-799D-B84D-72E59C019BC1}"/>
          </ac:spMkLst>
        </pc:spChg>
        <pc:picChg chg="add mod">
          <ac:chgData name="Abdalla Mukhaimer, Widad" userId="eed79641-8d75-4c66-a669-438ad56aff06" providerId="ADAL" clId="{C301C1F3-D4D7-4C09-979A-663B1C20EB9B}" dt="2024-11-25T02:53:54.682" v="294" actId="1076"/>
          <ac:picMkLst>
            <pc:docMk/>
            <pc:sldMk cId="4130658000" sldId="339"/>
            <ac:picMk id="4" creationId="{BB19E95B-DC87-7EC6-FBA2-20EADA550496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54:20.034" v="299" actId="1076"/>
        <pc:sldMkLst>
          <pc:docMk/>
          <pc:sldMk cId="2227053168" sldId="340"/>
        </pc:sldMkLst>
        <pc:spChg chg="add mod">
          <ac:chgData name="Abdalla Mukhaimer, Widad" userId="eed79641-8d75-4c66-a669-438ad56aff06" providerId="ADAL" clId="{C301C1F3-D4D7-4C09-979A-663B1C20EB9B}" dt="2024-11-25T02:54:20.034" v="299" actId="1076"/>
          <ac:spMkLst>
            <pc:docMk/>
            <pc:sldMk cId="2227053168" sldId="340"/>
            <ac:spMk id="3" creationId="{4B98922B-CDCE-5D57-34E7-F350A8F5EA99}"/>
          </ac:spMkLst>
        </pc:spChg>
      </pc:sldChg>
      <pc:sldChg chg="modSp add mod">
        <pc:chgData name="Abdalla Mukhaimer, Widad" userId="eed79641-8d75-4c66-a669-438ad56aff06" providerId="ADAL" clId="{C301C1F3-D4D7-4C09-979A-663B1C20EB9B}" dt="2024-11-25T02:51:18.964" v="209" actId="1076"/>
        <pc:sldMkLst>
          <pc:docMk/>
          <pc:sldMk cId="1848402529" sldId="341"/>
        </pc:sldMkLst>
        <pc:spChg chg="mod">
          <ac:chgData name="Abdalla Mukhaimer, Widad" userId="eed79641-8d75-4c66-a669-438ad56aff06" providerId="ADAL" clId="{C301C1F3-D4D7-4C09-979A-663B1C20EB9B}" dt="2024-11-25T02:51:18.964" v="209" actId="1076"/>
          <ac:spMkLst>
            <pc:docMk/>
            <pc:sldMk cId="1848402529" sldId="341"/>
            <ac:spMk id="4" creationId="{0AE91067-A69A-845A-1B44-56646CDDEE71}"/>
          </ac:spMkLst>
        </pc:spChg>
      </pc:sldChg>
      <pc:sldChg chg="add del">
        <pc:chgData name="Abdalla Mukhaimer, Widad" userId="eed79641-8d75-4c66-a669-438ad56aff06" providerId="ADAL" clId="{C301C1F3-D4D7-4C09-979A-663B1C20EB9B}" dt="2024-11-25T02:45:37.632" v="107"/>
        <pc:sldMkLst>
          <pc:docMk/>
          <pc:sldMk cId="2432172279" sldId="342"/>
        </pc:sldMkLst>
      </pc:sldChg>
      <pc:sldChg chg="addSp modSp add mod">
        <pc:chgData name="Abdalla Mukhaimer, Widad" userId="eed79641-8d75-4c66-a669-438ad56aff06" providerId="ADAL" clId="{C301C1F3-D4D7-4C09-979A-663B1C20EB9B}" dt="2024-11-25T02:55:14.376" v="318" actId="1076"/>
        <pc:sldMkLst>
          <pc:docMk/>
          <pc:sldMk cId="4081902706" sldId="342"/>
        </pc:sldMkLst>
        <pc:spChg chg="add mod">
          <ac:chgData name="Abdalla Mukhaimer, Widad" userId="eed79641-8d75-4c66-a669-438ad56aff06" providerId="ADAL" clId="{C301C1F3-D4D7-4C09-979A-663B1C20EB9B}" dt="2024-11-25T02:55:11.300" v="316" actId="1076"/>
          <ac:spMkLst>
            <pc:docMk/>
            <pc:sldMk cId="4081902706" sldId="342"/>
            <ac:spMk id="4" creationId="{F3D73DD4-65BA-B05B-6528-8FEE82DC4FF7}"/>
          </ac:spMkLst>
        </pc:spChg>
        <pc:spChg chg="add mod">
          <ac:chgData name="Abdalla Mukhaimer, Widad" userId="eed79641-8d75-4c66-a669-438ad56aff06" providerId="ADAL" clId="{C301C1F3-D4D7-4C09-979A-663B1C20EB9B}" dt="2024-11-25T02:55:14.376" v="318" actId="1076"/>
          <ac:spMkLst>
            <pc:docMk/>
            <pc:sldMk cId="4081902706" sldId="342"/>
            <ac:spMk id="6" creationId="{9EFEB717-31ED-74DD-4493-09AB705E5891}"/>
          </ac:spMkLst>
        </pc:spChg>
        <pc:picChg chg="add mod">
          <ac:chgData name="Abdalla Mukhaimer, Widad" userId="eed79641-8d75-4c66-a669-438ad56aff06" providerId="ADAL" clId="{C301C1F3-D4D7-4C09-979A-663B1C20EB9B}" dt="2024-11-25T02:55:12.178" v="317" actId="1076"/>
          <ac:picMkLst>
            <pc:docMk/>
            <pc:sldMk cId="4081902706" sldId="342"/>
            <ac:picMk id="2" creationId="{43438976-47BA-12AD-B4B3-05FF72A0EC86}"/>
          </ac:picMkLst>
        </pc:picChg>
      </pc:sldChg>
      <pc:sldChg chg="add del">
        <pc:chgData name="Abdalla Mukhaimer, Widad" userId="eed79641-8d75-4c66-a669-438ad56aff06" providerId="ADAL" clId="{C301C1F3-D4D7-4C09-979A-663B1C20EB9B}" dt="2024-11-25T02:45:37.038" v="106"/>
        <pc:sldMkLst>
          <pc:docMk/>
          <pc:sldMk cId="1378802423" sldId="343"/>
        </pc:sldMkLst>
      </pc:sldChg>
      <pc:sldChg chg="addSp modSp add mod">
        <pc:chgData name="Abdalla Mukhaimer, Widad" userId="eed79641-8d75-4c66-a669-438ad56aff06" providerId="ADAL" clId="{C301C1F3-D4D7-4C09-979A-663B1C20EB9B}" dt="2024-11-25T02:55:51.597" v="328" actId="1076"/>
        <pc:sldMkLst>
          <pc:docMk/>
          <pc:sldMk cId="2376158699" sldId="343"/>
        </pc:sldMkLst>
        <pc:spChg chg="add mod">
          <ac:chgData name="Abdalla Mukhaimer, Widad" userId="eed79641-8d75-4c66-a669-438ad56aff06" providerId="ADAL" clId="{C301C1F3-D4D7-4C09-979A-663B1C20EB9B}" dt="2024-11-25T02:55:45.755" v="325" actId="14100"/>
          <ac:spMkLst>
            <pc:docMk/>
            <pc:sldMk cId="2376158699" sldId="343"/>
            <ac:spMk id="3" creationId="{E4E0F09E-AC54-D8EB-54FF-518C19C49E25}"/>
          </ac:spMkLst>
        </pc:spChg>
        <pc:picChg chg="add mod">
          <ac:chgData name="Abdalla Mukhaimer, Widad" userId="eed79641-8d75-4c66-a669-438ad56aff06" providerId="ADAL" clId="{C301C1F3-D4D7-4C09-979A-663B1C20EB9B}" dt="2024-11-25T02:55:51.597" v="328" actId="1076"/>
          <ac:picMkLst>
            <pc:docMk/>
            <pc:sldMk cId="2376158699" sldId="343"/>
            <ac:picMk id="4" creationId="{A5167852-F818-2433-12F9-9502CF9B59CC}"/>
          </ac:picMkLst>
        </pc:picChg>
      </pc:sldChg>
      <pc:sldChg chg="addSp modSp add mod">
        <pc:chgData name="Abdalla Mukhaimer, Widad" userId="eed79641-8d75-4c66-a669-438ad56aff06" providerId="ADAL" clId="{C301C1F3-D4D7-4C09-979A-663B1C20EB9B}" dt="2024-11-25T02:56:02.898" v="331" actId="1076"/>
        <pc:sldMkLst>
          <pc:docMk/>
          <pc:sldMk cId="1378749966" sldId="344"/>
        </pc:sldMkLst>
        <pc:spChg chg="add mod">
          <ac:chgData name="Abdalla Mukhaimer, Widad" userId="eed79641-8d75-4c66-a669-438ad56aff06" providerId="ADAL" clId="{C301C1F3-D4D7-4C09-979A-663B1C20EB9B}" dt="2024-11-25T02:56:02.898" v="331" actId="1076"/>
          <ac:spMkLst>
            <pc:docMk/>
            <pc:sldMk cId="1378749966" sldId="344"/>
            <ac:spMk id="3" creationId="{5B50B81B-8082-153A-3D46-2B776A91997A}"/>
          </ac:spMkLst>
        </pc:spChg>
      </pc:sldChg>
      <pc:sldChg chg="add del">
        <pc:chgData name="Abdalla Mukhaimer, Widad" userId="eed79641-8d75-4c66-a669-438ad56aff06" providerId="ADAL" clId="{C301C1F3-D4D7-4C09-979A-663B1C20EB9B}" dt="2024-11-25T02:45:36.590" v="105"/>
        <pc:sldMkLst>
          <pc:docMk/>
          <pc:sldMk cId="3491098158" sldId="344"/>
        </pc:sldMkLst>
      </pc:sldChg>
      <pc:sldChg chg="addSp modSp add mod">
        <pc:chgData name="Abdalla Mukhaimer, Widad" userId="eed79641-8d75-4c66-a669-438ad56aff06" providerId="ADAL" clId="{C301C1F3-D4D7-4C09-979A-663B1C20EB9B}" dt="2024-11-25T02:56:35.274" v="344" actId="1076"/>
        <pc:sldMkLst>
          <pc:docMk/>
          <pc:sldMk cId="498272802" sldId="345"/>
        </pc:sldMkLst>
        <pc:spChg chg="add mod">
          <ac:chgData name="Abdalla Mukhaimer, Widad" userId="eed79641-8d75-4c66-a669-438ad56aff06" providerId="ADAL" clId="{C301C1F3-D4D7-4C09-979A-663B1C20EB9B}" dt="2024-11-25T02:56:33.118" v="343" actId="1076"/>
          <ac:spMkLst>
            <pc:docMk/>
            <pc:sldMk cId="498272802" sldId="345"/>
            <ac:spMk id="3" creationId="{FB4ADFDA-9583-06C7-1FFA-F9980425BAAC}"/>
          </ac:spMkLst>
        </pc:spChg>
        <pc:picChg chg="add mod">
          <ac:chgData name="Abdalla Mukhaimer, Widad" userId="eed79641-8d75-4c66-a669-438ad56aff06" providerId="ADAL" clId="{C301C1F3-D4D7-4C09-979A-663B1C20EB9B}" dt="2024-11-25T02:56:35.274" v="344" actId="1076"/>
          <ac:picMkLst>
            <pc:docMk/>
            <pc:sldMk cId="498272802" sldId="345"/>
            <ac:picMk id="4" creationId="{863C2004-9480-BDD7-9BE1-5FDB48A65E23}"/>
          </ac:picMkLst>
        </pc:picChg>
      </pc:sldChg>
      <pc:sldChg chg="add">
        <pc:chgData name="Abdalla Mukhaimer, Widad" userId="eed79641-8d75-4c66-a669-438ad56aff06" providerId="ADAL" clId="{C301C1F3-D4D7-4C09-979A-663B1C20EB9B}" dt="2024-11-25T02:45:40.507" v="112"/>
        <pc:sldMkLst>
          <pc:docMk/>
          <pc:sldMk cId="2740473511" sldId="346"/>
        </pc:sldMkLst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  <pc:docChgLst>
    <pc:chgData name="Abdalla Mukhaimer, Widad" userId="eed79641-8d75-4c66-a669-438ad56aff06" providerId="ADAL" clId="{81842F16-4F8C-441F-B5AC-5BD6AD36882A}"/>
    <pc:docChg chg="custSel addSld delSld modSld">
      <pc:chgData name="Abdalla Mukhaimer, Widad" userId="eed79641-8d75-4c66-a669-438ad56aff06" providerId="ADAL" clId="{81842F16-4F8C-441F-B5AC-5BD6AD36882A}" dt="2024-11-08T08:35:51.966" v="116" actId="20577"/>
      <pc:docMkLst>
        <pc:docMk/>
      </pc:docMkLst>
      <pc:sldChg chg="modSp mod">
        <pc:chgData name="Abdalla Mukhaimer, Widad" userId="eed79641-8d75-4c66-a669-438ad56aff06" providerId="ADAL" clId="{81842F16-4F8C-441F-B5AC-5BD6AD36882A}" dt="2024-11-08T08:29:38.417" v="15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81842F16-4F8C-441F-B5AC-5BD6AD36882A}" dt="2024-11-08T08:29:38.417" v="15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8457617" sldId="25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028459910" sldId="25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48023758" sldId="25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30027384" sldId="260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000533188" sldId="261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173253180" sldId="262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260691908" sldId="263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96906804" sldId="264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442182053" sldId="265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978737758" sldId="266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022708" sldId="26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87509337" sldId="26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0766484" sldId="26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10523842" sldId="270"/>
        </pc:sldMkLst>
      </pc:sldChg>
      <pc:sldChg chg="addSp modSp mod">
        <pc:chgData name="Abdalla Mukhaimer, Widad" userId="eed79641-8d75-4c66-a669-438ad56aff06" providerId="ADAL" clId="{81842F16-4F8C-441F-B5AC-5BD6AD36882A}" dt="2024-11-08T08:32:36.022" v="58" actId="20577"/>
        <pc:sldMkLst>
          <pc:docMk/>
          <pc:sldMk cId="1820640788" sldId="271"/>
        </pc:sldMkLst>
        <pc:spChg chg="add mod">
          <ac:chgData name="Abdalla Mukhaimer, Widad" userId="eed79641-8d75-4c66-a669-438ad56aff06" providerId="ADAL" clId="{81842F16-4F8C-441F-B5AC-5BD6AD36882A}" dt="2024-11-08T08:32:36.022" v="58" actId="20577"/>
          <ac:spMkLst>
            <pc:docMk/>
            <pc:sldMk cId="1820640788" sldId="271"/>
            <ac:spMk id="3" creationId="{E07DC173-12D0-CF70-7ECA-0C3B8EDF49F4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3:01.846" v="66" actId="1076"/>
        <pc:sldMkLst>
          <pc:docMk/>
          <pc:sldMk cId="2542134890" sldId="272"/>
        </pc:sldMkLst>
        <pc:spChg chg="add mod">
          <ac:chgData name="Abdalla Mukhaimer, Widad" userId="eed79641-8d75-4c66-a669-438ad56aff06" providerId="ADAL" clId="{81842F16-4F8C-441F-B5AC-5BD6AD36882A}" dt="2024-11-08T08:32:59.806" v="65" actId="1076"/>
          <ac:spMkLst>
            <pc:docMk/>
            <pc:sldMk cId="2542134890" sldId="272"/>
            <ac:spMk id="4" creationId="{1D5BC937-15D0-41AD-9088-C0A03E2AC639}"/>
          </ac:spMkLst>
        </pc:spChg>
        <pc:picChg chg="add mod">
          <ac:chgData name="Abdalla Mukhaimer, Widad" userId="eed79641-8d75-4c66-a669-438ad56aff06" providerId="ADAL" clId="{81842F16-4F8C-441F-B5AC-5BD6AD36882A}" dt="2024-11-08T08:33:01.846" v="66" actId="1076"/>
          <ac:picMkLst>
            <pc:docMk/>
            <pc:sldMk cId="2542134890" sldId="272"/>
            <ac:picMk id="2" creationId="{6E9BD773-43C0-D155-487A-0831B87503E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773455480" sldId="272"/>
        </pc:sldMkLst>
      </pc:sldChg>
      <pc:sldChg chg="addSp modSp add mod">
        <pc:chgData name="Abdalla Mukhaimer, Widad" userId="eed79641-8d75-4c66-a669-438ad56aff06" providerId="ADAL" clId="{81842F16-4F8C-441F-B5AC-5BD6AD36882A}" dt="2024-11-08T08:33:22.122" v="72" actId="1076"/>
        <pc:sldMkLst>
          <pc:docMk/>
          <pc:sldMk cId="2727831515" sldId="273"/>
        </pc:sldMkLst>
        <pc:spChg chg="add mod">
          <ac:chgData name="Abdalla Mukhaimer, Widad" userId="eed79641-8d75-4c66-a669-438ad56aff06" providerId="ADAL" clId="{81842F16-4F8C-441F-B5AC-5BD6AD36882A}" dt="2024-11-08T08:33:17.801" v="70" actId="123"/>
          <ac:spMkLst>
            <pc:docMk/>
            <pc:sldMk cId="2727831515" sldId="273"/>
            <ac:spMk id="4" creationId="{ACE7BF99-E139-1CD6-88C5-72F2F31DB40F}"/>
          </ac:spMkLst>
        </pc:spChg>
        <pc:picChg chg="add mod">
          <ac:chgData name="Abdalla Mukhaimer, Widad" userId="eed79641-8d75-4c66-a669-438ad56aff06" providerId="ADAL" clId="{81842F16-4F8C-441F-B5AC-5BD6AD36882A}" dt="2024-11-08T08:33:22.122" v="72" actId="1076"/>
          <ac:picMkLst>
            <pc:docMk/>
            <pc:sldMk cId="2727831515" sldId="273"/>
            <ac:picMk id="2" creationId="{6DEAA95C-05E0-557F-0870-F3F348BFC5B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984666083" sldId="273"/>
        </pc:sldMkLst>
      </pc:sldChg>
      <pc:sldChg chg="addSp modSp add mod">
        <pc:chgData name="Abdalla Mukhaimer, Widad" userId="eed79641-8d75-4c66-a669-438ad56aff06" providerId="ADAL" clId="{81842F16-4F8C-441F-B5AC-5BD6AD36882A}" dt="2024-11-08T08:33:47.973" v="79" actId="20577"/>
        <pc:sldMkLst>
          <pc:docMk/>
          <pc:sldMk cId="231200953" sldId="274"/>
        </pc:sldMkLst>
        <pc:spChg chg="add mod">
          <ac:chgData name="Abdalla Mukhaimer, Widad" userId="eed79641-8d75-4c66-a669-438ad56aff06" providerId="ADAL" clId="{81842F16-4F8C-441F-B5AC-5BD6AD36882A}" dt="2024-11-08T08:33:47.973" v="79" actId="20577"/>
          <ac:spMkLst>
            <pc:docMk/>
            <pc:sldMk cId="231200953" sldId="274"/>
            <ac:spMk id="4" creationId="{3CFE4D82-CD6B-5136-591D-20E954941B30}"/>
          </ac:spMkLst>
        </pc:spChg>
        <pc:picChg chg="add mod">
          <ac:chgData name="Abdalla Mukhaimer, Widad" userId="eed79641-8d75-4c66-a669-438ad56aff06" providerId="ADAL" clId="{81842F16-4F8C-441F-B5AC-5BD6AD36882A}" dt="2024-11-08T08:33:41.177" v="78" actId="1076"/>
          <ac:picMkLst>
            <pc:docMk/>
            <pc:sldMk cId="231200953" sldId="274"/>
            <ac:picMk id="2" creationId="{E07320B4-48D2-20A2-DD0D-2F7B284BD19D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07.635" v="85" actId="1076"/>
        <pc:sldMkLst>
          <pc:docMk/>
          <pc:sldMk cId="165681766" sldId="275"/>
        </pc:sldMkLst>
        <pc:spChg chg="add mod">
          <ac:chgData name="Abdalla Mukhaimer, Widad" userId="eed79641-8d75-4c66-a669-438ad56aff06" providerId="ADAL" clId="{81842F16-4F8C-441F-B5AC-5BD6AD36882A}" dt="2024-11-08T08:34:07.635" v="85" actId="1076"/>
          <ac:spMkLst>
            <pc:docMk/>
            <pc:sldMk cId="165681766" sldId="275"/>
            <ac:spMk id="3" creationId="{48D9AFD1-E2F4-21B4-2020-3C63546BE975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4:26.379" v="90" actId="1076"/>
        <pc:sldMkLst>
          <pc:docMk/>
          <pc:sldMk cId="256691435" sldId="276"/>
        </pc:sldMkLst>
        <pc:spChg chg="add mod">
          <ac:chgData name="Abdalla Mukhaimer, Widad" userId="eed79641-8d75-4c66-a669-438ad56aff06" providerId="ADAL" clId="{81842F16-4F8C-441F-B5AC-5BD6AD36882A}" dt="2024-11-08T08:34:26.379" v="90" actId="1076"/>
          <ac:spMkLst>
            <pc:docMk/>
            <pc:sldMk cId="256691435" sldId="276"/>
            <ac:spMk id="3" creationId="{AE8BC606-50CA-EE69-7555-3995F0E33E79}"/>
          </ac:spMkLst>
        </pc:spChg>
      </pc:sldChg>
      <pc:sldChg chg="addSp delSp modSp add mod">
        <pc:chgData name="Abdalla Mukhaimer, Widad" userId="eed79641-8d75-4c66-a669-438ad56aff06" providerId="ADAL" clId="{81842F16-4F8C-441F-B5AC-5BD6AD36882A}" dt="2024-11-08T08:34:48.139" v="95" actId="1076"/>
        <pc:sldMkLst>
          <pc:docMk/>
          <pc:sldMk cId="88094747" sldId="277"/>
        </pc:sldMkLst>
        <pc:spChg chg="add mod">
          <ac:chgData name="Abdalla Mukhaimer, Widad" userId="eed79641-8d75-4c66-a669-438ad56aff06" providerId="ADAL" clId="{81842F16-4F8C-441F-B5AC-5BD6AD36882A}" dt="2024-11-08T08:34:48.139" v="95" actId="1076"/>
          <ac:spMkLst>
            <pc:docMk/>
            <pc:sldMk cId="88094747" sldId="277"/>
            <ac:spMk id="3" creationId="{5AAB277E-C907-53E2-90C5-980459F0DD5F}"/>
          </ac:spMkLst>
        </pc:spChg>
        <pc:picChg chg="add del mod">
          <ac:chgData name="Abdalla Mukhaimer, Widad" userId="eed79641-8d75-4c66-a669-438ad56aff06" providerId="ADAL" clId="{81842F16-4F8C-441F-B5AC-5BD6AD36882A}" dt="2024-11-08T08:31:21.221" v="43" actId="21"/>
          <ac:picMkLst>
            <pc:docMk/>
            <pc:sldMk cId="88094747" sldId="277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55.873" v="98" actId="14100"/>
        <pc:sldMkLst>
          <pc:docMk/>
          <pc:sldMk cId="3613551436" sldId="278"/>
        </pc:sldMkLst>
        <pc:picChg chg="add mod">
          <ac:chgData name="Abdalla Mukhaimer, Widad" userId="eed79641-8d75-4c66-a669-438ad56aff06" providerId="ADAL" clId="{81842F16-4F8C-441F-B5AC-5BD6AD36882A}" dt="2024-11-08T08:34:55.873" v="98" actId="14100"/>
          <ac:picMkLst>
            <pc:docMk/>
            <pc:sldMk cId="3613551436" sldId="278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29.840" v="110" actId="1076"/>
        <pc:sldMkLst>
          <pc:docMk/>
          <pc:sldMk cId="1538123124" sldId="279"/>
        </pc:sldMkLst>
        <pc:spChg chg="add mod">
          <ac:chgData name="Abdalla Mukhaimer, Widad" userId="eed79641-8d75-4c66-a669-438ad56aff06" providerId="ADAL" clId="{81842F16-4F8C-441F-B5AC-5BD6AD36882A}" dt="2024-11-08T08:35:28.723" v="109" actId="1076"/>
          <ac:spMkLst>
            <pc:docMk/>
            <pc:sldMk cId="1538123124" sldId="279"/>
            <ac:spMk id="3" creationId="{3A153E72-3517-2D12-A2C9-374BACEB93EA}"/>
          </ac:spMkLst>
        </pc:spChg>
        <pc:picChg chg="add mod">
          <ac:chgData name="Abdalla Mukhaimer, Widad" userId="eed79641-8d75-4c66-a669-438ad56aff06" providerId="ADAL" clId="{81842F16-4F8C-441F-B5AC-5BD6AD36882A}" dt="2024-11-08T08:35:29.840" v="110" actId="1076"/>
          <ac:picMkLst>
            <pc:docMk/>
            <pc:sldMk cId="1538123124" sldId="279"/>
            <ac:picMk id="5" creationId="{36E740BD-9E35-B1A0-25F4-85FD16F068D7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51.966" v="116" actId="20577"/>
        <pc:sldMkLst>
          <pc:docMk/>
          <pc:sldMk cId="2882451772" sldId="280"/>
        </pc:sldMkLst>
        <pc:spChg chg="add mod">
          <ac:chgData name="Abdalla Mukhaimer, Widad" userId="eed79641-8d75-4c66-a669-438ad56aff06" providerId="ADAL" clId="{81842F16-4F8C-441F-B5AC-5BD6AD36882A}" dt="2024-11-08T08:35:51.966" v="116" actId="20577"/>
          <ac:spMkLst>
            <pc:docMk/>
            <pc:sldMk cId="2882451772" sldId="280"/>
            <ac:spMk id="3" creationId="{646599B7-1439-807B-EC73-A2BBDC8AEFDE}"/>
          </ac:spMkLst>
        </pc:spChg>
      </pc:sldChg>
      <pc:sldChg chg="add del">
        <pc:chgData name="Abdalla Mukhaimer, Widad" userId="eed79641-8d75-4c66-a669-438ad56aff06" providerId="ADAL" clId="{81842F16-4F8C-441F-B5AC-5BD6AD36882A}" dt="2024-11-08T08:31:53.563" v="49" actId="47"/>
        <pc:sldMkLst>
          <pc:docMk/>
          <pc:sldMk cId="1992130188" sldId="281"/>
        </pc:sldMkLst>
      </pc:sldChg>
      <pc:sldChg chg="add">
        <pc:chgData name="Abdalla Mukhaimer, Widad" userId="eed79641-8d75-4c66-a669-438ad56aff06" providerId="ADAL" clId="{81842F16-4F8C-441F-B5AC-5BD6AD36882A}" dt="2024-11-08T08:29:48.236" v="27"/>
        <pc:sldMkLst>
          <pc:docMk/>
          <pc:sldMk cId="696604132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806741" y="2521909"/>
            <a:ext cx="10578518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 Data Visualization</a:t>
            </a:r>
          </a:p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A0CA2A-0CA6-DFFC-8FF6-FE3BCC875149}"/>
              </a:ext>
            </a:extLst>
          </p:cNvPr>
          <p:cNvSpPr txBox="1"/>
          <p:nvPr/>
        </p:nvSpPr>
        <p:spPr>
          <a:xfrm>
            <a:off x="426719" y="322358"/>
            <a:ext cx="10528663" cy="511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 Code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x = ~name_of_variable1,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y = ~name_of_variable2,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	color = ~name_variable3,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	symbol = ~name_variable3,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	type = "", mode = "",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	colors =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pallete_vector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65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DBDD5C-3B0C-237D-B996-822B507A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918" y="418633"/>
            <a:ext cx="9072163" cy="621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3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86E9C8-7846-C6E7-5661-2F6E11408CCA}"/>
              </a:ext>
            </a:extLst>
          </p:cNvPr>
          <p:cNvSpPr txBox="1"/>
          <p:nvPr/>
        </p:nvSpPr>
        <p:spPr>
          <a:xfrm>
            <a:off x="3048000" y="2388268"/>
            <a:ext cx="6096000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Histograms with </a:t>
            </a:r>
            <a:r>
              <a:rPr lang="en-US" sz="5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Plotly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494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B0EF13-4D17-8A75-6DA2-35C5958E0780}"/>
              </a:ext>
            </a:extLst>
          </p:cNvPr>
          <p:cNvSpPr txBox="1"/>
          <p:nvPr/>
        </p:nvSpPr>
        <p:spPr>
          <a:xfrm>
            <a:off x="383177" y="1121621"/>
            <a:ext cx="114082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Dataframe</a:t>
            </a: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data_1</a:t>
            </a:r>
            <a:endParaRPr lang="en-US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7D423A-E370-D9CD-C6D9-A6AB8981C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473" y="1890887"/>
            <a:ext cx="6179276" cy="423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63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EF98D4-6AC6-B2D2-F664-CC6B6F6BE9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463" y="3038267"/>
            <a:ext cx="5854537" cy="37438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4F572D-6B34-F8D2-453F-244671DD87A5}"/>
              </a:ext>
            </a:extLst>
          </p:cNvPr>
          <p:cNvSpPr txBox="1"/>
          <p:nvPr/>
        </p:nvSpPr>
        <p:spPr>
          <a:xfrm>
            <a:off x="532000" y="614498"/>
            <a:ext cx="11355199" cy="2624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Simple Histogram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data_1,  x = ~col_1,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"histogram",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nbinsx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100)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951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1C7B8E-DAEE-1E02-1AAF-ED11DC429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667" y="2975782"/>
            <a:ext cx="5830094" cy="3627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99B8C8-55BD-5558-FFCF-EEDE7B05BD01}"/>
              </a:ext>
            </a:extLst>
          </p:cNvPr>
          <p:cNvSpPr txBox="1"/>
          <p:nvPr/>
        </p:nvSpPr>
        <p:spPr>
          <a:xfrm>
            <a:off x="296090" y="255098"/>
            <a:ext cx="11739155" cy="324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Overlaid Histogram (alpha controls the level of transparency)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fig2 &lt;-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data_1, x = ~col_1,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type = "histogram", alpha = 0.6, name = "Hist 1")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add_histogram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~col_2, name = "Hist 2")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layout(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barmode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"overlay")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fig2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498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E91067-A69A-845A-1B44-56646CDDEE71}"/>
              </a:ext>
            </a:extLst>
          </p:cNvPr>
          <p:cNvSpPr txBox="1"/>
          <p:nvPr/>
        </p:nvSpPr>
        <p:spPr>
          <a:xfrm>
            <a:off x="3048000" y="2388268"/>
            <a:ext cx="6096000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 Graphs with </a:t>
            </a:r>
            <a:r>
              <a:rPr lang="en-US" sz="5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Plotly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444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63B293-6A9A-AC95-C909-2EC3046FE25E}"/>
              </a:ext>
            </a:extLst>
          </p:cNvPr>
          <p:cNvSpPr txBox="1"/>
          <p:nvPr/>
        </p:nvSpPr>
        <p:spPr>
          <a:xfrm>
            <a:off x="3047999" y="753489"/>
            <a:ext cx="6096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data_2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D972F-6D62-B316-14DD-B0EF3575D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34" y="1852203"/>
            <a:ext cx="3438207" cy="405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48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8604FF-A125-F6A8-664A-57B792EB2E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534" y="2778035"/>
            <a:ext cx="6013077" cy="37562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DA93DC-FAEC-685D-DA73-88B2F77AD4E7}"/>
              </a:ext>
            </a:extLst>
          </p:cNvPr>
          <p:cNvSpPr txBox="1"/>
          <p:nvPr/>
        </p:nvSpPr>
        <p:spPr>
          <a:xfrm>
            <a:off x="496389" y="454339"/>
            <a:ext cx="11765280" cy="2616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Simple Bar Graph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fig3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data_2,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x = ~carb, y = ~N,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"bar")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5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fig3 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090551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670C38-A2BC-A73E-4507-8F4269E3D5F3}"/>
              </a:ext>
            </a:extLst>
          </p:cNvPr>
          <p:cNvSpPr txBox="1"/>
          <p:nvPr/>
        </p:nvSpPr>
        <p:spPr>
          <a:xfrm>
            <a:off x="400594" y="239286"/>
            <a:ext cx="12252960" cy="402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Changing colors in a Bar Graph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fig4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data_2,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x = ~factor(carb), y = ~N,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"bar",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marker = list(color = c("red", "blue", "black", 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marR="0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"purple", "green", "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hotpink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")))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layout(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xaxis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list(title = "Number of Carburetors"),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yaxis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list(title = "Count"))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fig4   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84BAF0-B737-8DFA-4574-4D14F2AC9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252" y="3738943"/>
            <a:ext cx="4796481" cy="294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4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785769-DFD5-163E-607B-9E5429B71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727" y="2722631"/>
            <a:ext cx="3132546" cy="14127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3FD719-3B57-7BD3-0791-68CC267ACF96}"/>
              </a:ext>
            </a:extLst>
          </p:cNvPr>
          <p:cNvSpPr txBox="1"/>
          <p:nvPr/>
        </p:nvSpPr>
        <p:spPr>
          <a:xfrm>
            <a:off x="3048000" y="1850767"/>
            <a:ext cx="6096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data_3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576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F8F96F-EC25-C71D-4D65-B7909CC346F8}"/>
              </a:ext>
            </a:extLst>
          </p:cNvPr>
          <p:cNvSpPr txBox="1"/>
          <p:nvPr/>
        </p:nvSpPr>
        <p:spPr>
          <a:xfrm>
            <a:off x="304799" y="366314"/>
            <a:ext cx="11138263" cy="402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00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Grouped Bar Graph</a:t>
            </a:r>
            <a:endParaRPr lang="en-US" sz="3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fig5 &lt;- </a:t>
            </a:r>
            <a:r>
              <a:rPr lang="en-US" sz="2500" kern="100" dirty="0" err="1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data_3, x = ~Animals, y = ~</a:t>
            </a:r>
            <a:r>
              <a:rPr lang="en-US" sz="2500" kern="100" dirty="0" err="1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OH_Zoo</a:t>
            </a: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5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"bar", name = "Ohio Zoo") %&gt;%</a:t>
            </a:r>
            <a:endParaRPr lang="en-US" sz="25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	   </a:t>
            </a:r>
            <a:r>
              <a:rPr lang="en-US" sz="2500" kern="100" dirty="0" err="1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add_trace</a:t>
            </a: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(y = ~</a:t>
            </a:r>
            <a:r>
              <a:rPr lang="en-US" sz="2500" kern="100" dirty="0" err="1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IL_Zoo</a:t>
            </a: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name = "Illinois Zoo") %&gt;%</a:t>
            </a:r>
            <a:endParaRPr lang="en-US" sz="25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   layout(</a:t>
            </a:r>
            <a:r>
              <a:rPr lang="en-US" sz="2500" kern="100" dirty="0" err="1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yaxis</a:t>
            </a: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list(title = "Count"), </a:t>
            </a:r>
            <a:endParaRPr lang="en-US" sz="25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lang="en-US" sz="2500" kern="100" dirty="0" err="1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barmode</a:t>
            </a: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"group")</a:t>
            </a:r>
            <a:endParaRPr lang="en-US" sz="25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fig5</a:t>
            </a:r>
            <a:endParaRPr lang="en-US" sz="25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F1D0D2-7522-3506-0D79-C8A68AB6D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898" y="3623320"/>
            <a:ext cx="5242303" cy="323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37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96B669-A6BE-D9BE-39E5-23ECDAE4D4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901" y="3429000"/>
            <a:ext cx="5247094" cy="33648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57443D-B433-BBF2-24B6-E1E6B92AA202}"/>
              </a:ext>
            </a:extLst>
          </p:cNvPr>
          <p:cNvSpPr txBox="1"/>
          <p:nvPr/>
        </p:nvSpPr>
        <p:spPr>
          <a:xfrm>
            <a:off x="269966" y="269699"/>
            <a:ext cx="11617234" cy="365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Stacked Bar Graph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fig6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data_3, x = ~Animals, y = ~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OH_Zoo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"bar", name = "Ohio Zoo")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	 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add_trace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(y = ~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IL_Zoo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name = "Illinois Zoo")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layout(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yaxis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list(title = "Count"),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barmode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"stack")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fig6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83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E91067-A69A-845A-1B44-56646CDDEE71}"/>
              </a:ext>
            </a:extLst>
          </p:cNvPr>
          <p:cNvSpPr txBox="1"/>
          <p:nvPr/>
        </p:nvSpPr>
        <p:spPr>
          <a:xfrm>
            <a:off x="3048000" y="2554017"/>
            <a:ext cx="6096000" cy="87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Boxplots with </a:t>
            </a:r>
            <a:r>
              <a:rPr lang="en-US" sz="5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Plotly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402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E1F460-97D9-6464-3ECC-52C317247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548" y="2038838"/>
            <a:ext cx="5395504" cy="36999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9A4090-B37D-1FDC-504B-FD40E9437180}"/>
              </a:ext>
            </a:extLst>
          </p:cNvPr>
          <p:cNvSpPr txBox="1"/>
          <p:nvPr/>
        </p:nvSpPr>
        <p:spPr>
          <a:xfrm>
            <a:off x="3048000" y="1119248"/>
            <a:ext cx="6096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data_1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60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632EFB-FF4E-8F21-5377-3FD77E7BE4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536" y="2401837"/>
            <a:ext cx="4477104" cy="37523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85BDE6-5DF1-C763-7591-EA0565753D61}"/>
              </a:ext>
            </a:extLst>
          </p:cNvPr>
          <p:cNvSpPr txBox="1"/>
          <p:nvPr/>
        </p:nvSpPr>
        <p:spPr>
          <a:xfrm>
            <a:off x="400594" y="703816"/>
            <a:ext cx="11399520" cy="211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Vertical Boxplot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fig7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data_1, y = ~col_1,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type = "box")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fig7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38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B1A673-0D5C-56BA-33A2-9997BF5642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538" y="2910023"/>
            <a:ext cx="5534434" cy="31075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C82C50-A7EA-E43C-49B8-E0E504619AE5}"/>
              </a:ext>
            </a:extLst>
          </p:cNvPr>
          <p:cNvSpPr txBox="1"/>
          <p:nvPr/>
        </p:nvSpPr>
        <p:spPr>
          <a:xfrm>
            <a:off x="531223" y="380041"/>
            <a:ext cx="11399520" cy="211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Horizontal Boxplot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fig8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data_1, x = ~col_1,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type = "box")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fig8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432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AE7D4D-79C1-369B-9F5E-D147023EFA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643" y="3117669"/>
            <a:ext cx="5434883" cy="3139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7577D6-8959-16F6-6E61-F8A12604968E}"/>
              </a:ext>
            </a:extLst>
          </p:cNvPr>
          <p:cNvSpPr txBox="1"/>
          <p:nvPr/>
        </p:nvSpPr>
        <p:spPr>
          <a:xfrm>
            <a:off x="444138" y="285750"/>
            <a:ext cx="11443062" cy="2624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Multiple Boxplots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fig9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data_1, y = ~col_1,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type = "box", name = "Column 1")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add_trace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(y = ~col_2, name = "Column 2")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fig9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102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924F51-B664-7013-64E7-6F5AE792C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761" y="2107475"/>
            <a:ext cx="8081554" cy="36552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FC606A-94B9-921F-AA0B-333BA10A49DC}"/>
              </a:ext>
            </a:extLst>
          </p:cNvPr>
          <p:cNvSpPr txBox="1"/>
          <p:nvPr/>
        </p:nvSpPr>
        <p:spPr>
          <a:xfrm>
            <a:off x="3048000" y="1215042"/>
            <a:ext cx="6096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diamonds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33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6EC7AD-71C6-58B9-7D98-1065E92D9A12}"/>
              </a:ext>
            </a:extLst>
          </p:cNvPr>
          <p:cNvSpPr txBox="1"/>
          <p:nvPr/>
        </p:nvSpPr>
        <p:spPr>
          <a:xfrm>
            <a:off x="836023" y="654947"/>
            <a:ext cx="971876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Multiple Boxplots by Categorical Variable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9E95B-DC87-7EC6-FBA2-20EADA550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296" y="3132256"/>
            <a:ext cx="5912484" cy="35276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63CE2E-7366-799D-B84D-72E59C019BC1}"/>
              </a:ext>
            </a:extLst>
          </p:cNvPr>
          <p:cNvSpPr txBox="1"/>
          <p:nvPr/>
        </p:nvSpPr>
        <p:spPr>
          <a:xfrm>
            <a:off x="836022" y="1816956"/>
            <a:ext cx="11268891" cy="151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fig10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plot_ly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 = diamonds,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y = ~price, color = ~cut, type = "box")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fig10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658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8922B-CDCE-5D57-34E7-F350A8F5EA99}"/>
              </a:ext>
            </a:extLst>
          </p:cNvPr>
          <p:cNvSpPr txBox="1"/>
          <p:nvPr/>
        </p:nvSpPr>
        <p:spPr>
          <a:xfrm>
            <a:off x="2569028" y="2242654"/>
            <a:ext cx="7053943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 Tables with </a:t>
            </a:r>
            <a:r>
              <a:rPr lang="en-US" sz="5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Datatable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053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438976-47BA-12AD-B4B3-05FF72A0E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162" y="1576253"/>
            <a:ext cx="5061676" cy="25989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D73DD4-65BA-B05B-6528-8FEE82DC4FF7}"/>
              </a:ext>
            </a:extLst>
          </p:cNvPr>
          <p:cNvSpPr txBox="1"/>
          <p:nvPr/>
        </p:nvSpPr>
        <p:spPr>
          <a:xfrm>
            <a:off x="811893" y="4516416"/>
            <a:ext cx="10787924" cy="1270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data("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babynames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Beatles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babynames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filter(name %in% c("John", "Paul", "George", "Ringo") &amp; sex == "M")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EB717-31ED-74DD-4493-09AB705E5891}"/>
              </a:ext>
            </a:extLst>
          </p:cNvPr>
          <p:cNvSpPr txBox="1"/>
          <p:nvPr/>
        </p:nvSpPr>
        <p:spPr>
          <a:xfrm>
            <a:off x="3048000" y="843681"/>
            <a:ext cx="6096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Dataframe</a:t>
            </a: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Beatles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81902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E0F09E-AC54-D8EB-54FF-518C19C49E25}"/>
              </a:ext>
            </a:extLst>
          </p:cNvPr>
          <p:cNvSpPr txBox="1"/>
          <p:nvPr/>
        </p:nvSpPr>
        <p:spPr>
          <a:xfrm>
            <a:off x="209006" y="465470"/>
            <a:ext cx="11852365" cy="2278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this section, an interactive table is generated using the DT package. With the function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datatable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 will turn a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into an interactive table.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interactive_table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datatable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(Beatles, options = list(</a:t>
            </a: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pageLength</a:t>
            </a:r>
            <a:r>
              <a:rPr lang="en-US" sz="2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10))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interactive_table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67852-F818-2433-12F9-9502CF9B5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685" y="2887892"/>
            <a:ext cx="5913120" cy="363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58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50B81B-8082-153A-3D46-2B776A91997A}"/>
              </a:ext>
            </a:extLst>
          </p:cNvPr>
          <p:cNvSpPr txBox="1"/>
          <p:nvPr/>
        </p:nvSpPr>
        <p:spPr>
          <a:xfrm>
            <a:off x="3048000" y="2826127"/>
            <a:ext cx="6096000" cy="87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Dygraph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749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4ADFDA-9583-06C7-1FFA-F9980425BAAC}"/>
              </a:ext>
            </a:extLst>
          </p:cNvPr>
          <p:cNvSpPr txBox="1"/>
          <p:nvPr/>
        </p:nvSpPr>
        <p:spPr>
          <a:xfrm>
            <a:off x="209006" y="513676"/>
            <a:ext cx="12070079" cy="305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fig11 &lt;- Beatles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select(year, name, prop)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pivot_wider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names_from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name,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values_from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prop)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dygraph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(main = "Popularity of Beatles names over time")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dyRangeSelector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dateWindow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c("1900", "1980"))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fig11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3C2004-9480-BDD7-9BE1-5FDB48A65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770" y="3215545"/>
            <a:ext cx="5505223" cy="35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72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47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786</Words>
  <Application>Microsoft Office PowerPoint</Application>
  <PresentationFormat>Widescreen</PresentationFormat>
  <Paragraphs>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2</cp:revision>
  <dcterms:created xsi:type="dcterms:W3CDTF">2024-10-21T04:45:40Z</dcterms:created>
  <dcterms:modified xsi:type="dcterms:W3CDTF">2024-11-25T02:56:40Z</dcterms:modified>
</cp:coreProperties>
</file>