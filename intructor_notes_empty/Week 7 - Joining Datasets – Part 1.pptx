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2" r:id="rId3"/>
    <p:sldId id="363" r:id="rId4"/>
    <p:sldId id="364" r:id="rId5"/>
    <p:sldId id="311" r:id="rId6"/>
    <p:sldId id="347" r:id="rId7"/>
    <p:sldId id="352" r:id="rId8"/>
    <p:sldId id="365" r:id="rId9"/>
    <p:sldId id="366" r:id="rId10"/>
    <p:sldId id="329" r:id="rId11"/>
    <p:sldId id="367" r:id="rId12"/>
    <p:sldId id="368" r:id="rId13"/>
    <p:sldId id="369" r:id="rId14"/>
    <p:sldId id="3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EF3AA-33AD-492F-9989-11440E5A1A15}" v="8" dt="2024-10-09T04:52:35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B3E3B95D-E21C-4411-BB17-80F00E8BE5CB}"/>
    <pc:docChg chg="custSel addSld delSld modSld">
      <pc:chgData name="Abdalla Mukhaimer, Widad" userId="eed79641-8d75-4c66-a669-438ad56aff06" providerId="ADAL" clId="{B3E3B95D-E21C-4411-BB17-80F00E8BE5CB}" dt="2024-09-04T01:05:04.617" v="230" actId="114"/>
      <pc:docMkLst>
        <pc:docMk/>
      </pc:docMkLst>
      <pc:sldChg chg="modSp mod">
        <pc:chgData name="Abdalla Mukhaimer, Widad" userId="eed79641-8d75-4c66-a669-438ad56aff06" providerId="ADAL" clId="{B3E3B95D-E21C-4411-BB17-80F00E8BE5CB}" dt="2024-09-04T00:47:25.381" v="1" actId="20577"/>
        <pc:sldMkLst>
          <pc:docMk/>
          <pc:sldMk cId="2107717852" sldId="256"/>
        </pc:sldMkLst>
        <pc:spChg chg="mod">
          <ac:chgData name="Abdalla Mukhaimer, Widad" userId="eed79641-8d75-4c66-a669-438ad56aff06" providerId="ADAL" clId="{B3E3B95D-E21C-4411-BB17-80F00E8BE5CB}" dt="2024-09-04T00:47:25.381" v="1" actId="20577"/>
          <ac:spMkLst>
            <pc:docMk/>
            <pc:sldMk cId="2107717852" sldId="256"/>
            <ac:spMk id="5" creationId="{8ADE3B64-432C-802E-F8EF-A9F7B0F3A1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83076080" sldId="257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2112075" sldId="258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633779932" sldId="25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349702556" sldId="260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70758460" sldId="26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631655099" sldId="262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892628154" sldId="263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493097616" sldId="264"/>
        </pc:sldMkLst>
      </pc:sldChg>
      <pc:sldChg chg="modSp mod">
        <pc:chgData name="Abdalla Mukhaimer, Widad" userId="eed79641-8d75-4c66-a669-438ad56aff06" providerId="ADAL" clId="{B3E3B95D-E21C-4411-BB17-80F00E8BE5CB}" dt="2024-09-04T00:54:50.011" v="93" actId="1076"/>
        <pc:sldMkLst>
          <pc:docMk/>
          <pc:sldMk cId="4067003934" sldId="265"/>
        </pc:sldMkLst>
        <pc:spChg chg="mod">
          <ac:chgData name="Abdalla Mukhaimer, Widad" userId="eed79641-8d75-4c66-a669-438ad56aff06" providerId="ADAL" clId="{B3E3B95D-E21C-4411-BB17-80F00E8BE5CB}" dt="2024-09-04T00:54:50.011" v="93" actId="1076"/>
          <ac:spMkLst>
            <pc:docMk/>
            <pc:sldMk cId="4067003934" sldId="265"/>
            <ac:spMk id="3" creationId="{046FE5AC-2EA7-8544-2768-C474F30BB943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0:55:32.892" v="100" actId="20577"/>
        <pc:sldMkLst>
          <pc:docMk/>
          <pc:sldMk cId="2447683089" sldId="266"/>
        </pc:sldMkLst>
        <pc:spChg chg="add mod">
          <ac:chgData name="Abdalla Mukhaimer, Widad" userId="eed79641-8d75-4c66-a669-438ad56aff06" providerId="ADAL" clId="{B3E3B95D-E21C-4411-BB17-80F00E8BE5CB}" dt="2024-09-04T00:55:32.892" v="100" actId="20577"/>
          <ac:spMkLst>
            <pc:docMk/>
            <pc:sldMk cId="2447683089" sldId="266"/>
            <ac:spMk id="3" creationId="{04628E53-F387-D335-E221-A5421145479B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505215913" sldId="266"/>
        </pc:sldMkLst>
      </pc:sldChg>
      <pc:sldChg chg="addSp modSp add mod">
        <pc:chgData name="Abdalla Mukhaimer, Widad" userId="eed79641-8d75-4c66-a669-438ad56aff06" providerId="ADAL" clId="{B3E3B95D-E21C-4411-BB17-80F00E8BE5CB}" dt="2024-09-04T00:56:10.091" v="107" actId="1076"/>
        <pc:sldMkLst>
          <pc:docMk/>
          <pc:sldMk cId="1016122106" sldId="267"/>
        </pc:sldMkLst>
        <pc:spChg chg="add mod">
          <ac:chgData name="Abdalla Mukhaimer, Widad" userId="eed79641-8d75-4c66-a669-438ad56aff06" providerId="ADAL" clId="{B3E3B95D-E21C-4411-BB17-80F00E8BE5CB}" dt="2024-09-04T00:56:10.091" v="107" actId="1076"/>
          <ac:spMkLst>
            <pc:docMk/>
            <pc:sldMk cId="1016122106" sldId="267"/>
            <ac:spMk id="3" creationId="{F4819C46-36FE-C514-2BA2-629FA0E3E2B7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24.079" v="111" actId="20577"/>
        <pc:sldMkLst>
          <pc:docMk/>
          <pc:sldMk cId="2890642587" sldId="268"/>
        </pc:sldMkLst>
        <pc:spChg chg="add mod">
          <ac:chgData name="Abdalla Mukhaimer, Widad" userId="eed79641-8d75-4c66-a669-438ad56aff06" providerId="ADAL" clId="{B3E3B95D-E21C-4411-BB17-80F00E8BE5CB}" dt="2024-09-04T00:56:24.079" v="111" actId="20577"/>
          <ac:spMkLst>
            <pc:docMk/>
            <pc:sldMk cId="2890642587" sldId="268"/>
            <ac:spMk id="3" creationId="{EB902E64-E92A-8E05-8112-10AF0BDBA4AE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6:49.019" v="117" actId="1076"/>
        <pc:sldMkLst>
          <pc:docMk/>
          <pc:sldMk cId="3745111227" sldId="269"/>
        </pc:sldMkLst>
        <pc:spChg chg="add mod">
          <ac:chgData name="Abdalla Mukhaimer, Widad" userId="eed79641-8d75-4c66-a669-438ad56aff06" providerId="ADAL" clId="{B3E3B95D-E21C-4411-BB17-80F00E8BE5CB}" dt="2024-09-04T00:56:49.019" v="117" actId="1076"/>
          <ac:spMkLst>
            <pc:docMk/>
            <pc:sldMk cId="3745111227" sldId="269"/>
            <ac:spMk id="3" creationId="{0584EB0D-F2E1-FA37-6085-23A2642F720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8:43.306" v="144" actId="1076"/>
        <pc:sldMkLst>
          <pc:docMk/>
          <pc:sldMk cId="3554967400" sldId="270"/>
        </pc:sldMkLst>
        <pc:spChg chg="add mod">
          <ac:chgData name="Abdalla Mukhaimer, Widad" userId="eed79641-8d75-4c66-a669-438ad56aff06" providerId="ADAL" clId="{B3E3B95D-E21C-4411-BB17-80F00E8BE5CB}" dt="2024-09-04T00:58:43.306" v="144" actId="1076"/>
          <ac:spMkLst>
            <pc:docMk/>
            <pc:sldMk cId="3554967400" sldId="270"/>
            <ac:spMk id="3" creationId="{DA6859F6-AF1F-2327-61B9-01F171FA7D42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0:57:11.559" v="122" actId="1076"/>
        <pc:sldMkLst>
          <pc:docMk/>
          <pc:sldMk cId="554581324" sldId="271"/>
        </pc:sldMkLst>
        <pc:spChg chg="add mod">
          <ac:chgData name="Abdalla Mukhaimer, Widad" userId="eed79641-8d75-4c66-a669-438ad56aff06" providerId="ADAL" clId="{B3E3B95D-E21C-4411-BB17-80F00E8BE5CB}" dt="2024-09-04T00:57:11.559" v="122" actId="1076"/>
          <ac:spMkLst>
            <pc:docMk/>
            <pc:sldMk cId="554581324" sldId="271"/>
            <ac:spMk id="3" creationId="{CBBCE30B-FF39-474D-F56B-EA07C97DE3AC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509982811" sldId="271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2367738858" sldId="272"/>
        </pc:sldMkLst>
      </pc:sldChg>
      <pc:sldChg chg="addSp modSp add mod">
        <pc:chgData name="Abdalla Mukhaimer, Widad" userId="eed79641-8d75-4c66-a669-438ad56aff06" providerId="ADAL" clId="{B3E3B95D-E21C-4411-BB17-80F00E8BE5CB}" dt="2024-09-04T00:57:22.892" v="126" actId="14100"/>
        <pc:sldMkLst>
          <pc:docMk/>
          <pc:sldMk cId="4118345050" sldId="272"/>
        </pc:sldMkLst>
        <pc:picChg chg="add mod">
          <ac:chgData name="Abdalla Mukhaimer, Widad" userId="eed79641-8d75-4c66-a669-438ad56aff06" providerId="ADAL" clId="{B3E3B95D-E21C-4411-BB17-80F00E8BE5CB}" dt="2024-09-04T00:57:22.892" v="126" actId="14100"/>
          <ac:picMkLst>
            <pc:docMk/>
            <pc:sldMk cId="4118345050" sldId="272"/>
            <ac:picMk id="3" creationId="{D101EC6E-266E-047E-028F-DC6F366BFEA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057073083" sldId="273"/>
        </pc:sldMkLst>
      </pc:sldChg>
      <pc:sldChg chg="addSp modSp add mod">
        <pc:chgData name="Abdalla Mukhaimer, Widad" userId="eed79641-8d75-4c66-a669-438ad56aff06" providerId="ADAL" clId="{B3E3B95D-E21C-4411-BB17-80F00E8BE5CB}" dt="2024-09-04T00:58:06.309" v="133" actId="1076"/>
        <pc:sldMkLst>
          <pc:docMk/>
          <pc:sldMk cId="1962175857" sldId="273"/>
        </pc:sldMkLst>
        <pc:spChg chg="add mod">
          <ac:chgData name="Abdalla Mukhaimer, Widad" userId="eed79641-8d75-4c66-a669-438ad56aff06" providerId="ADAL" clId="{B3E3B95D-E21C-4411-BB17-80F00E8BE5CB}" dt="2024-09-04T00:58:06.309" v="133" actId="1076"/>
          <ac:spMkLst>
            <pc:docMk/>
            <pc:sldMk cId="1962175857" sldId="273"/>
            <ac:spMk id="3" creationId="{17B42110-B279-C486-4D43-21C51E132D19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124954933" sldId="274"/>
        </pc:sldMkLst>
      </pc:sldChg>
      <pc:sldChg chg="addSp modSp add mod">
        <pc:chgData name="Abdalla Mukhaimer, Widad" userId="eed79641-8d75-4c66-a669-438ad56aff06" providerId="ADAL" clId="{B3E3B95D-E21C-4411-BB17-80F00E8BE5CB}" dt="2024-09-04T00:59:35.440" v="158" actId="1076"/>
        <pc:sldMkLst>
          <pc:docMk/>
          <pc:sldMk cId="4029866266" sldId="274"/>
        </pc:sldMkLst>
        <pc:spChg chg="add mod">
          <ac:chgData name="Abdalla Mukhaimer, Widad" userId="eed79641-8d75-4c66-a669-438ad56aff06" providerId="ADAL" clId="{B3E3B95D-E21C-4411-BB17-80F00E8BE5CB}" dt="2024-09-04T00:51:06.381" v="40"/>
          <ac:spMkLst>
            <pc:docMk/>
            <pc:sldMk cId="4029866266" sldId="274"/>
            <ac:spMk id="3" creationId="{581B5626-64A2-F245-FE6A-CAAFF9A375A5}"/>
          </ac:spMkLst>
        </pc:spChg>
        <pc:spChg chg="add mod">
          <ac:chgData name="Abdalla Mukhaimer, Widad" userId="eed79641-8d75-4c66-a669-438ad56aff06" providerId="ADAL" clId="{B3E3B95D-E21C-4411-BB17-80F00E8BE5CB}" dt="2024-09-04T00:59:29.547" v="154" actId="20577"/>
          <ac:spMkLst>
            <pc:docMk/>
            <pc:sldMk cId="4029866266" sldId="274"/>
            <ac:spMk id="5" creationId="{54DFD19E-6846-89A4-559D-BA57F0DF5F81}"/>
          </ac:spMkLst>
        </pc:spChg>
        <pc:graphicFrameChg chg="add mod">
          <ac:chgData name="Abdalla Mukhaimer, Widad" userId="eed79641-8d75-4c66-a669-438ad56aff06" providerId="ADAL" clId="{B3E3B95D-E21C-4411-BB17-80F00E8BE5CB}" dt="2024-09-04T00:51:04.824" v="39"/>
          <ac:graphicFrameMkLst>
            <pc:docMk/>
            <pc:sldMk cId="4029866266" sldId="274"/>
            <ac:graphicFrameMk id="2" creationId="{4DAC7A47-4132-2ABA-A670-0FE3DF2D043F}"/>
          </ac:graphicFrameMkLst>
        </pc:graphicFrameChg>
        <pc:picChg chg="add mod">
          <ac:chgData name="Abdalla Mukhaimer, Widad" userId="eed79641-8d75-4c66-a669-438ad56aff06" providerId="ADAL" clId="{B3E3B95D-E21C-4411-BB17-80F00E8BE5CB}" dt="2024-09-04T00:59:35.440" v="158" actId="1076"/>
          <ac:picMkLst>
            <pc:docMk/>
            <pc:sldMk cId="4029866266" sldId="274"/>
            <ac:picMk id="7" creationId="{9369C18E-2017-0455-4A12-5C62D792C072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63350564" sldId="275"/>
        </pc:sldMkLst>
      </pc:sldChg>
      <pc:sldChg chg="addSp modSp add mod">
        <pc:chgData name="Abdalla Mukhaimer, Widad" userId="eed79641-8d75-4c66-a669-438ad56aff06" providerId="ADAL" clId="{B3E3B95D-E21C-4411-BB17-80F00E8BE5CB}" dt="2024-09-04T01:00:29.152" v="178" actId="20577"/>
        <pc:sldMkLst>
          <pc:docMk/>
          <pc:sldMk cId="3154682062" sldId="275"/>
        </pc:sldMkLst>
        <pc:spChg chg="add mod">
          <ac:chgData name="Abdalla Mukhaimer, Widad" userId="eed79641-8d75-4c66-a669-438ad56aff06" providerId="ADAL" clId="{B3E3B95D-E21C-4411-BB17-80F00E8BE5CB}" dt="2024-09-04T01:00:29.152" v="178" actId="20577"/>
          <ac:spMkLst>
            <pc:docMk/>
            <pc:sldMk cId="3154682062" sldId="275"/>
            <ac:spMk id="3" creationId="{C2E063A1-E7D6-FC06-4774-8A742BA739F9}"/>
          </ac:spMkLst>
        </pc:spChg>
        <pc:picChg chg="add mod">
          <ac:chgData name="Abdalla Mukhaimer, Widad" userId="eed79641-8d75-4c66-a669-438ad56aff06" providerId="ADAL" clId="{B3E3B95D-E21C-4411-BB17-80F00E8BE5CB}" dt="2024-09-04T01:00:27.231" v="177" actId="1076"/>
          <ac:picMkLst>
            <pc:docMk/>
            <pc:sldMk cId="3154682062" sldId="275"/>
            <ac:picMk id="5" creationId="{CED03651-B2BA-D2F9-EE99-19899E46D9BA}"/>
          </ac:picMkLst>
        </pc:pic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263689349" sldId="276"/>
        </pc:sldMkLst>
      </pc:sldChg>
      <pc:sldChg chg="addSp modSp add mod">
        <pc:chgData name="Abdalla Mukhaimer, Widad" userId="eed79641-8d75-4c66-a669-438ad56aff06" providerId="ADAL" clId="{B3E3B95D-E21C-4411-BB17-80F00E8BE5CB}" dt="2024-09-04T01:05:04.617" v="230" actId="114"/>
        <pc:sldMkLst>
          <pc:docMk/>
          <pc:sldMk cId="2924833964" sldId="276"/>
        </pc:sldMkLst>
        <pc:spChg chg="add mod">
          <ac:chgData name="Abdalla Mukhaimer, Widad" userId="eed79641-8d75-4c66-a669-438ad56aff06" providerId="ADAL" clId="{B3E3B95D-E21C-4411-BB17-80F00E8BE5CB}" dt="2024-09-04T01:05:04.617" v="230" actId="114"/>
          <ac:spMkLst>
            <pc:docMk/>
            <pc:sldMk cId="2924833964" sldId="276"/>
            <ac:spMk id="3" creationId="{06D29E79-C041-C24B-4240-3E9C521303B3}"/>
          </ac:spMkLst>
        </pc:spChg>
      </pc:sldChg>
      <pc:sldChg chg="del">
        <pc:chgData name="Abdalla Mukhaimer, Widad" userId="eed79641-8d75-4c66-a669-438ad56aff06" providerId="ADAL" clId="{B3E3B95D-E21C-4411-BB17-80F00E8BE5CB}" dt="2024-09-04T00:48:00.949" v="17" actId="47"/>
        <pc:sldMkLst>
          <pc:docMk/>
          <pc:sldMk cId="1042248246" sldId="277"/>
        </pc:sldMkLst>
      </pc:sldChg>
      <pc:sldChg chg="addSp modSp add mod">
        <pc:chgData name="Abdalla Mukhaimer, Widad" userId="eed79641-8d75-4c66-a669-438ad56aff06" providerId="ADAL" clId="{B3E3B95D-E21C-4411-BB17-80F00E8BE5CB}" dt="2024-09-04T01:01:20.997" v="191" actId="20577"/>
        <pc:sldMkLst>
          <pc:docMk/>
          <pc:sldMk cId="2995701745" sldId="277"/>
        </pc:sldMkLst>
        <pc:spChg chg="add mod">
          <ac:chgData name="Abdalla Mukhaimer, Widad" userId="eed79641-8d75-4c66-a669-438ad56aff06" providerId="ADAL" clId="{B3E3B95D-E21C-4411-BB17-80F00E8BE5CB}" dt="2024-09-04T01:01:20.997" v="191" actId="20577"/>
          <ac:spMkLst>
            <pc:docMk/>
            <pc:sldMk cId="2995701745" sldId="277"/>
            <ac:spMk id="3" creationId="{A1D66702-E7CB-EE38-0E2D-45224CB7D5DE}"/>
          </ac:spMkLst>
        </pc:spChg>
      </pc:sldChg>
      <pc:sldChg chg="addSp modSp new mod">
        <pc:chgData name="Abdalla Mukhaimer, Widad" userId="eed79641-8d75-4c66-a669-438ad56aff06" providerId="ADAL" clId="{B3E3B95D-E21C-4411-BB17-80F00E8BE5CB}" dt="2024-09-04T01:02:07.891" v="200" actId="20577"/>
        <pc:sldMkLst>
          <pc:docMk/>
          <pc:sldMk cId="1385072485" sldId="278"/>
        </pc:sldMkLst>
        <pc:spChg chg="add mod">
          <ac:chgData name="Abdalla Mukhaimer, Widad" userId="eed79641-8d75-4c66-a669-438ad56aff06" providerId="ADAL" clId="{B3E3B95D-E21C-4411-BB17-80F00E8BE5CB}" dt="2024-09-04T01:02:07.891" v="200" actId="20577"/>
          <ac:spMkLst>
            <pc:docMk/>
            <pc:sldMk cId="1385072485" sldId="278"/>
            <ac:spMk id="3" creationId="{085131DE-0561-5BA2-A934-1C742528A918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780270585" sldId="278"/>
        </pc:sldMkLst>
      </pc:sldChg>
      <pc:sldChg chg="addSp modSp add mod">
        <pc:chgData name="Abdalla Mukhaimer, Widad" userId="eed79641-8d75-4c66-a669-438ad56aff06" providerId="ADAL" clId="{B3E3B95D-E21C-4411-BB17-80F00E8BE5CB}" dt="2024-09-04T01:02:45.204" v="206" actId="1076"/>
        <pc:sldMkLst>
          <pc:docMk/>
          <pc:sldMk cId="3168257986" sldId="279"/>
        </pc:sldMkLst>
        <pc:spChg chg="add mod">
          <ac:chgData name="Abdalla Mukhaimer, Widad" userId="eed79641-8d75-4c66-a669-438ad56aff06" providerId="ADAL" clId="{B3E3B95D-E21C-4411-BB17-80F00E8BE5CB}" dt="2024-09-04T01:02:45.204" v="206" actId="1076"/>
          <ac:spMkLst>
            <pc:docMk/>
            <pc:sldMk cId="3168257986" sldId="279"/>
            <ac:spMk id="3" creationId="{21F13B50-D8AC-3BE6-2BD0-4CD2B67939CE}"/>
          </ac:spMkLst>
        </pc:sp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3210071347" sldId="279"/>
        </pc:sldMkLst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1519145651" sldId="280"/>
        </pc:sldMkLst>
      </pc:sldChg>
      <pc:sldChg chg="addSp modSp add mod">
        <pc:chgData name="Abdalla Mukhaimer, Widad" userId="eed79641-8d75-4c66-a669-438ad56aff06" providerId="ADAL" clId="{B3E3B95D-E21C-4411-BB17-80F00E8BE5CB}" dt="2024-09-04T01:03:04.713" v="212" actId="1076"/>
        <pc:sldMkLst>
          <pc:docMk/>
          <pc:sldMk cId="3277280875" sldId="280"/>
        </pc:sldMkLst>
        <pc:spChg chg="add mod">
          <ac:chgData name="Abdalla Mukhaimer, Widad" userId="eed79641-8d75-4c66-a669-438ad56aff06" providerId="ADAL" clId="{B3E3B95D-E21C-4411-BB17-80F00E8BE5CB}" dt="2024-09-04T01:03:04.713" v="212" actId="1076"/>
          <ac:spMkLst>
            <pc:docMk/>
            <pc:sldMk cId="3277280875" sldId="280"/>
            <ac:spMk id="3" creationId="{E8AF3420-1C5D-A340-BA25-57190B832806}"/>
          </ac:spMkLst>
        </pc:spChg>
      </pc:sldChg>
      <pc:sldChg chg="addSp modSp add mod">
        <pc:chgData name="Abdalla Mukhaimer, Widad" userId="eed79641-8d75-4c66-a669-438ad56aff06" providerId="ADAL" clId="{B3E3B95D-E21C-4411-BB17-80F00E8BE5CB}" dt="2024-09-04T01:04:06.567" v="228" actId="1076"/>
        <pc:sldMkLst>
          <pc:docMk/>
          <pc:sldMk cId="1283477161" sldId="281"/>
        </pc:sldMkLst>
        <pc:spChg chg="add">
          <ac:chgData name="Abdalla Mukhaimer, Widad" userId="eed79641-8d75-4c66-a669-438ad56aff06" providerId="ADAL" clId="{B3E3B95D-E21C-4411-BB17-80F00E8BE5CB}" dt="2024-09-04T00:53:17.794" v="81"/>
          <ac:spMkLst>
            <pc:docMk/>
            <pc:sldMk cId="1283477161" sldId="281"/>
            <ac:spMk id="2" creationId="{7CD8F410-570B-F2FD-F2DF-07ADC72A6798}"/>
          </ac:spMkLst>
        </pc:spChg>
        <pc:spChg chg="add mod">
          <ac:chgData name="Abdalla Mukhaimer, Widad" userId="eed79641-8d75-4c66-a669-438ad56aff06" providerId="ADAL" clId="{B3E3B95D-E21C-4411-BB17-80F00E8BE5CB}" dt="2024-09-04T01:03:39.062" v="223" actId="15"/>
          <ac:spMkLst>
            <pc:docMk/>
            <pc:sldMk cId="1283477161" sldId="281"/>
            <ac:spMk id="3" creationId="{F37E1351-52CE-1CC1-4A6F-DC3092EB32C2}"/>
          </ac:spMkLst>
        </pc:spChg>
        <pc:picChg chg="add mod">
          <ac:chgData name="Abdalla Mukhaimer, Widad" userId="eed79641-8d75-4c66-a669-438ad56aff06" providerId="ADAL" clId="{B3E3B95D-E21C-4411-BB17-80F00E8BE5CB}" dt="2024-09-04T01:04:06.567" v="228" actId="1076"/>
          <ac:picMkLst>
            <pc:docMk/>
            <pc:sldMk cId="1283477161" sldId="281"/>
            <ac:picMk id="5" creationId="{E901C9CF-8C56-8317-FFE1-48C80E592736}"/>
          </ac:picMkLst>
        </pc:picChg>
      </pc:sldChg>
      <pc:sldChg chg="del">
        <pc:chgData name="Abdalla Mukhaimer, Widad" userId="eed79641-8d75-4c66-a669-438ad56aff06" providerId="ADAL" clId="{B3E3B95D-E21C-4411-BB17-80F00E8BE5CB}" dt="2024-09-04T00:47:42.840" v="2" actId="47"/>
        <pc:sldMkLst>
          <pc:docMk/>
          <pc:sldMk cId="4087888029" sldId="281"/>
        </pc:sldMkLst>
      </pc:sldChg>
      <pc:sldChg chg="add del">
        <pc:chgData name="Abdalla Mukhaimer, Widad" userId="eed79641-8d75-4c66-a669-438ad56aff06" providerId="ADAL" clId="{B3E3B95D-E21C-4411-BB17-80F00E8BE5CB}" dt="2024-09-04T00:53:50.221" v="86" actId="47"/>
        <pc:sldMkLst>
          <pc:docMk/>
          <pc:sldMk cId="1156240079" sldId="282"/>
        </pc:sldMkLst>
      </pc:sldChg>
      <pc:sldChg chg="modSp add mod">
        <pc:chgData name="Abdalla Mukhaimer, Widad" userId="eed79641-8d75-4c66-a669-438ad56aff06" providerId="ADAL" clId="{B3E3B95D-E21C-4411-BB17-80F00E8BE5CB}" dt="2024-09-04T00:55:39.596" v="102" actId="1076"/>
        <pc:sldMkLst>
          <pc:docMk/>
          <pc:sldMk cId="3308334322" sldId="282"/>
        </pc:sldMkLst>
        <pc:spChg chg="mod">
          <ac:chgData name="Abdalla Mukhaimer, Widad" userId="eed79641-8d75-4c66-a669-438ad56aff06" providerId="ADAL" clId="{B3E3B95D-E21C-4411-BB17-80F00E8BE5CB}" dt="2024-09-04T00:55:39.596" v="102" actId="1076"/>
          <ac:spMkLst>
            <pc:docMk/>
            <pc:sldMk cId="3308334322" sldId="282"/>
            <ac:spMk id="3" creationId="{04628E53-F387-D335-E221-A5421145479B}"/>
          </ac:spMkLst>
        </pc:spChg>
      </pc:sldChg>
      <pc:sldChg chg="modSp add mod">
        <pc:chgData name="Abdalla Mukhaimer, Widad" userId="eed79641-8d75-4c66-a669-438ad56aff06" providerId="ADAL" clId="{B3E3B95D-E21C-4411-BB17-80F00E8BE5CB}" dt="2024-09-04T01:00:04.166" v="166" actId="20577"/>
        <pc:sldMkLst>
          <pc:docMk/>
          <pc:sldMk cId="3086146959" sldId="283"/>
        </pc:sldMkLst>
        <pc:spChg chg="mod">
          <ac:chgData name="Abdalla Mukhaimer, Widad" userId="eed79641-8d75-4c66-a669-438ad56aff06" providerId="ADAL" clId="{B3E3B95D-E21C-4411-BB17-80F00E8BE5CB}" dt="2024-09-04T01:00:04.166" v="166" actId="20577"/>
          <ac:spMkLst>
            <pc:docMk/>
            <pc:sldMk cId="3086146959" sldId="283"/>
            <ac:spMk id="5" creationId="{54DFD19E-6846-89A4-559D-BA57F0DF5F81}"/>
          </ac:spMkLst>
        </pc:spChg>
        <pc:picChg chg="mod">
          <ac:chgData name="Abdalla Mukhaimer, Widad" userId="eed79641-8d75-4c66-a669-438ad56aff06" providerId="ADAL" clId="{B3E3B95D-E21C-4411-BB17-80F00E8BE5CB}" dt="2024-09-04T01:00:01.511" v="165" actId="1076"/>
          <ac:picMkLst>
            <pc:docMk/>
            <pc:sldMk cId="3086146959" sldId="283"/>
            <ac:picMk id="7" creationId="{9369C18E-2017-0455-4A12-5C62D792C072}"/>
          </ac:picMkLst>
        </pc:picChg>
      </pc:sldChg>
      <pc:sldChg chg="add del">
        <pc:chgData name="Abdalla Mukhaimer, Widad" userId="eed79641-8d75-4c66-a669-438ad56aff06" providerId="ADAL" clId="{B3E3B95D-E21C-4411-BB17-80F00E8BE5CB}" dt="2024-09-04T00:53:51.304" v="87" actId="47"/>
        <pc:sldMkLst>
          <pc:docMk/>
          <pc:sldMk cId="4266823928" sldId="283"/>
        </pc:sldMkLst>
      </pc:sldChg>
    </pc:docChg>
  </pc:docChgLst>
  <pc:docChgLst>
    <pc:chgData name="Abdalla Mukhaimer, Widad" userId="eed79641-8d75-4c66-a669-438ad56aff06" providerId="ADAL" clId="{B59EF3AA-33AD-492F-9989-11440E5A1A15}"/>
    <pc:docChg chg="undo custSel addSld delSld modSld">
      <pc:chgData name="Abdalla Mukhaimer, Widad" userId="eed79641-8d75-4c66-a669-438ad56aff06" providerId="ADAL" clId="{B59EF3AA-33AD-492F-9989-11440E5A1A15}" dt="2024-10-09T04:54:23.156" v="150" actId="1076"/>
      <pc:docMkLst>
        <pc:docMk/>
      </pc:docMkLst>
      <pc:sldChg chg="modSp mod">
        <pc:chgData name="Abdalla Mukhaimer, Widad" userId="eed79641-8d75-4c66-a669-438ad56aff06" providerId="ADAL" clId="{B59EF3AA-33AD-492F-9989-11440E5A1A15}" dt="2024-10-09T04:45:30.704" v="19" actId="6549"/>
        <pc:sldMkLst>
          <pc:docMk/>
          <pc:sldMk cId="2107717852" sldId="256"/>
        </pc:sldMkLst>
        <pc:spChg chg="mod">
          <ac:chgData name="Abdalla Mukhaimer, Widad" userId="eed79641-8d75-4c66-a669-438ad56aff06" providerId="ADAL" clId="{B59EF3AA-33AD-492F-9989-11440E5A1A15}" dt="2024-10-09T04:45:30.704" v="19" actId="6549"/>
          <ac:spMkLst>
            <pc:docMk/>
            <pc:sldMk cId="2107717852" sldId="256"/>
            <ac:spMk id="5" creationId="{8ADE3B64-432C-802E-F8EF-A9F7B0F3A1CE}"/>
          </ac:spMkLst>
        </pc:spChg>
      </pc:sldChg>
      <pc:sldChg chg="modSp mod">
        <pc:chgData name="Abdalla Mukhaimer, Widad" userId="eed79641-8d75-4c66-a669-438ad56aff06" providerId="ADAL" clId="{B59EF3AA-33AD-492F-9989-11440E5A1A15}" dt="2024-10-09T04:47:45.665" v="60" actId="207"/>
        <pc:sldMkLst>
          <pc:docMk/>
          <pc:sldMk cId="851128216" sldId="311"/>
        </pc:sldMkLst>
        <pc:spChg chg="mod">
          <ac:chgData name="Abdalla Mukhaimer, Widad" userId="eed79641-8d75-4c66-a669-438ad56aff06" providerId="ADAL" clId="{B59EF3AA-33AD-492F-9989-11440E5A1A15}" dt="2024-10-09T04:47:16.425" v="52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B59EF3AA-33AD-492F-9989-11440E5A1A15}" dt="2024-10-09T04:47:45.665" v="60" actId="207"/>
          <ac:spMkLst>
            <pc:docMk/>
            <pc:sldMk cId="851128216" sldId="311"/>
            <ac:spMk id="4" creationId="{084441A6-B6DB-56B1-A2DA-CBBD5194D608}"/>
          </ac:spMkLst>
        </pc:spChg>
      </pc:sldChg>
      <pc:sldChg chg="delSp modSp mod">
        <pc:chgData name="Abdalla Mukhaimer, Widad" userId="eed79641-8d75-4c66-a669-438ad56aff06" providerId="ADAL" clId="{B59EF3AA-33AD-492F-9989-11440E5A1A15}" dt="2024-10-09T04:51:56.651" v="108" actId="207"/>
        <pc:sldMkLst>
          <pc:docMk/>
          <pc:sldMk cId="2677483640" sldId="329"/>
        </pc:sldMkLst>
        <pc:spChg chg="mod">
          <ac:chgData name="Abdalla Mukhaimer, Widad" userId="eed79641-8d75-4c66-a669-438ad56aff06" providerId="ADAL" clId="{B59EF3AA-33AD-492F-9989-11440E5A1A15}" dt="2024-10-09T04:51:56.651" v="108" actId="207"/>
          <ac:spMkLst>
            <pc:docMk/>
            <pc:sldMk cId="2677483640" sldId="329"/>
            <ac:spMk id="4" creationId="{99AA4E15-D520-9572-D149-63EF088C5C1E}"/>
          </ac:spMkLst>
        </pc:spChg>
        <pc:picChg chg="del">
          <ac:chgData name="Abdalla Mukhaimer, Widad" userId="eed79641-8d75-4c66-a669-438ad56aff06" providerId="ADAL" clId="{B59EF3AA-33AD-492F-9989-11440E5A1A15}" dt="2024-10-09T04:51:42.978" v="104" actId="478"/>
          <ac:picMkLst>
            <pc:docMk/>
            <pc:sldMk cId="2677483640" sldId="329"/>
            <ac:picMk id="2" creationId="{C8A1F417-93D6-39B1-F672-64504A2FA2C1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627757429" sldId="331"/>
        </pc:sldMkLst>
      </pc:sldChg>
      <pc:sldChg chg="addSp delSp modSp mod">
        <pc:chgData name="Abdalla Mukhaimer, Widad" userId="eed79641-8d75-4c66-a669-438ad56aff06" providerId="ADAL" clId="{B59EF3AA-33AD-492F-9989-11440E5A1A15}" dt="2024-10-09T04:48:52.098" v="72" actId="1076"/>
        <pc:sldMkLst>
          <pc:docMk/>
          <pc:sldMk cId="3489527663" sldId="347"/>
        </pc:sldMkLst>
        <pc:spChg chg="del mod">
          <ac:chgData name="Abdalla Mukhaimer, Widad" userId="eed79641-8d75-4c66-a669-438ad56aff06" providerId="ADAL" clId="{B59EF3AA-33AD-492F-9989-11440E5A1A15}" dt="2024-10-09T04:48:24.044" v="63" actId="478"/>
          <ac:spMkLst>
            <pc:docMk/>
            <pc:sldMk cId="3489527663" sldId="347"/>
            <ac:spMk id="3" creationId="{3127D9CC-6269-0708-4FA9-91212ACF60E6}"/>
          </ac:spMkLst>
        </pc:spChg>
        <pc:picChg chg="add mod">
          <ac:chgData name="Abdalla Mukhaimer, Widad" userId="eed79641-8d75-4c66-a669-438ad56aff06" providerId="ADAL" clId="{B59EF3AA-33AD-492F-9989-11440E5A1A15}" dt="2024-10-09T04:48:28.300" v="66" actId="1076"/>
          <ac:picMkLst>
            <pc:docMk/>
            <pc:sldMk cId="3489527663" sldId="347"/>
            <ac:picMk id="4" creationId="{CC1A5561-C15C-66AA-0280-3307B9565A58}"/>
          </ac:picMkLst>
        </pc:picChg>
        <pc:picChg chg="del">
          <ac:chgData name="Abdalla Mukhaimer, Widad" userId="eed79641-8d75-4c66-a669-438ad56aff06" providerId="ADAL" clId="{B59EF3AA-33AD-492F-9989-11440E5A1A15}" dt="2024-10-09T04:48:22.187" v="61" actId="478"/>
          <ac:picMkLst>
            <pc:docMk/>
            <pc:sldMk cId="3489527663" sldId="347"/>
            <ac:picMk id="5" creationId="{3FEF8F92-1F65-7C93-C270-95B0D776F1E7}"/>
          </ac:picMkLst>
        </pc:picChg>
        <pc:picChg chg="add mod">
          <ac:chgData name="Abdalla Mukhaimer, Widad" userId="eed79641-8d75-4c66-a669-438ad56aff06" providerId="ADAL" clId="{B59EF3AA-33AD-492F-9989-11440E5A1A15}" dt="2024-10-09T04:48:52.098" v="72" actId="1076"/>
          <ac:picMkLst>
            <pc:docMk/>
            <pc:sldMk cId="3489527663" sldId="347"/>
            <ac:picMk id="7" creationId="{AB852C7D-C1F3-6DB9-16E4-E43EB499746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1360637267" sldId="350"/>
        </pc:sldMkLst>
      </pc:sldChg>
      <pc:sldChg chg="delSp modSp mod">
        <pc:chgData name="Abdalla Mukhaimer, Widad" userId="eed79641-8d75-4c66-a669-438ad56aff06" providerId="ADAL" clId="{B59EF3AA-33AD-492F-9989-11440E5A1A15}" dt="2024-10-09T04:49:40.564" v="80" actId="478"/>
        <pc:sldMkLst>
          <pc:docMk/>
          <pc:sldMk cId="3269285106" sldId="352"/>
        </pc:sldMkLst>
        <pc:spChg chg="mod">
          <ac:chgData name="Abdalla Mukhaimer, Widad" userId="eed79641-8d75-4c66-a669-438ad56aff06" providerId="ADAL" clId="{B59EF3AA-33AD-492F-9989-11440E5A1A15}" dt="2024-10-09T04:49:38.313" v="79" actId="207"/>
          <ac:spMkLst>
            <pc:docMk/>
            <pc:sldMk cId="3269285106" sldId="352"/>
            <ac:spMk id="3" creationId="{A38CBEDA-CA71-269F-BB50-98AE9481AF11}"/>
          </ac:spMkLst>
        </pc:spChg>
        <pc:picChg chg="del">
          <ac:chgData name="Abdalla Mukhaimer, Widad" userId="eed79641-8d75-4c66-a669-438ad56aff06" providerId="ADAL" clId="{B59EF3AA-33AD-492F-9989-11440E5A1A15}" dt="2024-10-09T04:49:40.564" v="80" actId="478"/>
          <ac:picMkLst>
            <pc:docMk/>
            <pc:sldMk cId="3269285106" sldId="352"/>
            <ac:picMk id="4" creationId="{B42A1628-C08D-ADA3-1CB7-5F3FA98D3D2C}"/>
          </ac:picMkLst>
        </pc:picChg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635085747" sldId="355"/>
        </pc:sldMkLst>
      </pc:sldChg>
      <pc:sldChg chg="del">
        <pc:chgData name="Abdalla Mukhaimer, Widad" userId="eed79641-8d75-4c66-a669-438ad56aff06" providerId="ADAL" clId="{B59EF3AA-33AD-492F-9989-11440E5A1A15}" dt="2024-10-09T04:50:29.138" v="92" actId="47"/>
        <pc:sldMkLst>
          <pc:docMk/>
          <pc:sldMk cId="687456252" sldId="356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608685576" sldId="357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74095298" sldId="358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2272232165" sldId="360"/>
        </pc:sldMkLst>
      </pc:sldChg>
      <pc:sldChg chg="del">
        <pc:chgData name="Abdalla Mukhaimer, Widad" userId="eed79641-8d75-4c66-a669-438ad56aff06" providerId="ADAL" clId="{B59EF3AA-33AD-492F-9989-11440E5A1A15}" dt="2024-10-09T04:52:30.699" v="115" actId="47"/>
        <pc:sldMkLst>
          <pc:docMk/>
          <pc:sldMk cId="3575277982" sldId="361"/>
        </pc:sldMkLst>
      </pc:sldChg>
      <pc:sldChg chg="addSp modSp new mod">
        <pc:chgData name="Abdalla Mukhaimer, Widad" userId="eed79641-8d75-4c66-a669-438ad56aff06" providerId="ADAL" clId="{B59EF3AA-33AD-492F-9989-11440E5A1A15}" dt="2024-10-09T04:46:08.830" v="28" actId="1076"/>
        <pc:sldMkLst>
          <pc:docMk/>
          <pc:sldMk cId="270377533" sldId="362"/>
        </pc:sldMkLst>
        <pc:spChg chg="add mod">
          <ac:chgData name="Abdalla Mukhaimer, Widad" userId="eed79641-8d75-4c66-a669-438ad56aff06" providerId="ADAL" clId="{B59EF3AA-33AD-492F-9989-11440E5A1A15}" dt="2024-10-09T04:46:08.830" v="28" actId="1076"/>
          <ac:spMkLst>
            <pc:docMk/>
            <pc:sldMk cId="270377533" sldId="362"/>
            <ac:spMk id="5" creationId="{E60F471F-BC8D-7BC3-F962-2F1DF7B56C3A}"/>
          </ac:spMkLst>
        </pc:spChg>
        <pc:picChg chg="add mod">
          <ac:chgData name="Abdalla Mukhaimer, Widad" userId="eed79641-8d75-4c66-a669-438ad56aff06" providerId="ADAL" clId="{B59EF3AA-33AD-492F-9989-11440E5A1A15}" dt="2024-10-09T04:45:57.341" v="24" actId="1076"/>
          <ac:picMkLst>
            <pc:docMk/>
            <pc:sldMk cId="270377533" sldId="362"/>
            <ac:picMk id="3" creationId="{69FCAC2A-997F-DD3A-57EC-BEC643E31FF1}"/>
          </ac:picMkLst>
        </pc:picChg>
      </pc:sldChg>
      <pc:sldChg chg="addSp delSp modSp add mod">
        <pc:chgData name="Abdalla Mukhaimer, Widad" userId="eed79641-8d75-4c66-a669-438ad56aff06" providerId="ADAL" clId="{B59EF3AA-33AD-492F-9989-11440E5A1A15}" dt="2024-10-09T04:46:32.019" v="35" actId="1076"/>
        <pc:sldMkLst>
          <pc:docMk/>
          <pc:sldMk cId="323151770" sldId="363"/>
        </pc:sldMkLst>
        <pc:spChg chg="del">
          <ac:chgData name="Abdalla Mukhaimer, Widad" userId="eed79641-8d75-4c66-a669-438ad56aff06" providerId="ADAL" clId="{B59EF3AA-33AD-492F-9989-11440E5A1A15}" dt="2024-10-09T04:46:17.546" v="30" actId="478"/>
          <ac:spMkLst>
            <pc:docMk/>
            <pc:sldMk cId="323151770" sldId="363"/>
            <ac:spMk id="5" creationId="{E60F471F-BC8D-7BC3-F962-2F1DF7B56C3A}"/>
          </ac:spMkLst>
        </pc:spChg>
        <pc:picChg chg="mod">
          <ac:chgData name="Abdalla Mukhaimer, Widad" userId="eed79641-8d75-4c66-a669-438ad56aff06" providerId="ADAL" clId="{B59EF3AA-33AD-492F-9989-11440E5A1A15}" dt="2024-10-09T04:46:19.816" v="31" actId="1076"/>
          <ac:picMkLst>
            <pc:docMk/>
            <pc:sldMk cId="323151770" sldId="363"/>
            <ac:picMk id="3" creationId="{69FCAC2A-997F-DD3A-57EC-BEC643E31FF1}"/>
          </ac:picMkLst>
        </pc:picChg>
        <pc:picChg chg="add mod">
          <ac:chgData name="Abdalla Mukhaimer, Widad" userId="eed79641-8d75-4c66-a669-438ad56aff06" providerId="ADAL" clId="{B59EF3AA-33AD-492F-9989-11440E5A1A15}" dt="2024-10-09T04:46:32.019" v="35" actId="1076"/>
          <ac:picMkLst>
            <pc:docMk/>
            <pc:sldMk cId="323151770" sldId="363"/>
            <ac:picMk id="4" creationId="{88A97736-FE3F-0D1C-691A-42B0A3ADB8C0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46:56.312" v="39" actId="1076"/>
        <pc:sldMkLst>
          <pc:docMk/>
          <pc:sldMk cId="1407713648" sldId="364"/>
        </pc:sldMkLst>
        <pc:picChg chg="add mod">
          <ac:chgData name="Abdalla Mukhaimer, Widad" userId="eed79641-8d75-4c66-a669-438ad56aff06" providerId="ADAL" clId="{B59EF3AA-33AD-492F-9989-11440E5A1A15}" dt="2024-10-09T04:46:56.312" v="39" actId="1076"/>
          <ac:picMkLst>
            <pc:docMk/>
            <pc:sldMk cId="1407713648" sldId="364"/>
            <ac:picMk id="3" creationId="{3E867BBE-4380-B6A1-EC8C-AA20EA24A4C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0:25.382" v="91" actId="1076"/>
        <pc:sldMkLst>
          <pc:docMk/>
          <pc:sldMk cId="1952497357" sldId="365"/>
        </pc:sldMkLst>
        <pc:spChg chg="add mod">
          <ac:chgData name="Abdalla Mukhaimer, Widad" userId="eed79641-8d75-4c66-a669-438ad56aff06" providerId="ADAL" clId="{B59EF3AA-33AD-492F-9989-11440E5A1A15}" dt="2024-10-09T04:50:25.382" v="91" actId="1076"/>
          <ac:spMkLst>
            <pc:docMk/>
            <pc:sldMk cId="1952497357" sldId="365"/>
            <ac:spMk id="5" creationId="{129EF3E2-6FB2-2058-FA7E-D16541D91A9B}"/>
          </ac:spMkLst>
        </pc:spChg>
        <pc:picChg chg="add mod">
          <ac:chgData name="Abdalla Mukhaimer, Widad" userId="eed79641-8d75-4c66-a669-438ad56aff06" providerId="ADAL" clId="{B59EF3AA-33AD-492F-9989-11440E5A1A15}" dt="2024-10-09T04:50:22.743" v="90" actId="1076"/>
          <ac:picMkLst>
            <pc:docMk/>
            <pc:sldMk cId="1952497357" sldId="365"/>
            <ac:picMk id="3" creationId="{22DEF591-36A0-46CD-1DB6-6B509CDC1A85}"/>
          </ac:picMkLst>
        </pc:picChg>
        <pc:picChg chg="mod">
          <ac:chgData name="Abdalla Mukhaimer, Widad" userId="eed79641-8d75-4c66-a669-438ad56aff06" providerId="ADAL" clId="{B59EF3AA-33AD-492F-9989-11440E5A1A15}" dt="2024-10-09T04:49:51.855" v="82" actId="1076"/>
          <ac:picMkLst>
            <pc:docMk/>
            <pc:sldMk cId="1952497357" sldId="365"/>
            <ac:picMk id="4" creationId="{CC1A5561-C15C-66AA-0280-3307B9565A58}"/>
          </ac:picMkLst>
        </pc:picChg>
        <pc:picChg chg="mod">
          <ac:chgData name="Abdalla Mukhaimer, Widad" userId="eed79641-8d75-4c66-a669-438ad56aff06" providerId="ADAL" clId="{B59EF3AA-33AD-492F-9989-11440E5A1A15}" dt="2024-10-09T04:49:54.205" v="83" actId="1076"/>
          <ac:picMkLst>
            <pc:docMk/>
            <pc:sldMk cId="1952497357" sldId="365"/>
            <ac:picMk id="7" creationId="{AB852C7D-C1F3-6DB9-16E4-E43EB499746C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1:16.620" v="101" actId="1076"/>
        <pc:sldMkLst>
          <pc:docMk/>
          <pc:sldMk cId="3844324509" sldId="366"/>
        </pc:sldMkLst>
        <pc:picChg chg="add mod">
          <ac:chgData name="Abdalla Mukhaimer, Widad" userId="eed79641-8d75-4c66-a669-438ad56aff06" providerId="ADAL" clId="{B59EF3AA-33AD-492F-9989-11440E5A1A15}" dt="2024-10-09T04:50:57.992" v="96" actId="1076"/>
          <ac:picMkLst>
            <pc:docMk/>
            <pc:sldMk cId="3844324509" sldId="366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1:16.620" v="101" actId="1076"/>
          <ac:picMkLst>
            <pc:docMk/>
            <pc:sldMk cId="3844324509" sldId="366"/>
            <ac:picMk id="5" creationId="{97272905-A3A3-EB9C-3825-5C46AC5CE45D}"/>
          </ac:picMkLst>
        </pc:picChg>
      </pc:sldChg>
      <pc:sldChg chg="addSp modSp add mod">
        <pc:chgData name="Abdalla Mukhaimer, Widad" userId="eed79641-8d75-4c66-a669-438ad56aff06" providerId="ADAL" clId="{B59EF3AA-33AD-492F-9989-11440E5A1A15}" dt="2024-10-09T04:52:20.574" v="114" actId="1076"/>
        <pc:sldMkLst>
          <pc:docMk/>
          <pc:sldMk cId="2915669867" sldId="367"/>
        </pc:sldMkLst>
        <pc:spChg chg="add mod">
          <ac:chgData name="Abdalla Mukhaimer, Widad" userId="eed79641-8d75-4c66-a669-438ad56aff06" providerId="ADAL" clId="{B59EF3AA-33AD-492F-9989-11440E5A1A15}" dt="2024-10-09T04:52:13.460" v="112"/>
          <ac:spMkLst>
            <pc:docMk/>
            <pc:sldMk cId="2915669867" sldId="367"/>
            <ac:spMk id="2" creationId="{D408F121-F82E-BBDE-F7AD-F1CC383C69AB}"/>
          </ac:spMkLst>
        </pc:spChg>
        <pc:picChg chg="mod">
          <ac:chgData name="Abdalla Mukhaimer, Widad" userId="eed79641-8d75-4c66-a669-438ad56aff06" providerId="ADAL" clId="{B59EF3AA-33AD-492F-9989-11440E5A1A15}" dt="2024-10-09T04:52:07.484" v="110" actId="1076"/>
          <ac:picMkLst>
            <pc:docMk/>
            <pc:sldMk cId="2915669867" sldId="367"/>
            <ac:picMk id="3" creationId="{90853174-353B-5495-F6F2-2F7C881F34D7}"/>
          </ac:picMkLst>
        </pc:picChg>
        <pc:picChg chg="add mod">
          <ac:chgData name="Abdalla Mukhaimer, Widad" userId="eed79641-8d75-4c66-a669-438ad56aff06" providerId="ADAL" clId="{B59EF3AA-33AD-492F-9989-11440E5A1A15}" dt="2024-10-09T04:52:20.574" v="114" actId="1076"/>
          <ac:picMkLst>
            <pc:docMk/>
            <pc:sldMk cId="2915669867" sldId="367"/>
            <ac:picMk id="4" creationId="{2A9ECD11-3153-3B58-20F3-E49840BE0965}"/>
          </ac:picMkLst>
        </pc:picChg>
        <pc:picChg chg="mod">
          <ac:chgData name="Abdalla Mukhaimer, Widad" userId="eed79641-8d75-4c66-a669-438ad56aff06" providerId="ADAL" clId="{B59EF3AA-33AD-492F-9989-11440E5A1A15}" dt="2024-10-09T04:52:08.934" v="111" actId="1076"/>
          <ac:picMkLst>
            <pc:docMk/>
            <pc:sldMk cId="2915669867" sldId="367"/>
            <ac:picMk id="5" creationId="{97272905-A3A3-EB9C-3825-5C46AC5CE45D}"/>
          </ac:picMkLst>
        </pc:picChg>
      </pc:sldChg>
      <pc:sldChg chg="addSp modSp new mod">
        <pc:chgData name="Abdalla Mukhaimer, Widad" userId="eed79641-8d75-4c66-a669-438ad56aff06" providerId="ADAL" clId="{B59EF3AA-33AD-492F-9989-11440E5A1A15}" dt="2024-10-09T04:52:58.735" v="124" actId="1076"/>
        <pc:sldMkLst>
          <pc:docMk/>
          <pc:sldMk cId="2145447126" sldId="368"/>
        </pc:sldMkLst>
        <pc:spChg chg="add mod">
          <ac:chgData name="Abdalla Mukhaimer, Widad" userId="eed79641-8d75-4c66-a669-438ad56aff06" providerId="ADAL" clId="{B59EF3AA-33AD-492F-9989-11440E5A1A15}" dt="2024-10-09T04:52:58.735" v="124" actId="1076"/>
          <ac:spMkLst>
            <pc:docMk/>
            <pc:sldMk cId="2145447126" sldId="368"/>
            <ac:spMk id="3" creationId="{A3CC3E97-99BD-5638-81F2-61758DB7D038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3:39.524" v="140" actId="1076"/>
        <pc:sldMkLst>
          <pc:docMk/>
          <pc:sldMk cId="3875100456" sldId="369"/>
        </pc:sldMkLst>
        <pc:spChg chg="add mod">
          <ac:chgData name="Abdalla Mukhaimer, Widad" userId="eed79641-8d75-4c66-a669-438ad56aff06" providerId="ADAL" clId="{B59EF3AA-33AD-492F-9989-11440E5A1A15}" dt="2024-10-09T04:53:39.524" v="140" actId="1076"/>
          <ac:spMkLst>
            <pc:docMk/>
            <pc:sldMk cId="3875100456" sldId="369"/>
            <ac:spMk id="3" creationId="{FB18D251-E618-7744-66A9-B98B60AD5D05}"/>
          </ac:spMkLst>
        </pc:spChg>
      </pc:sldChg>
      <pc:sldChg chg="addSp modSp add mod">
        <pc:chgData name="Abdalla Mukhaimer, Widad" userId="eed79641-8d75-4c66-a669-438ad56aff06" providerId="ADAL" clId="{B59EF3AA-33AD-492F-9989-11440E5A1A15}" dt="2024-10-09T04:54:23.156" v="150" actId="1076"/>
        <pc:sldMkLst>
          <pc:docMk/>
          <pc:sldMk cId="2873096860" sldId="370"/>
        </pc:sldMkLst>
        <pc:spChg chg="add mod">
          <ac:chgData name="Abdalla Mukhaimer, Widad" userId="eed79641-8d75-4c66-a669-438ad56aff06" providerId="ADAL" clId="{B59EF3AA-33AD-492F-9989-11440E5A1A15}" dt="2024-10-09T04:54:23.156" v="150" actId="1076"/>
          <ac:spMkLst>
            <pc:docMk/>
            <pc:sldMk cId="2873096860" sldId="370"/>
            <ac:spMk id="3" creationId="{26244362-E426-D51D-0152-24645744F6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BCE2-5EAA-341D-B287-16F65969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62596-7499-4A15-8476-2E128308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05C-CC92-737D-2C3E-A490474D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11A0-33E5-0384-25E3-5D0B8937C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954F-286A-5395-3450-7ACF46C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51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A4D2-FE76-AD58-0707-2376D55D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79D5-614C-B2DC-406F-525F844D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CD654-E0C4-24B3-4FE7-39C9A45C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70730-91E4-1FED-0965-F0640C13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42A92-C9D0-3223-E0D7-75F416BD2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D7D5-8111-1377-0850-E4DBB907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BF9DE-FDED-EFCF-DF3D-210ED5420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E8783-C276-5A2E-62DA-66C205E3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819E-3459-D184-7171-A8D545A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2EE9F-058D-6AAA-EAB6-95EC9003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39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2419-3DC6-E966-BC68-9D6651DA7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944F-A179-3381-DE9D-4AFD3D3A4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02F2-5A8D-0A96-6208-BAD68A441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ED03-9FA7-18AD-7AEC-B8E8F70B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616ED-DC7C-3DB2-645B-D9AEC52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E00FC-E702-6E79-65A6-AD22126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8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4749-FA30-E5AB-3817-D8572602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57EF-5044-BF3D-8DB1-E71617E5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B04B3-A1FB-FB10-CBB7-19547789E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5A318-64F8-DDCC-ED86-7FAB53D93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32DD-3A7E-129F-08FB-19AEECC55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809B6-52DB-9ADC-9744-FD4B67060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73EAC5-8B66-4A70-ABBA-49577891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BA69D-9848-DFAF-0C95-73F995EA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6896-7DA2-7ABD-7334-006436F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9B4A9-F42E-7FB1-DE96-6E4C1EF9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FC3E5-4AD6-3134-38A1-B7D35756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9435-183E-6410-B3A4-3511C877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A27E-9C6A-D1EB-2FEF-B06DF6B33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AA566-E4BE-53D3-D085-9B03007C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A1A61-00C6-CE16-5834-7A580260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D2D-15F7-60AD-15D5-87B5DAE2A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587D1-A7CB-71F8-1121-038C6B6AE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C3335-FE7D-F6F9-527F-2E63F021E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FE721-D4C9-A8F4-613C-2080ED8A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4FD10-F162-08C1-FEC7-5F1206540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3A1F6-A5C3-E0F7-BA78-5AD1CEB4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6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9AE3-50DA-CED6-4B8F-DF79D868B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EBEDB-BE52-A8BB-BA13-E9273BD2A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33B94-5383-AFFA-86EA-D680945E9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39DF1-B5B4-7ADC-3B72-2DE58E6A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D876-43D9-0797-045A-25C405D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8222-EEE4-02CC-373C-512BEFA1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4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E998-09FD-9BA2-38D9-45BF3CC4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76C5B-1DC3-6099-44A8-41C3B2C4D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C4EBB-C5CC-5774-F15B-FE429E10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F9F4-2EF4-AD3E-104C-AD2B95CA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673E2-315E-1DF3-8767-9034BC05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9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44CC48-7399-8CCC-0CC0-06A99DEA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43295-780E-7352-D5F1-3FC9ACA11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623B-2E8D-BFC0-A5B6-E2AEADE2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F9D8-E296-6216-ED79-3B7A67EF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819-6F2E-8E4E-0185-5C7C1AB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98D9FD-43ED-AE24-1112-DA6BE6A5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84978-ED41-8C7C-CB00-DBA819202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2DD31-F459-AFE0-A3B2-69CA3C02C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AEF5-DD8A-4250-86F8-15AEBE73A4D5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0B0BA-7374-3C07-4E42-E5F279FC6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1F6CC-650E-9631-CDA6-8B14265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3626-CF9B-4245-8DC2-4E7B5828C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DE3B64-432C-802E-F8EF-A9F7B0F3A1CE}"/>
              </a:ext>
            </a:extLst>
          </p:cNvPr>
          <p:cNvSpPr txBox="1"/>
          <p:nvPr/>
        </p:nvSpPr>
        <p:spPr>
          <a:xfrm>
            <a:off x="3047223" y="2227735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Joining Datasets  Part 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17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FCAC2A-997F-DD3A-57EC-BEC643E31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44" y="1983289"/>
            <a:ext cx="11421912" cy="28914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0F471F-BC8D-7BC3-F962-2F1DF7B56C3A}"/>
              </a:ext>
            </a:extLst>
          </p:cNvPr>
          <p:cNvSpPr txBox="1"/>
          <p:nvPr/>
        </p:nvSpPr>
        <p:spPr>
          <a:xfrm>
            <a:off x="592961" y="899355"/>
            <a:ext cx="6097554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7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FCAC2A-997F-DD3A-57EC-BEC643E31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75" y="433163"/>
            <a:ext cx="11421912" cy="2891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A97736-FE3F-0D1C-691A-42B0A3ADB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234" y="3966579"/>
            <a:ext cx="8625531" cy="28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67BBE-4380-B6A1-EC8C-AA20EA24A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90" y="1620202"/>
            <a:ext cx="11281308" cy="338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1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nner_join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679268" y="2426667"/>
            <a:ext cx="11077304" cy="256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new_dataframe_name</a:t>
            </a:r>
            <a:r>
              <a:rPr lang="en-US" sz="22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dataframe_name_1 %&gt;%</a:t>
            </a:r>
            <a:endParaRPr lang="en-US" sz="22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2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2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inner_join</a:t>
            </a:r>
            <a:r>
              <a:rPr lang="en-US" sz="22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(dataframe_name_2, c("colname_1" = "colname_2"))</a:t>
            </a:r>
            <a:endParaRPr lang="en-US" sz="22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12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1A5561-C15C-66AA-0280-3307B956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263015"/>
            <a:ext cx="4815568" cy="3005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52C7D-C1F3-6DB9-16E4-E43EB4997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43" y="1263015"/>
            <a:ext cx="5573512" cy="390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2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8CBEDA-CA71-269F-BB50-98AE9481AF11}"/>
              </a:ext>
            </a:extLst>
          </p:cNvPr>
          <p:cNvSpPr txBox="1"/>
          <p:nvPr/>
        </p:nvSpPr>
        <p:spPr>
          <a:xfrm>
            <a:off x="592181" y="319363"/>
            <a:ext cx="11007635" cy="321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Perform an inner join between Illustration_Data_1 and Illustration_Data_2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example_1 &lt;- Illustration_Data_1 %&gt;%</a:t>
            </a:r>
            <a:endParaRPr lang="en-US" sz="23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3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inner_join</a:t>
            </a: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(Illustration_Data_2, c("Name" = "</a:t>
            </a:r>
            <a:r>
              <a:rPr lang="en-US" sz="23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23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"))</a:t>
            </a:r>
            <a:endParaRPr lang="en-US" sz="23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285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1A5561-C15C-66AA-0280-3307B956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2" y="296364"/>
            <a:ext cx="4815568" cy="3005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52C7D-C1F3-6DB9-16E4-E43EB4997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803" y="130901"/>
            <a:ext cx="5573512" cy="39093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DEF591-36A0-46CD-1DB6-6B509CDC1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192" y="4733487"/>
            <a:ext cx="9222285" cy="2004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9EF3E2-6FB2-2058-FA7E-D16541D91A9B}"/>
              </a:ext>
            </a:extLst>
          </p:cNvPr>
          <p:cNvSpPr txBox="1"/>
          <p:nvPr/>
        </p:nvSpPr>
        <p:spPr>
          <a:xfrm>
            <a:off x="526986" y="4171538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9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53174-353B-5495-F6F2-2F7C881F3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1" y="540203"/>
            <a:ext cx="5164727" cy="3202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272905-A3A3-EB9C-3825-5C46AC5CE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24614"/>
            <a:ext cx="5164727" cy="342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24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E15-D520-9572-D149-63EF088C5C1E}"/>
              </a:ext>
            </a:extLst>
          </p:cNvPr>
          <p:cNvSpPr txBox="1"/>
          <p:nvPr/>
        </p:nvSpPr>
        <p:spPr>
          <a:xfrm>
            <a:off x="487679" y="430250"/>
            <a:ext cx="10580915" cy="3282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 an inner join between Illustration_Data_1 and Illustration_Data_3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Illustration_Data_1 %&gt;%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inner_join</a:t>
            </a:r>
            <a:r>
              <a:rPr lang="en-US" sz="25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(Illustration_Data_3, c("Name" = "Name"))</a:t>
            </a:r>
            <a:endParaRPr lang="en-US" sz="25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8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53174-353B-5495-F6F2-2F7C881F3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479243"/>
            <a:ext cx="5164727" cy="3202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272905-A3A3-EB9C-3825-5C46AC5CE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211" y="654946"/>
            <a:ext cx="5164727" cy="34225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08F121-F82E-BBDE-F7AD-F1CC383C69AB}"/>
              </a:ext>
            </a:extLst>
          </p:cNvPr>
          <p:cNvSpPr txBox="1"/>
          <p:nvPr/>
        </p:nvSpPr>
        <p:spPr>
          <a:xfrm>
            <a:off x="526986" y="4171538"/>
            <a:ext cx="941318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will be a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looks like: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9ECD11-3153-3B58-20F3-E49840BE0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49" y="4827484"/>
            <a:ext cx="9222285" cy="200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69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CC3E97-99BD-5638-81F2-61758DB7D038}"/>
              </a:ext>
            </a:extLst>
          </p:cNvPr>
          <p:cNvSpPr txBox="1"/>
          <p:nvPr/>
        </p:nvSpPr>
        <p:spPr>
          <a:xfrm>
            <a:off x="709748" y="1385107"/>
            <a:ext cx="10772503" cy="2043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always a good idea to carefully check that the number of rows returned by a join operation is what you expected. In particular, you should carefully check for rows in one table that matched to more than one row in the other table.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447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18D251-E618-7744-66A9-B98B60AD5D05}"/>
              </a:ext>
            </a:extLst>
          </p:cNvPr>
          <p:cNvSpPr txBox="1"/>
          <p:nvPr/>
        </p:nvSpPr>
        <p:spPr>
          <a:xfrm>
            <a:off x="600890" y="668629"/>
            <a:ext cx="11295017" cy="5520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Inspect the column by which you are joining.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nrow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(Illustration_Data_1)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n_distinct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(Illustration_Data_1$Name)</a:t>
            </a:r>
            <a:r>
              <a:rPr lang="en-US" sz="3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nrow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(Illustration_Data_2)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	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n_distinct</a:t>
            </a:r>
            <a:r>
              <a:rPr lang="en-US" sz="3000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(Illustration_Data_2$First_Name) </a:t>
            </a:r>
            <a:r>
              <a:rPr lang="en-US" sz="3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100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244362-E426-D51D-0152-24645744F6D4}"/>
              </a:ext>
            </a:extLst>
          </p:cNvPr>
          <p:cNvSpPr txBox="1"/>
          <p:nvPr/>
        </p:nvSpPr>
        <p:spPr>
          <a:xfrm>
            <a:off x="627017" y="557793"/>
            <a:ext cx="10937966" cy="429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 how many data values from one dataset are in the other dataset.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table(Illustration_Data_1$Name %in% Illustration_Data_2$First_Name)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table(Illustration_Data_2$First_Name %in% Illustration_Data_1$Name)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09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354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Lucida Console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8</cp:revision>
  <dcterms:created xsi:type="dcterms:W3CDTF">2024-08-27T22:14:52Z</dcterms:created>
  <dcterms:modified xsi:type="dcterms:W3CDTF">2024-10-09T04:54:26Z</dcterms:modified>
</cp:coreProperties>
</file>