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FE35C-B48A-46C1-9B54-C54CE69797C5}" v="14" dt="2024-11-04T05:34:03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954FE35C-B48A-46C1-9B54-C54CE69797C5}"/>
    <pc:docChg chg="addSld delSld modSld">
      <pc:chgData name="Abdalla Mukhaimer, Widad" userId="eed79641-8d75-4c66-a669-438ad56aff06" providerId="ADAL" clId="{954FE35C-B48A-46C1-9B54-C54CE69797C5}" dt="2024-11-04T05:38:43.174" v="154" actId="1076"/>
      <pc:docMkLst>
        <pc:docMk/>
      </pc:docMkLst>
      <pc:sldChg chg="modSp mod">
        <pc:chgData name="Abdalla Mukhaimer, Widad" userId="eed79641-8d75-4c66-a669-438ad56aff06" providerId="ADAL" clId="{954FE35C-B48A-46C1-9B54-C54CE69797C5}" dt="2024-11-04T05:31:29.193" v="42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954FE35C-B48A-46C1-9B54-C54CE69797C5}" dt="2024-11-04T05:31:29.193" v="42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1894374" sldId="25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75865247" sldId="25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62651993" sldId="25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61709715" sldId="26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39263762" sldId="26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27201817" sldId="26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95882795" sldId="26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163957814" sldId="26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216060990" sldId="26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750031031" sldId="26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830348739" sldId="26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81969903" sldId="26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91207392" sldId="26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066293992" sldId="27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177564369" sldId="27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66007693" sldId="27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892102319" sldId="27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228211738" sldId="27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012608046" sldId="27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06756006" sldId="27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488140321" sldId="27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360075112" sldId="27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00386733" sldId="279"/>
        </pc:sldMkLst>
      </pc:sldChg>
      <pc:sldChg chg="addSp modSp mod">
        <pc:chgData name="Abdalla Mukhaimer, Widad" userId="eed79641-8d75-4c66-a669-438ad56aff06" providerId="ADAL" clId="{954FE35C-B48A-46C1-9B54-C54CE69797C5}" dt="2024-11-04T05:34:23.706" v="85" actId="1076"/>
        <pc:sldMkLst>
          <pc:docMk/>
          <pc:sldMk cId="295643100" sldId="280"/>
        </pc:sldMkLst>
        <pc:spChg chg="add mod">
          <ac:chgData name="Abdalla Mukhaimer, Widad" userId="eed79641-8d75-4c66-a669-438ad56aff06" providerId="ADAL" clId="{954FE35C-B48A-46C1-9B54-C54CE69797C5}" dt="2024-11-04T05:34:10.696" v="80" actId="255"/>
          <ac:spMkLst>
            <pc:docMk/>
            <pc:sldMk cId="295643100" sldId="280"/>
            <ac:spMk id="3" creationId="{E46E9180-F865-9314-4734-CF0C00A91894}"/>
          </ac:spMkLst>
        </pc:spChg>
        <pc:picChg chg="add mod">
          <ac:chgData name="Abdalla Mukhaimer, Widad" userId="eed79641-8d75-4c66-a669-438ad56aff06" providerId="ADAL" clId="{954FE35C-B48A-46C1-9B54-C54CE69797C5}" dt="2024-11-04T05:34:23.706" v="85" actId="1076"/>
          <ac:picMkLst>
            <pc:docMk/>
            <pc:sldMk cId="295643100" sldId="280"/>
            <ac:picMk id="4" creationId="{224CC976-5D26-AB64-C7D7-8CBE206AA224}"/>
          </ac:picMkLst>
        </pc:picChg>
      </pc:sldChg>
      <pc:sldChg chg="addSp modSp new mod">
        <pc:chgData name="Abdalla Mukhaimer, Widad" userId="eed79641-8d75-4c66-a669-438ad56aff06" providerId="ADAL" clId="{954FE35C-B48A-46C1-9B54-C54CE69797C5}" dt="2024-11-04T05:34:44.987" v="91" actId="1076"/>
        <pc:sldMkLst>
          <pc:docMk/>
          <pc:sldMk cId="183252368" sldId="281"/>
        </pc:sldMkLst>
        <pc:spChg chg="add mod">
          <ac:chgData name="Abdalla Mukhaimer, Widad" userId="eed79641-8d75-4c66-a669-438ad56aff06" providerId="ADAL" clId="{954FE35C-B48A-46C1-9B54-C54CE69797C5}" dt="2024-11-04T05:34:44.987" v="91" actId="1076"/>
          <ac:spMkLst>
            <pc:docMk/>
            <pc:sldMk cId="183252368" sldId="281"/>
            <ac:spMk id="3" creationId="{5760735E-5E31-37F5-F026-3D43200A9A0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5:14.723" v="98" actId="1076"/>
        <pc:sldMkLst>
          <pc:docMk/>
          <pc:sldMk cId="3992468140" sldId="282"/>
        </pc:sldMkLst>
        <pc:spChg chg="add mod">
          <ac:chgData name="Abdalla Mukhaimer, Widad" userId="eed79641-8d75-4c66-a669-438ad56aff06" providerId="ADAL" clId="{954FE35C-B48A-46C1-9B54-C54CE69797C5}" dt="2024-11-04T05:34:58.399" v="95" actId="1076"/>
          <ac:spMkLst>
            <pc:docMk/>
            <pc:sldMk cId="3992468140" sldId="282"/>
            <ac:spMk id="3" creationId="{523B0163-61D7-C59F-358C-21E8BFE85C43}"/>
          </ac:spMkLst>
        </pc:spChg>
        <pc:picChg chg="add mod">
          <ac:chgData name="Abdalla Mukhaimer, Widad" userId="eed79641-8d75-4c66-a669-438ad56aff06" providerId="ADAL" clId="{954FE35C-B48A-46C1-9B54-C54CE69797C5}" dt="2024-11-04T05:35:14.723" v="98" actId="1076"/>
          <ac:picMkLst>
            <pc:docMk/>
            <pc:sldMk cId="3992468140" sldId="282"/>
            <ac:picMk id="4" creationId="{8AA2D04B-9125-B58F-6C23-8596B58FEA4E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5:40.421" v="108" actId="1076"/>
        <pc:sldMkLst>
          <pc:docMk/>
          <pc:sldMk cId="3676576133" sldId="283"/>
        </pc:sldMkLst>
        <pc:spChg chg="add mod">
          <ac:chgData name="Abdalla Mukhaimer, Widad" userId="eed79641-8d75-4c66-a669-438ad56aff06" providerId="ADAL" clId="{954FE35C-B48A-46C1-9B54-C54CE69797C5}" dt="2024-11-04T05:35:26.624" v="102" actId="14100"/>
          <ac:spMkLst>
            <pc:docMk/>
            <pc:sldMk cId="3676576133" sldId="283"/>
            <ac:spMk id="3" creationId="{776F60FF-889C-F38A-C713-DC3E10C8678D}"/>
          </ac:spMkLst>
        </pc:spChg>
        <pc:picChg chg="add mod">
          <ac:chgData name="Abdalla Mukhaimer, Widad" userId="eed79641-8d75-4c66-a669-438ad56aff06" providerId="ADAL" clId="{954FE35C-B48A-46C1-9B54-C54CE69797C5}" dt="2024-11-04T05:35:40.421" v="108" actId="1076"/>
          <ac:picMkLst>
            <pc:docMk/>
            <pc:sldMk cId="3676576133" sldId="283"/>
            <ac:picMk id="4" creationId="{94F1206D-5ED9-5B18-71C2-35B9A571CE7C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6:02.531" v="113" actId="1076"/>
        <pc:sldMkLst>
          <pc:docMk/>
          <pc:sldMk cId="1230786504" sldId="284"/>
        </pc:sldMkLst>
        <pc:spChg chg="add mod">
          <ac:chgData name="Abdalla Mukhaimer, Widad" userId="eed79641-8d75-4c66-a669-438ad56aff06" providerId="ADAL" clId="{954FE35C-B48A-46C1-9B54-C54CE69797C5}" dt="2024-11-04T05:36:02.531" v="113" actId="1076"/>
          <ac:spMkLst>
            <pc:docMk/>
            <pc:sldMk cId="1230786504" sldId="284"/>
            <ac:spMk id="3" creationId="{3F1C1018-FF94-39D7-2B50-ABD4690DD7C1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14.920" v="116" actId="14100"/>
        <pc:sldMkLst>
          <pc:docMk/>
          <pc:sldMk cId="3173877358" sldId="285"/>
        </pc:sldMkLst>
        <pc:spChg chg="add mod">
          <ac:chgData name="Abdalla Mukhaimer, Widad" userId="eed79641-8d75-4c66-a669-438ad56aff06" providerId="ADAL" clId="{954FE35C-B48A-46C1-9B54-C54CE69797C5}" dt="2024-11-04T05:36:14.920" v="116" actId="14100"/>
          <ac:spMkLst>
            <pc:docMk/>
            <pc:sldMk cId="3173877358" sldId="285"/>
            <ac:spMk id="3" creationId="{B7D337F0-D4A7-BD52-E31F-66670566DCC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33.714" v="121" actId="1076"/>
        <pc:sldMkLst>
          <pc:docMk/>
          <pc:sldMk cId="840602954" sldId="286"/>
        </pc:sldMkLst>
        <pc:spChg chg="add mod">
          <ac:chgData name="Abdalla Mukhaimer, Widad" userId="eed79641-8d75-4c66-a669-438ad56aff06" providerId="ADAL" clId="{954FE35C-B48A-46C1-9B54-C54CE69797C5}" dt="2024-11-04T05:36:33.714" v="121" actId="1076"/>
          <ac:spMkLst>
            <pc:docMk/>
            <pc:sldMk cId="840602954" sldId="286"/>
            <ac:spMk id="3" creationId="{787C9059-C8A9-CE4B-3370-17E82F100D9F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58.468" v="126" actId="1076"/>
        <pc:sldMkLst>
          <pc:docMk/>
          <pc:sldMk cId="1960936151" sldId="287"/>
        </pc:sldMkLst>
        <pc:spChg chg="add mod">
          <ac:chgData name="Abdalla Mukhaimer, Widad" userId="eed79641-8d75-4c66-a669-438ad56aff06" providerId="ADAL" clId="{954FE35C-B48A-46C1-9B54-C54CE69797C5}" dt="2024-11-04T05:36:58.468" v="126" actId="1076"/>
          <ac:spMkLst>
            <pc:docMk/>
            <pc:sldMk cId="1960936151" sldId="287"/>
            <ac:spMk id="3" creationId="{08F828D4-15D3-0B9A-C9C4-B2B9F688C31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14.533" v="131" actId="20577"/>
        <pc:sldMkLst>
          <pc:docMk/>
          <pc:sldMk cId="97012742" sldId="288"/>
        </pc:sldMkLst>
        <pc:spChg chg="add mod">
          <ac:chgData name="Abdalla Mukhaimer, Widad" userId="eed79641-8d75-4c66-a669-438ad56aff06" providerId="ADAL" clId="{954FE35C-B48A-46C1-9B54-C54CE69797C5}" dt="2024-11-04T05:37:14.533" v="131" actId="20577"/>
          <ac:spMkLst>
            <pc:docMk/>
            <pc:sldMk cId="97012742" sldId="288"/>
            <ac:spMk id="3" creationId="{91DF4C18-9D1E-9A7C-B34F-0E24C511E95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30.981" v="135" actId="1076"/>
        <pc:sldMkLst>
          <pc:docMk/>
          <pc:sldMk cId="2881810693" sldId="289"/>
        </pc:sldMkLst>
        <pc:spChg chg="add mod">
          <ac:chgData name="Abdalla Mukhaimer, Widad" userId="eed79641-8d75-4c66-a669-438ad56aff06" providerId="ADAL" clId="{954FE35C-B48A-46C1-9B54-C54CE69797C5}" dt="2024-11-04T05:37:30.981" v="135" actId="1076"/>
          <ac:spMkLst>
            <pc:docMk/>
            <pc:sldMk cId="2881810693" sldId="289"/>
            <ac:spMk id="3" creationId="{A056125C-0CA4-CB85-5004-EE4A9FE85EC5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13.568" v="143" actId="20577"/>
        <pc:sldMkLst>
          <pc:docMk/>
          <pc:sldMk cId="1427871896" sldId="290"/>
        </pc:sldMkLst>
        <pc:spChg chg="add mod">
          <ac:chgData name="Abdalla Mukhaimer, Widad" userId="eed79641-8d75-4c66-a669-438ad56aff06" providerId="ADAL" clId="{954FE35C-B48A-46C1-9B54-C54CE69797C5}" dt="2024-11-04T05:38:13.568" v="143" actId="20577"/>
          <ac:spMkLst>
            <pc:docMk/>
            <pc:sldMk cId="1427871896" sldId="290"/>
            <ac:spMk id="3" creationId="{C6210EA7-5B4F-F55D-BEA2-826BC5B41926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43.174" v="154" actId="1076"/>
        <pc:sldMkLst>
          <pc:docMk/>
          <pc:sldMk cId="4041240376" sldId="291"/>
        </pc:sldMkLst>
        <pc:spChg chg="add mod">
          <ac:chgData name="Abdalla Mukhaimer, Widad" userId="eed79641-8d75-4c66-a669-438ad56aff06" providerId="ADAL" clId="{954FE35C-B48A-46C1-9B54-C54CE69797C5}" dt="2024-11-04T05:38:43.174" v="154" actId="1076"/>
          <ac:spMkLst>
            <pc:docMk/>
            <pc:sldMk cId="4041240376" sldId="291"/>
            <ac:spMk id="3" creationId="{01466B68-0855-470A-B66F-E3B5AFD8005E}"/>
          </ac:spMkLst>
        </pc:spChg>
        <pc:picChg chg="add mod">
          <ac:chgData name="Abdalla Mukhaimer, Widad" userId="eed79641-8d75-4c66-a669-438ad56aff06" providerId="ADAL" clId="{954FE35C-B48A-46C1-9B54-C54CE69797C5}" dt="2024-11-04T05:38:37.532" v="152" actId="1076"/>
          <ac:picMkLst>
            <pc:docMk/>
            <pc:sldMk cId="4041240376" sldId="291"/>
            <ac:picMk id="4" creationId="{C40E6165-D712-6597-86F8-D1BFC27061F6}"/>
          </ac:picMkLst>
        </pc:picChg>
      </pc:sldChg>
    </pc:docChg>
  </pc:docChgLst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  <pc:docChgLst>
    <pc:chgData name="Abdalla Mukhaimer, Widad" userId="eed79641-8d75-4c66-a669-438ad56aff06" providerId="ADAL" clId="{FF67BCB4-2724-45A5-B109-1B10B844B13D}"/>
    <pc:docChg chg="addSld delSld modSld">
      <pc:chgData name="Abdalla Mukhaimer, Widad" userId="eed79641-8d75-4c66-a669-438ad56aff06" providerId="ADAL" clId="{FF67BCB4-2724-45A5-B109-1B10B844B13D}" dt="2024-10-28T03:49:57.743" v="191" actId="20577"/>
      <pc:docMkLst>
        <pc:docMk/>
      </pc:docMkLst>
      <pc:sldChg chg="modSp mod">
        <pc:chgData name="Abdalla Mukhaimer, Widad" userId="eed79641-8d75-4c66-a669-438ad56aff06" providerId="ADAL" clId="{FF67BCB4-2724-45A5-B109-1B10B844B13D}" dt="2024-10-28T03:34:40.275" v="8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FF67BCB4-2724-45A5-B109-1B10B844B13D}" dt="2024-10-28T03:34:40.275" v="8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addSp new mod">
        <pc:chgData name="Abdalla Mukhaimer, Widad" userId="eed79641-8d75-4c66-a669-438ad56aff06" providerId="ADAL" clId="{FF67BCB4-2724-45A5-B109-1B10B844B13D}" dt="2024-10-28T03:35:09.928" v="21" actId="22"/>
        <pc:sldMkLst>
          <pc:docMk/>
          <pc:sldMk cId="231894374" sldId="257"/>
        </pc:sldMkLst>
        <pc:picChg chg="add">
          <ac:chgData name="Abdalla Mukhaimer, Widad" userId="eed79641-8d75-4c66-a669-438ad56aff06" providerId="ADAL" clId="{FF67BCB4-2724-45A5-B109-1B10B844B13D}" dt="2024-10-28T03:35:09.928" v="21" actId="22"/>
          <ac:picMkLst>
            <pc:docMk/>
            <pc:sldMk cId="231894374" sldId="257"/>
            <ac:picMk id="3" creationId="{1903AB01-D6B4-588F-1061-166382979B7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993590842" sldId="257"/>
        </pc:sldMkLst>
      </pc:sldChg>
      <pc:sldChg chg="addSp modSp add mod">
        <pc:chgData name="Abdalla Mukhaimer, Widad" userId="eed79641-8d75-4c66-a669-438ad56aff06" providerId="ADAL" clId="{FF67BCB4-2724-45A5-B109-1B10B844B13D}" dt="2024-10-28T03:42:15.276" v="98" actId="1076"/>
        <pc:sldMkLst>
          <pc:docMk/>
          <pc:sldMk cId="2875865247" sldId="258"/>
        </pc:sldMkLst>
        <pc:spChg chg="add mod">
          <ac:chgData name="Abdalla Mukhaimer, Widad" userId="eed79641-8d75-4c66-a669-438ad56aff06" providerId="ADAL" clId="{FF67BCB4-2724-45A5-B109-1B10B844B13D}" dt="2024-10-28T03:42:15.276" v="98" actId="1076"/>
          <ac:spMkLst>
            <pc:docMk/>
            <pc:sldMk cId="2875865247" sldId="258"/>
            <ac:spMk id="3" creationId="{34F841FB-E391-8424-EB53-22DCAFA39E9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22914983" sldId="258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96290643" sldId="259"/>
        </pc:sldMkLst>
      </pc:sldChg>
      <pc:sldChg chg="addSp modSp add mod">
        <pc:chgData name="Abdalla Mukhaimer, Widad" userId="eed79641-8d75-4c66-a669-438ad56aff06" providerId="ADAL" clId="{FF67BCB4-2724-45A5-B109-1B10B844B13D}" dt="2024-10-28T03:42:31.462" v="102" actId="1076"/>
        <pc:sldMkLst>
          <pc:docMk/>
          <pc:sldMk cId="3062651993" sldId="259"/>
        </pc:sldMkLst>
        <pc:spChg chg="add mod">
          <ac:chgData name="Abdalla Mukhaimer, Widad" userId="eed79641-8d75-4c66-a669-438ad56aff06" providerId="ADAL" clId="{FF67BCB4-2724-45A5-B109-1B10B844B13D}" dt="2024-10-28T03:42:31.462" v="102" actId="1076"/>
          <ac:spMkLst>
            <pc:docMk/>
            <pc:sldMk cId="3062651993" sldId="259"/>
            <ac:spMk id="3" creationId="{5A067606-B544-1041-61F5-3522682BA790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2:47.448" v="106" actId="1076"/>
        <pc:sldMkLst>
          <pc:docMk/>
          <pc:sldMk cId="2261709715" sldId="260"/>
        </pc:sldMkLst>
        <pc:spChg chg="add mod">
          <ac:chgData name="Abdalla Mukhaimer, Widad" userId="eed79641-8d75-4c66-a669-438ad56aff06" providerId="ADAL" clId="{FF67BCB4-2724-45A5-B109-1B10B844B13D}" dt="2024-10-28T03:42:47.448" v="106" actId="1076"/>
          <ac:spMkLst>
            <pc:docMk/>
            <pc:sldMk cId="2261709715" sldId="260"/>
            <ac:spMk id="3" creationId="{7071EE69-BF3A-260F-5AE5-3C69A380E3B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39960161" sldId="260"/>
        </pc:sldMkLst>
      </pc:sldChg>
      <pc:sldChg chg="addSp modSp add mod">
        <pc:chgData name="Abdalla Mukhaimer, Widad" userId="eed79641-8d75-4c66-a669-438ad56aff06" providerId="ADAL" clId="{FF67BCB4-2724-45A5-B109-1B10B844B13D}" dt="2024-10-28T03:43:08.109" v="110" actId="1076"/>
        <pc:sldMkLst>
          <pc:docMk/>
          <pc:sldMk cId="2239263762" sldId="261"/>
        </pc:sldMkLst>
        <pc:spChg chg="add mod">
          <ac:chgData name="Abdalla Mukhaimer, Widad" userId="eed79641-8d75-4c66-a669-438ad56aff06" providerId="ADAL" clId="{FF67BCB4-2724-45A5-B109-1B10B844B13D}" dt="2024-10-28T03:43:08.109" v="110" actId="1076"/>
          <ac:spMkLst>
            <pc:docMk/>
            <pc:sldMk cId="2239263762" sldId="261"/>
            <ac:spMk id="3" creationId="{5BF7D3B7-B3FB-0193-2A95-7F9B4E4D797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03587831" sldId="261"/>
        </pc:sldMkLst>
      </pc:sldChg>
      <pc:sldChg chg="addSp modSp add mod">
        <pc:chgData name="Abdalla Mukhaimer, Widad" userId="eed79641-8d75-4c66-a669-438ad56aff06" providerId="ADAL" clId="{FF67BCB4-2724-45A5-B109-1B10B844B13D}" dt="2024-10-28T03:43:38.011" v="119" actId="1076"/>
        <pc:sldMkLst>
          <pc:docMk/>
          <pc:sldMk cId="427201817" sldId="262"/>
        </pc:sldMkLst>
        <pc:spChg chg="add mod">
          <ac:chgData name="Abdalla Mukhaimer, Widad" userId="eed79641-8d75-4c66-a669-438ad56aff06" providerId="ADAL" clId="{FF67BCB4-2724-45A5-B109-1B10B844B13D}" dt="2024-10-28T03:43:38.011" v="119" actId="1076"/>
          <ac:spMkLst>
            <pc:docMk/>
            <pc:sldMk cId="427201817" sldId="262"/>
            <ac:spMk id="3" creationId="{1521B90D-BDE1-7F91-BAC2-5F9A67F7DA0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633099977" sldId="262"/>
        </pc:sldMkLst>
      </pc:sldChg>
      <pc:sldChg chg="addSp modSp add mod">
        <pc:chgData name="Abdalla Mukhaimer, Widad" userId="eed79641-8d75-4c66-a669-438ad56aff06" providerId="ADAL" clId="{FF67BCB4-2724-45A5-B109-1B10B844B13D}" dt="2024-10-28T03:40:17.741" v="67" actId="1076"/>
        <pc:sldMkLst>
          <pc:docMk/>
          <pc:sldMk cId="2395882795" sldId="263"/>
        </pc:sldMkLst>
        <pc:spChg chg="add mod">
          <ac:chgData name="Abdalla Mukhaimer, Widad" userId="eed79641-8d75-4c66-a669-438ad56aff06" providerId="ADAL" clId="{FF67BCB4-2724-45A5-B109-1B10B844B13D}" dt="2024-10-28T03:40:17.741" v="67" actId="1076"/>
          <ac:spMkLst>
            <pc:docMk/>
            <pc:sldMk cId="2395882795" sldId="263"/>
            <ac:spMk id="3" creationId="{EC2D2AF3-BE89-E66B-7B0A-CEF38BB9AEF5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785793728" sldId="263"/>
        </pc:sldMkLst>
      </pc:sldChg>
      <pc:sldChg chg="addSp modSp add mod">
        <pc:chgData name="Abdalla Mukhaimer, Widad" userId="eed79641-8d75-4c66-a669-438ad56aff06" providerId="ADAL" clId="{FF67BCB4-2724-45A5-B109-1B10B844B13D}" dt="2024-10-28T03:40:37.209" v="72" actId="20577"/>
        <pc:sldMkLst>
          <pc:docMk/>
          <pc:sldMk cId="2163957814" sldId="264"/>
        </pc:sldMkLst>
        <pc:spChg chg="add mod">
          <ac:chgData name="Abdalla Mukhaimer, Widad" userId="eed79641-8d75-4c66-a669-438ad56aff06" providerId="ADAL" clId="{FF67BCB4-2724-45A5-B109-1B10B844B13D}" dt="2024-10-28T03:40:37.209" v="72" actId="20577"/>
          <ac:spMkLst>
            <pc:docMk/>
            <pc:sldMk cId="2163957814" sldId="264"/>
            <ac:spMk id="3" creationId="{50A2FD76-6A62-883B-8EFC-52EF7325D14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530113349" sldId="264"/>
        </pc:sldMkLst>
      </pc:sldChg>
      <pc:sldChg chg="addSp modSp add mod">
        <pc:chgData name="Abdalla Mukhaimer, Widad" userId="eed79641-8d75-4c66-a669-438ad56aff06" providerId="ADAL" clId="{FF67BCB4-2724-45A5-B109-1B10B844B13D}" dt="2024-10-28T03:40:51.771" v="76" actId="1076"/>
        <pc:sldMkLst>
          <pc:docMk/>
          <pc:sldMk cId="3216060990" sldId="265"/>
        </pc:sldMkLst>
        <pc:picChg chg="add mod">
          <ac:chgData name="Abdalla Mukhaimer, Widad" userId="eed79641-8d75-4c66-a669-438ad56aff06" providerId="ADAL" clId="{FF67BCB4-2724-45A5-B109-1B10B844B13D}" dt="2024-10-28T03:40:51.771" v="76" actId="1076"/>
          <ac:picMkLst>
            <pc:docMk/>
            <pc:sldMk cId="3216060990" sldId="265"/>
            <ac:picMk id="3" creationId="{5BAA1A71-1A7C-B187-BA6C-A0D456C856A9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149767526" sldId="265"/>
        </pc:sldMkLst>
      </pc:sldChg>
      <pc:sldChg chg="addSp modSp add mod">
        <pc:chgData name="Abdalla Mukhaimer, Widad" userId="eed79641-8d75-4c66-a669-438ad56aff06" providerId="ADAL" clId="{FF67BCB4-2724-45A5-B109-1B10B844B13D}" dt="2024-10-28T03:41:25.013" v="85" actId="1076"/>
        <pc:sldMkLst>
          <pc:docMk/>
          <pc:sldMk cId="2750031031" sldId="266"/>
        </pc:sldMkLst>
        <pc:spChg chg="add mod">
          <ac:chgData name="Abdalla Mukhaimer, Widad" userId="eed79641-8d75-4c66-a669-438ad56aff06" providerId="ADAL" clId="{FF67BCB4-2724-45A5-B109-1B10B844B13D}" dt="2024-10-28T03:41:16.060" v="83" actId="255"/>
          <ac:spMkLst>
            <pc:docMk/>
            <pc:sldMk cId="2750031031" sldId="266"/>
            <ac:spMk id="3" creationId="{32BFC8A8-DFE4-7900-434F-42A7EF2D885D}"/>
          </ac:spMkLst>
        </pc:spChg>
        <pc:picChg chg="add mod">
          <ac:chgData name="Abdalla Mukhaimer, Widad" userId="eed79641-8d75-4c66-a669-438ad56aff06" providerId="ADAL" clId="{FF67BCB4-2724-45A5-B109-1B10B844B13D}" dt="2024-10-28T03:41:25.013" v="85" actId="1076"/>
          <ac:picMkLst>
            <pc:docMk/>
            <pc:sldMk cId="2750031031" sldId="266"/>
            <ac:picMk id="5" creationId="{7F616BC3-D4D2-89C5-468E-E04388B3352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815339782" sldId="26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828316129" sldId="267"/>
        </pc:sldMkLst>
      </pc:sldChg>
      <pc:sldChg chg="addSp modSp add mod">
        <pc:chgData name="Abdalla Mukhaimer, Widad" userId="eed79641-8d75-4c66-a669-438ad56aff06" providerId="ADAL" clId="{FF67BCB4-2724-45A5-B109-1B10B844B13D}" dt="2024-10-28T03:41:42.872" v="90" actId="1076"/>
        <pc:sldMkLst>
          <pc:docMk/>
          <pc:sldMk cId="830348739" sldId="267"/>
        </pc:sldMkLst>
        <pc:spChg chg="add mod">
          <ac:chgData name="Abdalla Mukhaimer, Widad" userId="eed79641-8d75-4c66-a669-438ad56aff06" providerId="ADAL" clId="{FF67BCB4-2724-45A5-B109-1B10B844B13D}" dt="2024-10-28T03:41:42.872" v="90" actId="1076"/>
          <ac:spMkLst>
            <pc:docMk/>
            <pc:sldMk cId="830348739" sldId="267"/>
            <ac:spMk id="3" creationId="{1C28A459-591B-54FA-CBB1-ACEDB901188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46977217" sldId="268"/>
        </pc:sldMkLst>
      </pc:sldChg>
      <pc:sldChg chg="addSp modSp add mod">
        <pc:chgData name="Abdalla Mukhaimer, Widad" userId="eed79641-8d75-4c66-a669-438ad56aff06" providerId="ADAL" clId="{FF67BCB4-2724-45A5-B109-1B10B844B13D}" dt="2024-10-28T03:41:57.939" v="94" actId="1076"/>
        <pc:sldMkLst>
          <pc:docMk/>
          <pc:sldMk cId="2881969903" sldId="268"/>
        </pc:sldMkLst>
        <pc:spChg chg="add mod">
          <ac:chgData name="Abdalla Mukhaimer, Widad" userId="eed79641-8d75-4c66-a669-438ad56aff06" providerId="ADAL" clId="{FF67BCB4-2724-45A5-B109-1B10B844B13D}" dt="2024-10-28T03:41:57.939" v="94" actId="1076"/>
          <ac:spMkLst>
            <pc:docMk/>
            <pc:sldMk cId="2881969903" sldId="268"/>
            <ac:spMk id="3" creationId="{37408CFF-E530-0C73-165D-544432DD52B3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3:56.947" v="123" actId="1076"/>
        <pc:sldMkLst>
          <pc:docMk/>
          <pc:sldMk cId="291207392" sldId="269"/>
        </pc:sldMkLst>
        <pc:spChg chg="add mod">
          <ac:chgData name="Abdalla Mukhaimer, Widad" userId="eed79641-8d75-4c66-a669-438ad56aff06" providerId="ADAL" clId="{FF67BCB4-2724-45A5-B109-1B10B844B13D}" dt="2024-10-28T03:43:56.947" v="123" actId="1076"/>
          <ac:spMkLst>
            <pc:docMk/>
            <pc:sldMk cId="291207392" sldId="269"/>
            <ac:spMk id="3" creationId="{68EB6B60-7D80-37FB-E8F9-E3076FCDCED4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380371759" sldId="269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940679707" sldId="270"/>
        </pc:sldMkLst>
      </pc:sldChg>
      <pc:sldChg chg="addSp modSp add mod">
        <pc:chgData name="Abdalla Mukhaimer, Widad" userId="eed79641-8d75-4c66-a669-438ad56aff06" providerId="ADAL" clId="{FF67BCB4-2724-45A5-B109-1B10B844B13D}" dt="2024-10-28T03:44:17.591" v="130" actId="20577"/>
        <pc:sldMkLst>
          <pc:docMk/>
          <pc:sldMk cId="1066293992" sldId="270"/>
        </pc:sldMkLst>
        <pc:spChg chg="add mod">
          <ac:chgData name="Abdalla Mukhaimer, Widad" userId="eed79641-8d75-4c66-a669-438ad56aff06" providerId="ADAL" clId="{FF67BCB4-2724-45A5-B109-1B10B844B13D}" dt="2024-10-28T03:44:17.591" v="130" actId="20577"/>
          <ac:spMkLst>
            <pc:docMk/>
            <pc:sldMk cId="1066293992" sldId="270"/>
            <ac:spMk id="3" creationId="{9BFC686E-F4FB-9A39-3365-C28F310F3C88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740582485" sldId="271"/>
        </pc:sldMkLst>
      </pc:sldChg>
      <pc:sldChg chg="addSp modSp add mod">
        <pc:chgData name="Abdalla Mukhaimer, Widad" userId="eed79641-8d75-4c66-a669-438ad56aff06" providerId="ADAL" clId="{FF67BCB4-2724-45A5-B109-1B10B844B13D}" dt="2024-10-28T03:46:20.984" v="134" actId="20577"/>
        <pc:sldMkLst>
          <pc:docMk/>
          <pc:sldMk cId="4177564369" sldId="271"/>
        </pc:sldMkLst>
        <pc:spChg chg="add mod">
          <ac:chgData name="Abdalla Mukhaimer, Widad" userId="eed79641-8d75-4c66-a669-438ad56aff06" providerId="ADAL" clId="{FF67BCB4-2724-45A5-B109-1B10B844B13D}" dt="2024-10-28T03:46:20.984" v="134" actId="20577"/>
          <ac:spMkLst>
            <pc:docMk/>
            <pc:sldMk cId="4177564369" sldId="271"/>
            <ac:spMk id="3" creationId="{3F42ADAC-A079-89FB-ADB6-5B879F05EB94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6:40.062" v="139" actId="20577"/>
        <pc:sldMkLst>
          <pc:docMk/>
          <pc:sldMk cId="266007693" sldId="272"/>
        </pc:sldMkLst>
        <pc:spChg chg="add mod">
          <ac:chgData name="Abdalla Mukhaimer, Widad" userId="eed79641-8d75-4c66-a669-438ad56aff06" providerId="ADAL" clId="{FF67BCB4-2724-45A5-B109-1B10B844B13D}" dt="2024-10-28T03:46:40.062" v="139" actId="20577"/>
          <ac:spMkLst>
            <pc:docMk/>
            <pc:sldMk cId="266007693" sldId="272"/>
            <ac:spMk id="3" creationId="{2A6F49E2-A786-BBDD-817F-B45159FC761D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02084988" sldId="27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330232824" sldId="273"/>
        </pc:sldMkLst>
      </pc:sldChg>
      <pc:sldChg chg="addSp modSp add mod">
        <pc:chgData name="Abdalla Mukhaimer, Widad" userId="eed79641-8d75-4c66-a669-438ad56aff06" providerId="ADAL" clId="{FF67BCB4-2724-45A5-B109-1B10B844B13D}" dt="2024-10-28T03:48:07.305" v="162" actId="20577"/>
        <pc:sldMkLst>
          <pc:docMk/>
          <pc:sldMk cId="3892102319" sldId="273"/>
        </pc:sldMkLst>
        <pc:spChg chg="add mod">
          <ac:chgData name="Abdalla Mukhaimer, Widad" userId="eed79641-8d75-4c66-a669-438ad56aff06" providerId="ADAL" clId="{FF67BCB4-2724-45A5-B109-1B10B844B13D}" dt="2024-10-28T03:48:07.305" v="162" actId="20577"/>
          <ac:spMkLst>
            <pc:docMk/>
            <pc:sldMk cId="3892102319" sldId="273"/>
            <ac:spMk id="3" creationId="{E53F3240-E39F-83AD-493E-289AA9156DA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63550143" sldId="274"/>
        </pc:sldMkLst>
      </pc:sldChg>
      <pc:sldChg chg="addSp modSp add mod">
        <pc:chgData name="Abdalla Mukhaimer, Widad" userId="eed79641-8d75-4c66-a669-438ad56aff06" providerId="ADAL" clId="{FF67BCB4-2724-45A5-B109-1B10B844B13D}" dt="2024-10-28T03:48:30.764" v="168" actId="1076"/>
        <pc:sldMkLst>
          <pc:docMk/>
          <pc:sldMk cId="1228211738" sldId="274"/>
        </pc:sldMkLst>
        <pc:spChg chg="add mod">
          <ac:chgData name="Abdalla Mukhaimer, Widad" userId="eed79641-8d75-4c66-a669-438ad56aff06" providerId="ADAL" clId="{FF67BCB4-2724-45A5-B109-1B10B844B13D}" dt="2024-10-28T03:48:30.764" v="168" actId="1076"/>
          <ac:spMkLst>
            <pc:docMk/>
            <pc:sldMk cId="1228211738" sldId="274"/>
            <ac:spMk id="3" creationId="{58F83B0E-731C-8496-4E54-166080FA0527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8:50.820" v="172" actId="1076"/>
        <pc:sldMkLst>
          <pc:docMk/>
          <pc:sldMk cId="4012608046" sldId="275"/>
        </pc:sldMkLst>
        <pc:spChg chg="add mod">
          <ac:chgData name="Abdalla Mukhaimer, Widad" userId="eed79641-8d75-4c66-a669-438ad56aff06" providerId="ADAL" clId="{FF67BCB4-2724-45A5-B109-1B10B844B13D}" dt="2024-10-28T03:48:50.820" v="172" actId="1076"/>
          <ac:spMkLst>
            <pc:docMk/>
            <pc:sldMk cId="4012608046" sldId="275"/>
            <ac:spMk id="3" creationId="{AF4E54E0-795C-D68C-444D-D8DD6AD2705F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291937327" sldId="275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37967327" sldId="276"/>
        </pc:sldMkLst>
      </pc:sldChg>
      <pc:sldChg chg="addSp modSp add mod">
        <pc:chgData name="Abdalla Mukhaimer, Widad" userId="eed79641-8d75-4c66-a669-438ad56aff06" providerId="ADAL" clId="{FF67BCB4-2724-45A5-B109-1B10B844B13D}" dt="2024-10-28T03:49:04.526" v="176" actId="1076"/>
        <pc:sldMkLst>
          <pc:docMk/>
          <pc:sldMk cId="2306756006" sldId="276"/>
        </pc:sldMkLst>
        <pc:spChg chg="add mod">
          <ac:chgData name="Abdalla Mukhaimer, Widad" userId="eed79641-8d75-4c66-a669-438ad56aff06" providerId="ADAL" clId="{FF67BCB4-2724-45A5-B109-1B10B844B13D}" dt="2024-10-28T03:49:04.526" v="176" actId="1076"/>
          <ac:spMkLst>
            <pc:docMk/>
            <pc:sldMk cId="2306756006" sldId="276"/>
            <ac:spMk id="3" creationId="{60C83C47-A6A9-FB30-4724-4FD4FC952D9C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157657898" sldId="277"/>
        </pc:sldMkLst>
      </pc:sldChg>
      <pc:sldChg chg="addSp modSp add mod">
        <pc:chgData name="Abdalla Mukhaimer, Widad" userId="eed79641-8d75-4c66-a669-438ad56aff06" providerId="ADAL" clId="{FF67BCB4-2724-45A5-B109-1B10B844B13D}" dt="2024-10-28T03:49:16.391" v="180" actId="20577"/>
        <pc:sldMkLst>
          <pc:docMk/>
          <pc:sldMk cId="2488140321" sldId="277"/>
        </pc:sldMkLst>
        <pc:spChg chg="add mod">
          <ac:chgData name="Abdalla Mukhaimer, Widad" userId="eed79641-8d75-4c66-a669-438ad56aff06" providerId="ADAL" clId="{FF67BCB4-2724-45A5-B109-1B10B844B13D}" dt="2024-10-28T03:49:16.391" v="180" actId="20577"/>
          <ac:spMkLst>
            <pc:docMk/>
            <pc:sldMk cId="2488140321" sldId="277"/>
            <ac:spMk id="3" creationId="{E545A3E1-212C-511B-7E86-FCD0B966C72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254756078" sldId="278"/>
        </pc:sldMkLst>
      </pc:sldChg>
      <pc:sldChg chg="addSp modSp add mod">
        <pc:chgData name="Abdalla Mukhaimer, Widad" userId="eed79641-8d75-4c66-a669-438ad56aff06" providerId="ADAL" clId="{FF67BCB4-2724-45A5-B109-1B10B844B13D}" dt="2024-10-28T03:49:39.565" v="186" actId="20577"/>
        <pc:sldMkLst>
          <pc:docMk/>
          <pc:sldMk cId="1360075112" sldId="278"/>
        </pc:sldMkLst>
        <pc:spChg chg="add mod">
          <ac:chgData name="Abdalla Mukhaimer, Widad" userId="eed79641-8d75-4c66-a669-438ad56aff06" providerId="ADAL" clId="{FF67BCB4-2724-45A5-B109-1B10B844B13D}" dt="2024-10-28T03:49:39.565" v="186" actId="20577"/>
          <ac:spMkLst>
            <pc:docMk/>
            <pc:sldMk cId="1360075112" sldId="278"/>
            <ac:spMk id="3" creationId="{67499C77-D141-7245-876E-8593B73CF337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521480919" sldId="279"/>
        </pc:sldMkLst>
      </pc:sldChg>
      <pc:sldChg chg="addSp modSp add mod">
        <pc:chgData name="Abdalla Mukhaimer, Widad" userId="eed79641-8d75-4c66-a669-438ad56aff06" providerId="ADAL" clId="{FF67BCB4-2724-45A5-B109-1B10B844B13D}" dt="2024-10-28T03:49:57.743" v="191" actId="20577"/>
        <pc:sldMkLst>
          <pc:docMk/>
          <pc:sldMk cId="3000386733" sldId="279"/>
        </pc:sldMkLst>
        <pc:spChg chg="add mod">
          <ac:chgData name="Abdalla Mukhaimer, Widad" userId="eed79641-8d75-4c66-a669-438ad56aff06" providerId="ADAL" clId="{FF67BCB4-2724-45A5-B109-1B10B844B13D}" dt="2024-10-28T03:49:57.743" v="191" actId="20577"/>
          <ac:spMkLst>
            <pc:docMk/>
            <pc:sldMk cId="3000386733" sldId="279"/>
            <ac:spMk id="3" creationId="{FDBA8DAE-6B05-E02B-2F80-2D32020B2B3E}"/>
          </ac:spMkLst>
        </pc:spChg>
      </pc:sldChg>
      <pc:sldChg chg="add">
        <pc:chgData name="Abdalla Mukhaimer, Widad" userId="eed79641-8d75-4c66-a669-438ad56aff06" providerId="ADAL" clId="{FF67BCB4-2724-45A5-B109-1B10B844B13D}" dt="2024-10-28T03:37:46.969" v="46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49079748" sldId="280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975365734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593849849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71781431" sldId="282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825606142" sldId="28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1881240" sldId="283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51197766" sldId="284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4614709" sldId="29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78302482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806741" y="2177961"/>
            <a:ext cx="10578518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Map Functions Part 1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6E9180-F865-9314-4734-CF0C00A91894}"/>
              </a:ext>
            </a:extLst>
          </p:cNvPr>
          <p:cNvSpPr txBox="1"/>
          <p:nvPr/>
        </p:nvSpPr>
        <p:spPr>
          <a:xfrm>
            <a:off x="2855752" y="902076"/>
            <a:ext cx="6094602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CC976-5D26-AB64-C7D7-8CBE206AA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89" y="1896923"/>
            <a:ext cx="10803022" cy="431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3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60735E-5E31-37F5-F026-3D43200A9A09}"/>
              </a:ext>
            </a:extLst>
          </p:cNvPr>
          <p:cNvSpPr txBox="1"/>
          <p:nvPr/>
        </p:nvSpPr>
        <p:spPr>
          <a:xfrm>
            <a:off x="492154" y="1799599"/>
            <a:ext cx="11207692" cy="191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Nesting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nest():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function used to group data into a nested structure.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5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3B0163-61D7-C59F-358C-21E8BFE85C43}"/>
              </a:ext>
            </a:extLst>
          </p:cNvPr>
          <p:cNvSpPr txBox="1"/>
          <p:nvPr/>
        </p:nvSpPr>
        <p:spPr>
          <a:xfrm>
            <a:off x="429935" y="352617"/>
            <a:ext cx="10660309" cy="4141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Nest the penguins dataset by sex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 &lt;- penguins %&gt;%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group_by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(sex) %&gt;%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nest()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2D04B-9125-B58F-6C23-8596B58FE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20" y="4494007"/>
            <a:ext cx="4614119" cy="220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468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F60FF-889C-F38A-C713-DC3E10C8678D}"/>
              </a:ext>
            </a:extLst>
          </p:cNvPr>
          <p:cNvSpPr txBox="1"/>
          <p:nvPr/>
        </p:nvSpPr>
        <p:spPr>
          <a:xfrm>
            <a:off x="380999" y="260813"/>
            <a:ext cx="10868637" cy="2730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Unnest the dataset you created in Example 1.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 &lt;- example_1 %&gt;%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unnest(cols = c(data))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1206D-5ED9-5B18-71C2-35B9A571C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624" y="2744699"/>
            <a:ext cx="9224395" cy="400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57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1C1018-FF94-39D7-2B50-ABD4690DD7C1}"/>
              </a:ext>
            </a:extLst>
          </p:cNvPr>
          <p:cNvSpPr txBox="1"/>
          <p:nvPr/>
        </p:nvSpPr>
        <p:spPr>
          <a:xfrm>
            <a:off x="629174" y="1405316"/>
            <a:ext cx="11056690" cy="2413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Pull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pull():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function that works like $. It calls a specific column of your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78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D337F0-D4A7-BD52-E31F-66670566DCC9}"/>
              </a:ext>
            </a:extLst>
          </p:cNvPr>
          <p:cNvSpPr txBox="1"/>
          <p:nvPr/>
        </p:nvSpPr>
        <p:spPr>
          <a:xfrm>
            <a:off x="446713" y="487505"/>
            <a:ext cx="11549544" cy="333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3: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Consider the frequency table for species: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penguins$species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000" kern="0" dirty="0">
                <a:solidFill>
                  <a:srgbClr val="00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Adelie Chinstrap    Gentoo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000" kern="0" dirty="0">
                <a:solidFill>
                  <a:srgbClr val="00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152        68       124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Make the same table using pull: 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87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7C9059-C8A9-CE4B-3370-17E82F100D9F}"/>
              </a:ext>
            </a:extLst>
          </p:cNvPr>
          <p:cNvSpPr txBox="1"/>
          <p:nvPr/>
        </p:nvSpPr>
        <p:spPr>
          <a:xfrm>
            <a:off x="534099" y="854535"/>
            <a:ext cx="11123802" cy="389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Map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map()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is a powerful tool in the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tidyverse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package that allows you to apply a function to each element of a list or vector, and then returns a list containing the results. It's particularly useful when you have repetitive tasks to perform on multiple elements. This function is part of the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purrr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package within the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tidyverse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602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828D4-15D3-0B9A-C9C4-B2B9F688C319}"/>
              </a:ext>
            </a:extLst>
          </p:cNvPr>
          <p:cNvSpPr txBox="1"/>
          <p:nvPr/>
        </p:nvSpPr>
        <p:spPr>
          <a:xfrm>
            <a:off x="538992" y="463536"/>
            <a:ext cx="11398542" cy="5626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Use the function you created with the values (without map)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square &lt;- function(x) {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y&lt;-x^2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return(y)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values &lt;- c(2, 4, 6, 8)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example_4 &lt;- square(values)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example_4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936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DF4C18-9D1E-9A7C-B34F-0E24C511E959}"/>
              </a:ext>
            </a:extLst>
          </p:cNvPr>
          <p:cNvSpPr txBox="1"/>
          <p:nvPr/>
        </p:nvSpPr>
        <p:spPr>
          <a:xfrm>
            <a:off x="360727" y="338659"/>
            <a:ext cx="11618751" cy="4083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5: 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map to apply the function to each element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Note: 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result is a list with squared values. To get results back to a vector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unlist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example_5 &lt;- map(values, square)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final_results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unlist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(example_5)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final_results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12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56125C-0CA4-CB85-5004-EE4A9FE85EC5}"/>
              </a:ext>
            </a:extLst>
          </p:cNvPr>
          <p:cNvSpPr txBox="1"/>
          <p:nvPr/>
        </p:nvSpPr>
        <p:spPr>
          <a:xfrm>
            <a:off x="865464" y="2807832"/>
            <a:ext cx="10461072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Nesting and Mapping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810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10EA7-5B4F-F55D-BEA2-826BC5B41926}"/>
              </a:ext>
            </a:extLst>
          </p:cNvPr>
          <p:cNvSpPr txBox="1"/>
          <p:nvPr/>
        </p:nvSpPr>
        <p:spPr>
          <a:xfrm>
            <a:off x="111154" y="691263"/>
            <a:ext cx="11784435" cy="4025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6: 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Combine 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nest()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map()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compute the mean of </a:t>
            </a: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the mean of </a:t>
            </a: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body_mass_g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the mean of </a:t>
            </a: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each value of the sex type.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example_6 &lt;- penguins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group_by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(sex)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nest()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mutate(</a:t>
            </a:r>
            <a:r>
              <a:rPr lang="en-US" sz="17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mean_bill_length</a:t>
            </a:r>
            <a:r>
              <a:rPr lang="en-US" sz="17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map(data, ~ mean(pull(.x, </a:t>
            </a:r>
            <a:r>
              <a:rPr lang="en-US" sz="17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bill_length_mm</a:t>
            </a:r>
            <a:r>
              <a:rPr lang="en-US" sz="17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   na.rm = TRUE)),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17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mean_body_mass</a:t>
            </a:r>
            <a:r>
              <a:rPr lang="en-US" sz="17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map(data, ~ mean(pull(.x, </a:t>
            </a:r>
            <a:r>
              <a:rPr lang="en-US" sz="17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body_mass_g</a:t>
            </a:r>
            <a:r>
              <a:rPr lang="en-US" sz="17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 na.rm = TRUE)),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17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mean_bill_depth</a:t>
            </a:r>
            <a:r>
              <a:rPr lang="en-US" sz="17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map(data, ~ mean(pull(.x, </a:t>
            </a:r>
            <a:r>
              <a:rPr lang="en-US" sz="17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bill_depth_mm</a:t>
            </a:r>
            <a:r>
              <a:rPr lang="en-US" sz="17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 na.rm = TRUE)))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871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466B68-0855-470A-B66F-E3B5AFD8005E}"/>
              </a:ext>
            </a:extLst>
          </p:cNvPr>
          <p:cNvSpPr txBox="1"/>
          <p:nvPr/>
        </p:nvSpPr>
        <p:spPr>
          <a:xfrm>
            <a:off x="1036684" y="1155201"/>
            <a:ext cx="6094602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E6165-D712-6597-86F8-D1BFC2706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84" y="2105636"/>
            <a:ext cx="10118632" cy="211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240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483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1</cp:revision>
  <dcterms:created xsi:type="dcterms:W3CDTF">2024-10-21T04:45:40Z</dcterms:created>
  <dcterms:modified xsi:type="dcterms:W3CDTF">2024-11-04T05:38:46Z</dcterms:modified>
</cp:coreProperties>
</file>