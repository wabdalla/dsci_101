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58" r:id="rId10"/>
    <p:sldId id="259" r:id="rId11"/>
    <p:sldId id="260" r:id="rId12"/>
    <p:sldId id="261" r:id="rId13"/>
    <p:sldId id="262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67BCB4-2724-45A5-B109-1B10B844B13D}" v="25" dt="2024-10-28T03:37:47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alla Mukhaimer, Widad" userId="eed79641-8d75-4c66-a669-438ad56aff06" providerId="ADAL" clId="{E8CAD9F5-C447-46AD-8385-0D95308312BD}"/>
    <pc:docChg chg="undo custSel addSld delSld modSld sldOrd">
      <pc:chgData name="Abdalla Mukhaimer, Widad" userId="eed79641-8d75-4c66-a669-438ad56aff06" providerId="ADAL" clId="{E8CAD9F5-C447-46AD-8385-0D95308312BD}" dt="2024-10-21T05:07:48.150" v="366" actId="1076"/>
      <pc:docMkLst>
        <pc:docMk/>
      </pc:docMkLst>
      <pc:sldChg chg="addSp delSp modSp mod">
        <pc:chgData name="Abdalla Mukhaimer, Widad" userId="eed79641-8d75-4c66-a669-438ad56aff06" providerId="ADAL" clId="{E8CAD9F5-C447-46AD-8385-0D95308312BD}" dt="2024-10-21T04:47:22.982" v="28" actId="20577"/>
        <pc:sldMkLst>
          <pc:docMk/>
          <pc:sldMk cId="638861158" sldId="256"/>
        </pc:sldMkLst>
        <pc:spChg chg="del">
          <ac:chgData name="Abdalla Mukhaimer, Widad" userId="eed79641-8d75-4c66-a669-438ad56aff06" providerId="ADAL" clId="{E8CAD9F5-C447-46AD-8385-0D95308312BD}" dt="2024-10-21T04:47:08.277" v="3" actId="478"/>
          <ac:spMkLst>
            <pc:docMk/>
            <pc:sldMk cId="638861158" sldId="256"/>
            <ac:spMk id="2" creationId="{F633F3CE-797F-9748-67A1-1C0D1D9273EE}"/>
          </ac:spMkLst>
        </pc:spChg>
        <pc:spChg chg="del">
          <ac:chgData name="Abdalla Mukhaimer, Widad" userId="eed79641-8d75-4c66-a669-438ad56aff06" providerId="ADAL" clId="{E8CAD9F5-C447-46AD-8385-0D95308312BD}" dt="2024-10-21T04:47:09.611" v="4" actId="478"/>
          <ac:spMkLst>
            <pc:docMk/>
            <pc:sldMk cId="638861158" sldId="256"/>
            <ac:spMk id="3" creationId="{BE0C7C9B-735F-3099-E34B-B0FA00C3E4F5}"/>
          </ac:spMkLst>
        </pc:spChg>
        <pc:spChg chg="add mod">
          <ac:chgData name="Abdalla Mukhaimer, Widad" userId="eed79641-8d75-4c66-a669-438ad56aff06" providerId="ADAL" clId="{E8CAD9F5-C447-46AD-8385-0D95308312BD}" dt="2024-10-21T04:47:22.982" v="28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new mod">
        <pc:chgData name="Abdalla Mukhaimer, Widad" userId="eed79641-8d75-4c66-a669-438ad56aff06" providerId="ADAL" clId="{E8CAD9F5-C447-46AD-8385-0D95308312BD}" dt="2024-10-21T04:59:02.618" v="203" actId="1076"/>
        <pc:sldMkLst>
          <pc:docMk/>
          <pc:sldMk cId="1226152773" sldId="257"/>
        </pc:sldMkLst>
        <pc:spChg chg="add del mod">
          <ac:chgData name="Abdalla Mukhaimer, Widad" userId="eed79641-8d75-4c66-a669-438ad56aff06" providerId="ADAL" clId="{E8CAD9F5-C447-46AD-8385-0D95308312BD}" dt="2024-10-21T04:47:39.037" v="31" actId="478"/>
          <ac:spMkLst>
            <pc:docMk/>
            <pc:sldMk cId="1226152773" sldId="257"/>
            <ac:spMk id="3" creationId="{A7443DA7-0F6B-58FC-5BA0-95CF64266780}"/>
          </ac:spMkLst>
        </pc:spChg>
        <pc:spChg chg="add mod">
          <ac:chgData name="Abdalla Mukhaimer, Widad" userId="eed79641-8d75-4c66-a669-438ad56aff06" providerId="ADAL" clId="{E8CAD9F5-C447-46AD-8385-0D95308312BD}" dt="2024-10-21T04:58:45.215" v="196" actId="255"/>
          <ac:spMkLst>
            <pc:docMk/>
            <pc:sldMk cId="1226152773" sldId="257"/>
            <ac:spMk id="5" creationId="{0371C202-571B-3D06-5729-A59D0FC176BE}"/>
          </ac:spMkLst>
        </pc:spChg>
        <pc:picChg chg="add mod">
          <ac:chgData name="Abdalla Mukhaimer, Widad" userId="eed79641-8d75-4c66-a669-438ad56aff06" providerId="ADAL" clId="{E8CAD9F5-C447-46AD-8385-0D95308312BD}" dt="2024-10-21T04:58:57.739" v="202" actId="1076"/>
          <ac:picMkLst>
            <pc:docMk/>
            <pc:sldMk cId="1226152773" sldId="257"/>
            <ac:picMk id="7" creationId="{4EFE9E37-99A5-AD22-C9DA-836390037F82}"/>
          </ac:picMkLst>
        </pc:picChg>
        <pc:picChg chg="add mod">
          <ac:chgData name="Abdalla Mukhaimer, Widad" userId="eed79641-8d75-4c66-a669-438ad56aff06" providerId="ADAL" clId="{E8CAD9F5-C447-46AD-8385-0D95308312BD}" dt="2024-10-21T04:59:02.618" v="203" actId="1076"/>
          <ac:picMkLst>
            <pc:docMk/>
            <pc:sldMk cId="1226152773" sldId="257"/>
            <ac:picMk id="8" creationId="{226BE56F-4AD9-4602-E04B-0141D4D203C1}"/>
          </ac:picMkLst>
        </pc:picChg>
      </pc:sldChg>
      <pc:sldChg chg="addSp delSp modSp new mod">
        <pc:chgData name="Abdalla Mukhaimer, Widad" userId="eed79641-8d75-4c66-a669-438ad56aff06" providerId="ADAL" clId="{E8CAD9F5-C447-46AD-8385-0D95308312BD}" dt="2024-10-21T04:59:22.861" v="211" actId="1076"/>
        <pc:sldMkLst>
          <pc:docMk/>
          <pc:sldMk cId="2170858485" sldId="258"/>
        </pc:sldMkLst>
        <pc:spChg chg="add del">
          <ac:chgData name="Abdalla Mukhaimer, Widad" userId="eed79641-8d75-4c66-a669-438ad56aff06" providerId="ADAL" clId="{E8CAD9F5-C447-46AD-8385-0D95308312BD}" dt="2024-10-21T04:47:48.532" v="33" actId="22"/>
          <ac:spMkLst>
            <pc:docMk/>
            <pc:sldMk cId="2170858485" sldId="258"/>
            <ac:spMk id="3" creationId="{E63A2D68-AD56-1D7A-3AB2-0767145FED5D}"/>
          </ac:spMkLst>
        </pc:spChg>
        <pc:spChg chg="add mod">
          <ac:chgData name="Abdalla Mukhaimer, Widad" userId="eed79641-8d75-4c66-a669-438ad56aff06" providerId="ADAL" clId="{E8CAD9F5-C447-46AD-8385-0D95308312BD}" dt="2024-10-21T04:59:12.122" v="205" actId="1076"/>
          <ac:spMkLst>
            <pc:docMk/>
            <pc:sldMk cId="2170858485" sldId="258"/>
            <ac:spMk id="5" creationId="{C6761776-1CEA-FEDD-799A-738A1119D35C}"/>
          </ac:spMkLst>
        </pc:spChg>
        <pc:picChg chg="add mod">
          <ac:chgData name="Abdalla Mukhaimer, Widad" userId="eed79641-8d75-4c66-a669-438ad56aff06" providerId="ADAL" clId="{E8CAD9F5-C447-46AD-8385-0D95308312BD}" dt="2024-10-21T04:59:22.861" v="211" actId="1076"/>
          <ac:picMkLst>
            <pc:docMk/>
            <pc:sldMk cId="2170858485" sldId="258"/>
            <ac:picMk id="7" creationId="{C0AA379A-1530-5E1F-CD61-3F48A53E5583}"/>
          </ac:picMkLst>
        </pc:picChg>
        <pc:picChg chg="add mod">
          <ac:chgData name="Abdalla Mukhaimer, Widad" userId="eed79641-8d75-4c66-a669-438ad56aff06" providerId="ADAL" clId="{E8CAD9F5-C447-46AD-8385-0D95308312BD}" dt="2024-10-21T04:59:21.560" v="210" actId="1076"/>
          <ac:picMkLst>
            <pc:docMk/>
            <pc:sldMk cId="2170858485" sldId="258"/>
            <ac:picMk id="8" creationId="{7CD47D29-EF67-ACCF-D56F-53A73B3EC568}"/>
          </ac:picMkLst>
        </pc:picChg>
      </pc:sldChg>
      <pc:sldChg chg="delSp modSp add mod">
        <pc:chgData name="Abdalla Mukhaimer, Widad" userId="eed79641-8d75-4c66-a669-438ad56aff06" providerId="ADAL" clId="{E8CAD9F5-C447-46AD-8385-0D95308312BD}" dt="2024-10-21T05:00:44.598" v="234" actId="1076"/>
        <pc:sldMkLst>
          <pc:docMk/>
          <pc:sldMk cId="3729604750" sldId="277"/>
        </pc:sldMkLst>
        <pc:spChg chg="del mod">
          <ac:chgData name="Abdalla Mukhaimer, Widad" userId="eed79641-8d75-4c66-a669-438ad56aff06" providerId="ADAL" clId="{E8CAD9F5-C447-46AD-8385-0D95308312BD}" dt="2024-10-21T04:52:20.307" v="94" actId="478"/>
          <ac:spMkLst>
            <pc:docMk/>
            <pc:sldMk cId="3729604750" sldId="277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44.598" v="234" actId="1076"/>
          <ac:spMkLst>
            <pc:docMk/>
            <pc:sldMk cId="3729604750" sldId="277"/>
            <ac:spMk id="3" creationId="{FA3C9DCF-93E5-3A96-840D-764A4117A0A5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0:08.848" v="228" actId="255"/>
        <pc:sldMkLst>
          <pc:docMk/>
          <pc:sldMk cId="1639976043" sldId="278"/>
        </pc:sldMkLst>
        <pc:spChg chg="mod">
          <ac:chgData name="Abdalla Mukhaimer, Widad" userId="eed79641-8d75-4c66-a669-438ad56aff06" providerId="ADAL" clId="{E8CAD9F5-C447-46AD-8385-0D95308312BD}" dt="2024-10-21T04:51:26.677" v="81"/>
          <ac:spMkLst>
            <pc:docMk/>
            <pc:sldMk cId="1639976043" sldId="278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08.848" v="228" actId="255"/>
          <ac:spMkLst>
            <pc:docMk/>
            <pc:sldMk cId="1639976043" sldId="278"/>
            <ac:spMk id="3" creationId="{FA3C9DCF-93E5-3A96-840D-764A4117A0A5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0:35.306" v="232" actId="1076"/>
        <pc:sldMkLst>
          <pc:docMk/>
          <pc:sldMk cId="3692440457" sldId="279"/>
        </pc:sldMkLst>
        <pc:spChg chg="del">
          <ac:chgData name="Abdalla Mukhaimer, Widad" userId="eed79641-8d75-4c66-a669-438ad56aff06" providerId="ADAL" clId="{E8CAD9F5-C447-46AD-8385-0D95308312BD}" dt="2024-10-21T04:51:58.532" v="89" actId="478"/>
          <ac:spMkLst>
            <pc:docMk/>
            <pc:sldMk cId="3692440457" sldId="279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0:35.306" v="232" actId="1076"/>
          <ac:spMkLst>
            <pc:docMk/>
            <pc:sldMk cId="3692440457" sldId="279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00.006" v="90" actId="478"/>
          <ac:spMkLst>
            <pc:docMk/>
            <pc:sldMk cId="3692440457" sldId="279"/>
            <ac:spMk id="5" creationId="{7B92903E-BCDB-1FAC-9497-C1D6E189EEA1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4:52:49.540" v="100"/>
        <pc:sldMkLst>
          <pc:docMk/>
          <pc:sldMk cId="4213366159" sldId="280"/>
        </pc:sldMkLst>
        <pc:spChg chg="del">
          <ac:chgData name="Abdalla Mukhaimer, Widad" userId="eed79641-8d75-4c66-a669-438ad56aff06" providerId="ADAL" clId="{E8CAD9F5-C447-46AD-8385-0D95308312BD}" dt="2024-10-21T04:52:36.771" v="97" actId="478"/>
          <ac:spMkLst>
            <pc:docMk/>
            <pc:sldMk cId="4213366159" sldId="280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4:52:49.540" v="100"/>
          <ac:spMkLst>
            <pc:docMk/>
            <pc:sldMk cId="4213366159" sldId="280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40.017" v="98" actId="478"/>
          <ac:spMkLst>
            <pc:docMk/>
            <pc:sldMk cId="4213366159" sldId="280"/>
            <ac:spMk id="5" creationId="{1BB79019-7DF1-9506-0B7F-699A42CC426B}"/>
          </ac:spMkLst>
        </pc:spChg>
      </pc:sldChg>
      <pc:sldChg chg="addSp delSp modSp add mod">
        <pc:chgData name="Abdalla Mukhaimer, Widad" userId="eed79641-8d75-4c66-a669-438ad56aff06" providerId="ADAL" clId="{E8CAD9F5-C447-46AD-8385-0D95308312BD}" dt="2024-10-21T05:01:12.732" v="240" actId="1076"/>
        <pc:sldMkLst>
          <pc:docMk/>
          <pc:sldMk cId="2574885341" sldId="281"/>
        </pc:sldMkLst>
        <pc:spChg chg="del">
          <ac:chgData name="Abdalla Mukhaimer, Widad" userId="eed79641-8d75-4c66-a669-438ad56aff06" providerId="ADAL" clId="{E8CAD9F5-C447-46AD-8385-0D95308312BD}" dt="2024-10-21T04:52:56.034" v="101" actId="478"/>
          <ac:spMkLst>
            <pc:docMk/>
            <pc:sldMk cId="2574885341" sldId="281"/>
            <ac:spMk id="2" creationId="{C109E889-6A15-7171-F1E1-ADACB616B14D}"/>
          </ac:spMkLst>
        </pc:spChg>
        <pc:spChg chg="mod">
          <ac:chgData name="Abdalla Mukhaimer, Widad" userId="eed79641-8d75-4c66-a669-438ad56aff06" providerId="ADAL" clId="{E8CAD9F5-C447-46AD-8385-0D95308312BD}" dt="2024-10-21T05:01:12.732" v="240" actId="1076"/>
          <ac:spMkLst>
            <pc:docMk/>
            <pc:sldMk cId="2574885341" sldId="281"/>
            <ac:spMk id="3" creationId="{FA3C9DCF-93E5-3A96-840D-764A4117A0A5}"/>
          </ac:spMkLst>
        </pc:spChg>
        <pc:spChg chg="add del mod">
          <ac:chgData name="Abdalla Mukhaimer, Widad" userId="eed79641-8d75-4c66-a669-438ad56aff06" providerId="ADAL" clId="{E8CAD9F5-C447-46AD-8385-0D95308312BD}" dt="2024-10-21T04:52:59.908" v="102" actId="478"/>
          <ac:spMkLst>
            <pc:docMk/>
            <pc:sldMk cId="2574885341" sldId="281"/>
            <ac:spMk id="5" creationId="{2AD5AC61-1A33-BA75-3E96-1A652481F6F4}"/>
          </ac:spMkLst>
        </pc:spChg>
      </pc:sldChg>
      <pc:sldChg chg="modSp add del mod">
        <pc:chgData name="Abdalla Mukhaimer, Widad" userId="eed79641-8d75-4c66-a669-438ad56aff06" providerId="ADAL" clId="{E8CAD9F5-C447-46AD-8385-0D95308312BD}" dt="2024-10-21T04:51:12.617" v="79" actId="2696"/>
        <pc:sldMkLst>
          <pc:docMk/>
          <pc:sldMk cId="851128216" sldId="311"/>
        </pc:sldMkLst>
        <pc:spChg chg="mod">
          <ac:chgData name="Abdalla Mukhaimer, Widad" userId="eed79641-8d75-4c66-a669-438ad56aff06" providerId="ADAL" clId="{E8CAD9F5-C447-46AD-8385-0D95308312BD}" dt="2024-10-21T04:50:36.327" v="75" actId="20577"/>
          <ac:spMkLst>
            <pc:docMk/>
            <pc:sldMk cId="851128216" sldId="311"/>
            <ac:spMk id="3" creationId="{3127D9CC-6269-0708-4FA9-91212ACF60E6}"/>
          </ac:spMkLst>
        </pc:spChg>
        <pc:spChg chg="mod">
          <ac:chgData name="Abdalla Mukhaimer, Widad" userId="eed79641-8d75-4c66-a669-438ad56aff06" providerId="ADAL" clId="{E8CAD9F5-C447-46AD-8385-0D95308312BD}" dt="2024-10-21T04:51:04.044" v="76"/>
          <ac:spMkLst>
            <pc:docMk/>
            <pc:sldMk cId="851128216" sldId="311"/>
            <ac:spMk id="4" creationId="{084441A6-B6DB-56B1-A2DA-CBBD5194D608}"/>
          </ac:spMkLst>
        </pc:spChg>
      </pc:sldChg>
      <pc:sldChg chg="modSp add mod">
        <pc:chgData name="Abdalla Mukhaimer, Widad" userId="eed79641-8d75-4c66-a669-438ad56aff06" providerId="ADAL" clId="{E8CAD9F5-C447-46AD-8385-0D95308312BD}" dt="2024-10-21T05:01:54.729" v="243" actId="1076"/>
        <pc:sldMkLst>
          <pc:docMk/>
          <pc:sldMk cId="3119546360" sldId="311"/>
        </pc:sldMkLst>
        <pc:spChg chg="mod">
          <ac:chgData name="Abdalla Mukhaimer, Widad" userId="eed79641-8d75-4c66-a669-438ad56aff06" providerId="ADAL" clId="{E8CAD9F5-C447-46AD-8385-0D95308312BD}" dt="2024-10-21T05:01:54.729" v="243" actId="1076"/>
          <ac:spMkLst>
            <pc:docMk/>
            <pc:sldMk cId="3119546360" sldId="311"/>
            <ac:spMk id="4" creationId="{084441A6-B6DB-56B1-A2DA-CBBD5194D608}"/>
          </ac:spMkLst>
        </pc:spChg>
      </pc:sldChg>
      <pc:sldChg chg="addSp modSp add mod">
        <pc:chgData name="Abdalla Mukhaimer, Widad" userId="eed79641-8d75-4c66-a669-438ad56aff06" providerId="ADAL" clId="{E8CAD9F5-C447-46AD-8385-0D95308312BD}" dt="2024-10-21T04:59:46.412" v="222" actId="1076"/>
        <pc:sldMkLst>
          <pc:docMk/>
          <pc:sldMk cId="3874814983" sldId="312"/>
        </pc:sldMkLst>
        <pc:spChg chg="add mod">
          <ac:chgData name="Abdalla Mukhaimer, Widad" userId="eed79641-8d75-4c66-a669-438ad56aff06" providerId="ADAL" clId="{E8CAD9F5-C447-46AD-8385-0D95308312BD}" dt="2024-10-21T04:59:34.274" v="214" actId="1076"/>
          <ac:spMkLst>
            <pc:docMk/>
            <pc:sldMk cId="3874814983" sldId="312"/>
            <ac:spMk id="3" creationId="{F28867F4-647D-5189-3460-15F0921C515F}"/>
          </ac:spMkLst>
        </pc:spChg>
        <pc:picChg chg="add mod">
          <ac:chgData name="Abdalla Mukhaimer, Widad" userId="eed79641-8d75-4c66-a669-438ad56aff06" providerId="ADAL" clId="{E8CAD9F5-C447-46AD-8385-0D95308312BD}" dt="2024-10-21T04:59:39.266" v="218" actId="1076"/>
          <ac:picMkLst>
            <pc:docMk/>
            <pc:sldMk cId="3874814983" sldId="312"/>
            <ac:picMk id="4" creationId="{7403B11A-37F4-3D0E-0836-721FCD8D8A76}"/>
          </ac:picMkLst>
        </pc:picChg>
        <pc:picChg chg="add mod">
          <ac:chgData name="Abdalla Mukhaimer, Widad" userId="eed79641-8d75-4c66-a669-438ad56aff06" providerId="ADAL" clId="{E8CAD9F5-C447-46AD-8385-0D95308312BD}" dt="2024-10-21T04:59:46.412" v="222" actId="1076"/>
          <ac:picMkLst>
            <pc:docMk/>
            <pc:sldMk cId="3874814983" sldId="312"/>
            <ac:picMk id="5" creationId="{E93CC546-5D38-8393-B246-3807B3345627}"/>
          </ac:picMkLst>
        </pc:picChg>
      </pc:sldChg>
      <pc:sldChg chg="addSp modSp add mod ord">
        <pc:chgData name="Abdalla Mukhaimer, Widad" userId="eed79641-8d75-4c66-a669-438ad56aff06" providerId="ADAL" clId="{E8CAD9F5-C447-46AD-8385-0D95308312BD}" dt="2024-10-21T04:59:59.547" v="227" actId="1076"/>
        <pc:sldMkLst>
          <pc:docMk/>
          <pc:sldMk cId="1595954017" sldId="313"/>
        </pc:sldMkLst>
        <pc:spChg chg="add mod">
          <ac:chgData name="Abdalla Mukhaimer, Widad" userId="eed79641-8d75-4c66-a669-438ad56aff06" providerId="ADAL" clId="{E8CAD9F5-C447-46AD-8385-0D95308312BD}" dt="2024-10-21T04:59:54.787" v="224" actId="1076"/>
          <ac:spMkLst>
            <pc:docMk/>
            <pc:sldMk cId="1595954017" sldId="313"/>
            <ac:spMk id="3" creationId="{D413F6EF-0762-71DA-DBE2-A11F6290E12F}"/>
          </ac:spMkLst>
        </pc:spChg>
        <pc:picChg chg="add mod">
          <ac:chgData name="Abdalla Mukhaimer, Widad" userId="eed79641-8d75-4c66-a669-438ad56aff06" providerId="ADAL" clId="{E8CAD9F5-C447-46AD-8385-0D95308312BD}" dt="2024-10-21T04:59:56.192" v="225" actId="1076"/>
          <ac:picMkLst>
            <pc:docMk/>
            <pc:sldMk cId="1595954017" sldId="313"/>
            <ac:picMk id="5" creationId="{3E975F65-DE8C-B418-E41A-0CEBBBBEE541}"/>
          </ac:picMkLst>
        </pc:picChg>
        <pc:picChg chg="add mod">
          <ac:chgData name="Abdalla Mukhaimer, Widad" userId="eed79641-8d75-4c66-a669-438ad56aff06" providerId="ADAL" clId="{E8CAD9F5-C447-46AD-8385-0D95308312BD}" dt="2024-10-21T04:59:59.547" v="227" actId="1076"/>
          <ac:picMkLst>
            <pc:docMk/>
            <pc:sldMk cId="1595954017" sldId="313"/>
            <ac:picMk id="7" creationId="{C73AC9A8-96D2-50D7-00E8-323DC55E1AAF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13098977" sldId="314"/>
        </pc:sldMkLst>
      </pc:sldChg>
      <pc:sldChg chg="addSp modSp add mod">
        <pc:chgData name="Abdalla Mukhaimer, Widad" userId="eed79641-8d75-4c66-a669-438ad56aff06" providerId="ADAL" clId="{E8CAD9F5-C447-46AD-8385-0D95308312BD}" dt="2024-10-21T05:02:13.875" v="253" actId="1076"/>
        <pc:sldMkLst>
          <pc:docMk/>
          <pc:sldMk cId="2212542975" sldId="314"/>
        </pc:sldMkLst>
        <pc:spChg chg="add mod">
          <ac:chgData name="Abdalla Mukhaimer, Widad" userId="eed79641-8d75-4c66-a669-438ad56aff06" providerId="ADAL" clId="{E8CAD9F5-C447-46AD-8385-0D95308312BD}" dt="2024-10-21T05:02:00.130" v="244" actId="255"/>
          <ac:spMkLst>
            <pc:docMk/>
            <pc:sldMk cId="2212542975" sldId="314"/>
            <ac:spMk id="3" creationId="{4D96B190-3E92-380F-5D46-54D3607B6937}"/>
          </ac:spMkLst>
        </pc:spChg>
        <pc:picChg chg="add mod">
          <ac:chgData name="Abdalla Mukhaimer, Widad" userId="eed79641-8d75-4c66-a669-438ad56aff06" providerId="ADAL" clId="{E8CAD9F5-C447-46AD-8385-0D95308312BD}" dt="2024-10-21T05:02:13.875" v="253" actId="1076"/>
          <ac:picMkLst>
            <pc:docMk/>
            <pc:sldMk cId="2212542975" sldId="314"/>
            <ac:picMk id="4" creationId="{9ED15807-7864-1E30-9E47-9CCCFE78D5AA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2:45.929" v="264" actId="1076"/>
        <pc:sldMkLst>
          <pc:docMk/>
          <pc:sldMk cId="1144066266" sldId="315"/>
        </pc:sldMkLst>
        <pc:spChg chg="add mod">
          <ac:chgData name="Abdalla Mukhaimer, Widad" userId="eed79641-8d75-4c66-a669-438ad56aff06" providerId="ADAL" clId="{E8CAD9F5-C447-46AD-8385-0D95308312BD}" dt="2024-10-21T05:02:22.617" v="254" actId="255"/>
          <ac:spMkLst>
            <pc:docMk/>
            <pc:sldMk cId="1144066266" sldId="315"/>
            <ac:spMk id="3" creationId="{58E4F826-DB3D-F775-C562-3C24644A9D83}"/>
          </ac:spMkLst>
        </pc:spChg>
        <pc:spChg chg="add mod">
          <ac:chgData name="Abdalla Mukhaimer, Widad" userId="eed79641-8d75-4c66-a669-438ad56aff06" providerId="ADAL" clId="{E8CAD9F5-C447-46AD-8385-0D95308312BD}" dt="2024-10-21T05:02:31.655" v="257" actId="1076"/>
          <ac:spMkLst>
            <pc:docMk/>
            <pc:sldMk cId="1144066266" sldId="315"/>
            <ac:spMk id="5" creationId="{79B59A1A-FC1E-90BE-0F06-F645BF8364DF}"/>
          </ac:spMkLst>
        </pc:spChg>
        <pc:spChg chg="add mod">
          <ac:chgData name="Abdalla Mukhaimer, Widad" userId="eed79641-8d75-4c66-a669-438ad56aff06" providerId="ADAL" clId="{E8CAD9F5-C447-46AD-8385-0D95308312BD}" dt="2024-10-21T05:02:38.545" v="259" actId="1076"/>
          <ac:spMkLst>
            <pc:docMk/>
            <pc:sldMk cId="1144066266" sldId="315"/>
            <ac:spMk id="7" creationId="{C524DA43-76DD-A855-F7E1-7E20DCB42D41}"/>
          </ac:spMkLst>
        </pc:spChg>
        <pc:picChg chg="add mod">
          <ac:chgData name="Abdalla Mukhaimer, Widad" userId="eed79641-8d75-4c66-a669-438ad56aff06" providerId="ADAL" clId="{E8CAD9F5-C447-46AD-8385-0D95308312BD}" dt="2024-10-21T05:02:45.929" v="264" actId="1076"/>
          <ac:picMkLst>
            <pc:docMk/>
            <pc:sldMk cId="1144066266" sldId="315"/>
            <ac:picMk id="8" creationId="{14F96524-45FA-2E34-825B-7B594B0DEF3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1527997979" sldId="315"/>
        </pc:sldMkLst>
      </pc:sldChg>
      <pc:sldChg chg="addSp modSp add mod">
        <pc:chgData name="Abdalla Mukhaimer, Widad" userId="eed79641-8d75-4c66-a669-438ad56aff06" providerId="ADAL" clId="{E8CAD9F5-C447-46AD-8385-0D95308312BD}" dt="2024-10-21T05:03:33.979" v="279" actId="20577"/>
        <pc:sldMkLst>
          <pc:docMk/>
          <pc:sldMk cId="280554529" sldId="316"/>
        </pc:sldMkLst>
        <pc:spChg chg="add mod">
          <ac:chgData name="Abdalla Mukhaimer, Widad" userId="eed79641-8d75-4c66-a669-438ad56aff06" providerId="ADAL" clId="{E8CAD9F5-C447-46AD-8385-0D95308312BD}" dt="2024-10-21T05:03:00.712" v="268" actId="14100"/>
          <ac:spMkLst>
            <pc:docMk/>
            <pc:sldMk cId="280554529" sldId="316"/>
            <ac:spMk id="3" creationId="{139E6CC0-1FB4-BFF9-B383-482832E57DAD}"/>
          </ac:spMkLst>
        </pc:spChg>
        <pc:spChg chg="add mod">
          <ac:chgData name="Abdalla Mukhaimer, Widad" userId="eed79641-8d75-4c66-a669-438ad56aff06" providerId="ADAL" clId="{E8CAD9F5-C447-46AD-8385-0D95308312BD}" dt="2024-10-21T05:03:33.979" v="279" actId="20577"/>
          <ac:spMkLst>
            <pc:docMk/>
            <pc:sldMk cId="280554529" sldId="316"/>
            <ac:spMk id="5" creationId="{404BCCA5-047C-5838-B5D2-45042797F7DC}"/>
          </ac:spMkLst>
        </pc:spChg>
        <pc:picChg chg="add mod">
          <ac:chgData name="Abdalla Mukhaimer, Widad" userId="eed79641-8d75-4c66-a669-438ad56aff06" providerId="ADAL" clId="{E8CAD9F5-C447-46AD-8385-0D95308312BD}" dt="2024-10-21T05:03:27.213" v="277" actId="14100"/>
          <ac:picMkLst>
            <pc:docMk/>
            <pc:sldMk cId="280554529" sldId="316"/>
            <ac:picMk id="6" creationId="{0DB2167D-34CF-8968-4AE4-BADF350E172C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3538312966" sldId="316"/>
        </pc:sldMkLst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857965072" sldId="317"/>
        </pc:sldMkLst>
      </pc:sldChg>
      <pc:sldChg chg="addSp modSp add mod">
        <pc:chgData name="Abdalla Mukhaimer, Widad" userId="eed79641-8d75-4c66-a669-438ad56aff06" providerId="ADAL" clId="{E8CAD9F5-C447-46AD-8385-0D95308312BD}" dt="2024-10-21T05:04:14.279" v="292" actId="1076"/>
        <pc:sldMkLst>
          <pc:docMk/>
          <pc:sldMk cId="1855780009" sldId="317"/>
        </pc:sldMkLst>
        <pc:spChg chg="add mod">
          <ac:chgData name="Abdalla Mukhaimer, Widad" userId="eed79641-8d75-4c66-a669-438ad56aff06" providerId="ADAL" clId="{E8CAD9F5-C447-46AD-8385-0D95308312BD}" dt="2024-10-21T05:03:51.448" v="283" actId="1076"/>
          <ac:spMkLst>
            <pc:docMk/>
            <pc:sldMk cId="1855780009" sldId="317"/>
            <ac:spMk id="3" creationId="{F0F2F0F0-E9CA-066C-5159-59E91A8504F4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4" creationId="{AAD365CF-FF0F-2D6C-E43E-D5A038658260}"/>
          </ac:spMkLst>
        </pc:spChg>
        <pc:spChg chg="add">
          <ac:chgData name="Abdalla Mukhaimer, Widad" userId="eed79641-8d75-4c66-a669-438ad56aff06" providerId="ADAL" clId="{E8CAD9F5-C447-46AD-8385-0D95308312BD}" dt="2024-10-21T04:55:01.208" v="129"/>
          <ac:spMkLst>
            <pc:docMk/>
            <pc:sldMk cId="1855780009" sldId="317"/>
            <ac:spMk id="5" creationId="{ABB406F3-D68F-9F34-0931-B68A0D3BF370}"/>
          </ac:spMkLst>
        </pc:spChg>
        <pc:spChg chg="add mod">
          <ac:chgData name="Abdalla Mukhaimer, Widad" userId="eed79641-8d75-4c66-a669-438ad56aff06" providerId="ADAL" clId="{E8CAD9F5-C447-46AD-8385-0D95308312BD}" dt="2024-10-21T05:04:14.279" v="292" actId="1076"/>
          <ac:spMkLst>
            <pc:docMk/>
            <pc:sldMk cId="1855780009" sldId="317"/>
            <ac:spMk id="8" creationId="{15F6889B-032E-A930-547D-D2C42CED25FD}"/>
          </ac:spMkLst>
        </pc:spChg>
        <pc:picChg chg="add mod">
          <ac:chgData name="Abdalla Mukhaimer, Widad" userId="eed79641-8d75-4c66-a669-438ad56aff06" providerId="ADAL" clId="{E8CAD9F5-C447-46AD-8385-0D95308312BD}" dt="2024-10-21T05:04:08.813" v="291" actId="1076"/>
          <ac:picMkLst>
            <pc:docMk/>
            <pc:sldMk cId="1855780009" sldId="317"/>
            <ac:picMk id="6" creationId="{29EB6EE8-C053-2F93-6926-06CC6F74B7E3}"/>
          </ac:picMkLst>
        </pc:picChg>
        <pc:picChg chg="add">
          <ac:chgData name="Abdalla Mukhaimer, Widad" userId="eed79641-8d75-4c66-a669-438ad56aff06" providerId="ADAL" clId="{E8CAD9F5-C447-46AD-8385-0D95308312BD}" dt="2024-10-21T04:55:01.208" v="129"/>
          <ac:picMkLst>
            <pc:docMk/>
            <pc:sldMk cId="1855780009" sldId="317"/>
            <ac:picMk id="2049" creationId="{B487D4D5-4ECE-453C-6F5C-E259E7AC5747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0:25.608" v="68" actId="2696"/>
        <pc:sldMkLst>
          <pc:docMk/>
          <pc:sldMk cId="649702712" sldId="318"/>
        </pc:sldMkLst>
      </pc:sldChg>
      <pc:sldChg chg="addSp modSp add mod">
        <pc:chgData name="Abdalla Mukhaimer, Widad" userId="eed79641-8d75-4c66-a669-438ad56aff06" providerId="ADAL" clId="{E8CAD9F5-C447-46AD-8385-0D95308312BD}" dt="2024-10-21T05:04:45.005" v="303" actId="1076"/>
        <pc:sldMkLst>
          <pc:docMk/>
          <pc:sldMk cId="2339884530" sldId="318"/>
        </pc:sldMkLst>
        <pc:spChg chg="add mod">
          <ac:chgData name="Abdalla Mukhaimer, Widad" userId="eed79641-8d75-4c66-a669-438ad56aff06" providerId="ADAL" clId="{E8CAD9F5-C447-46AD-8385-0D95308312BD}" dt="2024-10-21T05:04:30.679" v="296" actId="1076"/>
          <ac:spMkLst>
            <pc:docMk/>
            <pc:sldMk cId="2339884530" sldId="318"/>
            <ac:spMk id="3" creationId="{4C4AC1FB-7CF5-FBA4-2F87-7DF2D1EB650F}"/>
          </ac:spMkLst>
        </pc:spChg>
        <pc:spChg chg="add mod">
          <ac:chgData name="Abdalla Mukhaimer, Widad" userId="eed79641-8d75-4c66-a669-438ad56aff06" providerId="ADAL" clId="{E8CAD9F5-C447-46AD-8385-0D95308312BD}" dt="2024-10-21T05:04:39.378" v="299" actId="1076"/>
          <ac:spMkLst>
            <pc:docMk/>
            <pc:sldMk cId="2339884530" sldId="318"/>
            <ac:spMk id="5" creationId="{5E20082E-F791-DB83-9FDC-1E1ACC5ECA92}"/>
          </ac:spMkLst>
        </pc:spChg>
        <pc:spChg chg="add mod">
          <ac:chgData name="Abdalla Mukhaimer, Widad" userId="eed79641-8d75-4c66-a669-438ad56aff06" providerId="ADAL" clId="{E8CAD9F5-C447-46AD-8385-0D95308312BD}" dt="2024-10-21T05:04:24.620" v="294" actId="1076"/>
          <ac:spMkLst>
            <pc:docMk/>
            <pc:sldMk cId="2339884530" sldId="318"/>
            <ac:spMk id="7" creationId="{A2B1C0D8-1E8B-1140-7D79-FE65266BA93D}"/>
          </ac:spMkLst>
        </pc:spChg>
        <pc:picChg chg="add mod">
          <ac:chgData name="Abdalla Mukhaimer, Widad" userId="eed79641-8d75-4c66-a669-438ad56aff06" providerId="ADAL" clId="{E8CAD9F5-C447-46AD-8385-0D95308312BD}" dt="2024-10-21T05:04:45.005" v="303" actId="1076"/>
          <ac:picMkLst>
            <pc:docMk/>
            <pc:sldMk cId="2339884530" sldId="318"/>
            <ac:picMk id="8" creationId="{D988B579-6653-B2AA-151C-DD5EFDC4E4C6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07.274" v="310" actId="1076"/>
        <pc:sldMkLst>
          <pc:docMk/>
          <pc:sldMk cId="645209246" sldId="319"/>
        </pc:sldMkLst>
        <pc:spChg chg="add mod">
          <ac:chgData name="Abdalla Mukhaimer, Widad" userId="eed79641-8d75-4c66-a669-438ad56aff06" providerId="ADAL" clId="{E8CAD9F5-C447-46AD-8385-0D95308312BD}" dt="2024-10-21T05:04:55.928" v="306" actId="1076"/>
          <ac:spMkLst>
            <pc:docMk/>
            <pc:sldMk cId="645209246" sldId="319"/>
            <ac:spMk id="3" creationId="{6FD35C31-B2FF-B029-E896-4F6A31219839}"/>
          </ac:spMkLst>
        </pc:spChg>
        <pc:spChg chg="add mod">
          <ac:chgData name="Abdalla Mukhaimer, Widad" userId="eed79641-8d75-4c66-a669-438ad56aff06" providerId="ADAL" clId="{E8CAD9F5-C447-46AD-8385-0D95308312BD}" dt="2024-10-21T05:05:03.092" v="308" actId="1076"/>
          <ac:spMkLst>
            <pc:docMk/>
            <pc:sldMk cId="645209246" sldId="319"/>
            <ac:spMk id="5" creationId="{B8E98F01-BAB2-24FD-DC70-F246D0D92E4D}"/>
          </ac:spMkLst>
        </pc:spChg>
        <pc:picChg chg="add mod">
          <ac:chgData name="Abdalla Mukhaimer, Widad" userId="eed79641-8d75-4c66-a669-438ad56aff06" providerId="ADAL" clId="{E8CAD9F5-C447-46AD-8385-0D95308312BD}" dt="2024-10-21T05:05:07.274" v="310" actId="1076"/>
          <ac:picMkLst>
            <pc:docMk/>
            <pc:sldMk cId="645209246" sldId="319"/>
            <ac:picMk id="6" creationId="{F8C79579-C702-1057-68E0-0E97E9DD3820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27.646" v="317" actId="1076"/>
        <pc:sldMkLst>
          <pc:docMk/>
          <pc:sldMk cId="3983598069" sldId="320"/>
        </pc:sldMkLst>
        <pc:spChg chg="add mod">
          <ac:chgData name="Abdalla Mukhaimer, Widad" userId="eed79641-8d75-4c66-a669-438ad56aff06" providerId="ADAL" clId="{E8CAD9F5-C447-46AD-8385-0D95308312BD}" dt="2024-10-21T05:05:18.138" v="313" actId="1076"/>
          <ac:spMkLst>
            <pc:docMk/>
            <pc:sldMk cId="3983598069" sldId="320"/>
            <ac:spMk id="3" creationId="{FD6F1651-EEEC-7426-90AD-7765BA655BF1}"/>
          </ac:spMkLst>
        </pc:spChg>
        <pc:spChg chg="add mod">
          <ac:chgData name="Abdalla Mukhaimer, Widad" userId="eed79641-8d75-4c66-a669-438ad56aff06" providerId="ADAL" clId="{E8CAD9F5-C447-46AD-8385-0D95308312BD}" dt="2024-10-21T05:05:24.122" v="315" actId="1076"/>
          <ac:spMkLst>
            <pc:docMk/>
            <pc:sldMk cId="3983598069" sldId="320"/>
            <ac:spMk id="5" creationId="{CE289C9E-F6E3-21EB-9858-971BD8284A05}"/>
          </ac:spMkLst>
        </pc:spChg>
        <pc:picChg chg="add mod">
          <ac:chgData name="Abdalla Mukhaimer, Widad" userId="eed79641-8d75-4c66-a669-438ad56aff06" providerId="ADAL" clId="{E8CAD9F5-C447-46AD-8385-0D95308312BD}" dt="2024-10-21T05:05:27.646" v="317" actId="1076"/>
          <ac:picMkLst>
            <pc:docMk/>
            <pc:sldMk cId="3983598069" sldId="320"/>
            <ac:picMk id="6" creationId="{E33A775C-AEE2-50F9-02EE-C67FD99F6719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5:53.033" v="326" actId="1076"/>
        <pc:sldMkLst>
          <pc:docMk/>
          <pc:sldMk cId="3744503788" sldId="321"/>
        </pc:sldMkLst>
        <pc:spChg chg="add mod">
          <ac:chgData name="Abdalla Mukhaimer, Widad" userId="eed79641-8d75-4c66-a669-438ad56aff06" providerId="ADAL" clId="{E8CAD9F5-C447-46AD-8385-0D95308312BD}" dt="2024-10-21T05:05:36.046" v="319" actId="1076"/>
          <ac:spMkLst>
            <pc:docMk/>
            <pc:sldMk cId="3744503788" sldId="321"/>
            <ac:spMk id="3" creationId="{78451B12-24FE-D9F3-A17A-6F86C2EBD39B}"/>
          </ac:spMkLst>
        </pc:spChg>
        <pc:spChg chg="add mod">
          <ac:chgData name="Abdalla Mukhaimer, Widad" userId="eed79641-8d75-4c66-a669-438ad56aff06" providerId="ADAL" clId="{E8CAD9F5-C447-46AD-8385-0D95308312BD}" dt="2024-10-21T05:05:43.517" v="322" actId="1076"/>
          <ac:spMkLst>
            <pc:docMk/>
            <pc:sldMk cId="3744503788" sldId="321"/>
            <ac:spMk id="5" creationId="{9D6D77AE-14E7-5FF1-ACAA-ABF0E6EE1B1A}"/>
          </ac:spMkLst>
        </pc:spChg>
        <pc:spChg chg="add mod">
          <ac:chgData name="Abdalla Mukhaimer, Widad" userId="eed79641-8d75-4c66-a669-438ad56aff06" providerId="ADAL" clId="{E8CAD9F5-C447-46AD-8385-0D95308312BD}" dt="2024-10-21T05:05:49.262" v="324" actId="1076"/>
          <ac:spMkLst>
            <pc:docMk/>
            <pc:sldMk cId="3744503788" sldId="321"/>
            <ac:spMk id="7" creationId="{F3A5AE60-6BA9-548A-7B66-5972AD7D4E2A}"/>
          </ac:spMkLst>
        </pc:spChg>
        <pc:picChg chg="add mod">
          <ac:chgData name="Abdalla Mukhaimer, Widad" userId="eed79641-8d75-4c66-a669-438ad56aff06" providerId="ADAL" clId="{E8CAD9F5-C447-46AD-8385-0D95308312BD}" dt="2024-10-21T05:05:53.033" v="326" actId="1076"/>
          <ac:picMkLst>
            <pc:docMk/>
            <pc:sldMk cId="3744503788" sldId="321"/>
            <ac:picMk id="8" creationId="{8F689785-AAA4-A601-0A17-633ADF018B04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16.280" v="336" actId="1076"/>
        <pc:sldMkLst>
          <pc:docMk/>
          <pc:sldMk cId="1002169850" sldId="322"/>
        </pc:sldMkLst>
        <pc:spChg chg="add mod">
          <ac:chgData name="Abdalla Mukhaimer, Widad" userId="eed79641-8d75-4c66-a669-438ad56aff06" providerId="ADAL" clId="{E8CAD9F5-C447-46AD-8385-0D95308312BD}" dt="2024-10-21T05:06:04.795" v="330" actId="1076"/>
          <ac:spMkLst>
            <pc:docMk/>
            <pc:sldMk cId="1002169850" sldId="322"/>
            <ac:spMk id="3" creationId="{E6AD96ED-5C86-A566-59B6-5C044BBE6C97}"/>
          </ac:spMkLst>
        </pc:spChg>
        <pc:spChg chg="add mod">
          <ac:chgData name="Abdalla Mukhaimer, Widad" userId="eed79641-8d75-4c66-a669-438ad56aff06" providerId="ADAL" clId="{E8CAD9F5-C447-46AD-8385-0D95308312BD}" dt="2024-10-21T05:06:08.571" v="331" actId="255"/>
          <ac:spMkLst>
            <pc:docMk/>
            <pc:sldMk cId="1002169850" sldId="322"/>
            <ac:spMk id="5" creationId="{DB3F5E55-BCA3-1C0F-A564-F129CBE6B28F}"/>
          </ac:spMkLst>
        </pc:spChg>
        <pc:picChg chg="add mod">
          <ac:chgData name="Abdalla Mukhaimer, Widad" userId="eed79641-8d75-4c66-a669-438ad56aff06" providerId="ADAL" clId="{E8CAD9F5-C447-46AD-8385-0D95308312BD}" dt="2024-10-21T05:06:16.280" v="336" actId="1076"/>
          <ac:picMkLst>
            <pc:docMk/>
            <pc:sldMk cId="1002169850" sldId="322"/>
            <ac:picMk id="6" creationId="{97AB0C18-D765-F2D1-5247-3DB368FB8847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6:55.060" v="349" actId="1076"/>
        <pc:sldMkLst>
          <pc:docMk/>
          <pc:sldMk cId="578352598" sldId="323"/>
        </pc:sldMkLst>
        <pc:spChg chg="add mod">
          <ac:chgData name="Abdalla Mukhaimer, Widad" userId="eed79641-8d75-4c66-a669-438ad56aff06" providerId="ADAL" clId="{E8CAD9F5-C447-46AD-8385-0D95308312BD}" dt="2024-10-21T05:06:24.655" v="338" actId="1076"/>
          <ac:spMkLst>
            <pc:docMk/>
            <pc:sldMk cId="578352598" sldId="323"/>
            <ac:spMk id="3" creationId="{8537C7F5-EEF7-B60F-F550-40B1B6D2937C}"/>
          </ac:spMkLst>
        </pc:spChg>
        <pc:spChg chg="add mod">
          <ac:chgData name="Abdalla Mukhaimer, Widad" userId="eed79641-8d75-4c66-a669-438ad56aff06" providerId="ADAL" clId="{E8CAD9F5-C447-46AD-8385-0D95308312BD}" dt="2024-10-21T05:06:36.643" v="342" actId="1076"/>
          <ac:spMkLst>
            <pc:docMk/>
            <pc:sldMk cId="578352598" sldId="323"/>
            <ac:spMk id="5" creationId="{B679549F-EC04-CDD5-9231-DEB00F957DCC}"/>
          </ac:spMkLst>
        </pc:spChg>
        <pc:spChg chg="add mod">
          <ac:chgData name="Abdalla Mukhaimer, Widad" userId="eed79641-8d75-4c66-a669-438ad56aff06" providerId="ADAL" clId="{E8CAD9F5-C447-46AD-8385-0D95308312BD}" dt="2024-10-21T05:06:51.190" v="347" actId="1076"/>
          <ac:spMkLst>
            <pc:docMk/>
            <pc:sldMk cId="578352598" sldId="323"/>
            <ac:spMk id="7" creationId="{5CF4F021-72E5-3FFC-0522-BD29CD687E33}"/>
          </ac:spMkLst>
        </pc:spChg>
        <pc:picChg chg="add mod">
          <ac:chgData name="Abdalla Mukhaimer, Widad" userId="eed79641-8d75-4c66-a669-438ad56aff06" providerId="ADAL" clId="{E8CAD9F5-C447-46AD-8385-0D95308312BD}" dt="2024-10-21T05:06:55.060" v="349" actId="1076"/>
          <ac:picMkLst>
            <pc:docMk/>
            <pc:sldMk cId="578352598" sldId="323"/>
            <ac:picMk id="8" creationId="{8E9CF5D7-3718-FF4B-F069-47F3D4F65CB8}"/>
          </ac:picMkLst>
        </pc:picChg>
      </pc:sldChg>
      <pc:sldChg chg="addSp modSp add mod">
        <pc:chgData name="Abdalla Mukhaimer, Widad" userId="eed79641-8d75-4c66-a669-438ad56aff06" providerId="ADAL" clId="{E8CAD9F5-C447-46AD-8385-0D95308312BD}" dt="2024-10-21T05:07:48.150" v="366" actId="1076"/>
        <pc:sldMkLst>
          <pc:docMk/>
          <pc:sldMk cId="544336040" sldId="324"/>
        </pc:sldMkLst>
        <pc:spChg chg="add mod">
          <ac:chgData name="Abdalla Mukhaimer, Widad" userId="eed79641-8d75-4c66-a669-438ad56aff06" providerId="ADAL" clId="{E8CAD9F5-C447-46AD-8385-0D95308312BD}" dt="2024-10-21T05:07:07.475" v="353" actId="1076"/>
          <ac:spMkLst>
            <pc:docMk/>
            <pc:sldMk cId="544336040" sldId="324"/>
            <ac:spMk id="3" creationId="{A6D86BCB-1719-518B-B593-198C3C7B3583}"/>
          </ac:spMkLst>
        </pc:spChg>
        <pc:spChg chg="add mod">
          <ac:chgData name="Abdalla Mukhaimer, Widad" userId="eed79641-8d75-4c66-a669-438ad56aff06" providerId="ADAL" clId="{E8CAD9F5-C447-46AD-8385-0D95308312BD}" dt="2024-10-21T05:07:43.876" v="364" actId="1076"/>
          <ac:spMkLst>
            <pc:docMk/>
            <pc:sldMk cId="544336040" sldId="324"/>
            <ac:spMk id="6" creationId="{92C45F7F-4563-7E51-111D-555677F64412}"/>
          </ac:spMkLst>
        </pc:spChg>
        <pc:picChg chg="add mod">
          <ac:chgData name="Abdalla Mukhaimer, Widad" userId="eed79641-8d75-4c66-a669-438ad56aff06" providerId="ADAL" clId="{E8CAD9F5-C447-46AD-8385-0D95308312BD}" dt="2024-10-21T05:07:48.150" v="366" actId="1076"/>
          <ac:picMkLst>
            <pc:docMk/>
            <pc:sldMk cId="544336040" sldId="324"/>
            <ac:picMk id="4" creationId="{72FF98E2-E615-5862-C206-EBBDD013C376}"/>
          </ac:picMkLst>
        </pc:picChg>
      </pc:sldChg>
      <pc:sldChg chg="add del">
        <pc:chgData name="Abdalla Mukhaimer, Widad" userId="eed79641-8d75-4c66-a669-438ad56aff06" providerId="ADAL" clId="{E8CAD9F5-C447-46AD-8385-0D95308312BD}" dt="2024-10-21T04:58:37.071" v="195" actId="47"/>
        <pc:sldMkLst>
          <pc:docMk/>
          <pc:sldMk cId="514928190" sldId="325"/>
        </pc:sldMkLst>
      </pc:sldChg>
    </pc:docChg>
  </pc:docChgLst>
  <pc:docChgLst>
    <pc:chgData name="Abdalla Mukhaimer, Widad" userId="eed79641-8d75-4c66-a669-438ad56aff06" providerId="ADAL" clId="{68ABF626-A2FC-4BD9-8915-C5E7873690A6}"/>
    <pc:docChg chg="custSel addSld delSld modSld">
      <pc:chgData name="Abdalla Mukhaimer, Widad" userId="eed79641-8d75-4c66-a669-438ad56aff06" providerId="ADAL" clId="{68ABF626-A2FC-4BD9-8915-C5E7873690A6}" dt="2024-10-24T19:35:31.001" v="525" actId="1076"/>
      <pc:docMkLst>
        <pc:docMk/>
      </pc:docMkLst>
      <pc:sldChg chg="modSp mod">
        <pc:chgData name="Abdalla Mukhaimer, Widad" userId="eed79641-8d75-4c66-a669-438ad56aff06" providerId="ADAL" clId="{68ABF626-A2FC-4BD9-8915-C5E7873690A6}" dt="2024-10-24T19:10:05.950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68ABF626-A2FC-4BD9-8915-C5E7873690A6}" dt="2024-10-24T19:10:05.950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addSp delSp modSp mod">
        <pc:chgData name="Abdalla Mukhaimer, Widad" userId="eed79641-8d75-4c66-a669-438ad56aff06" providerId="ADAL" clId="{68ABF626-A2FC-4BD9-8915-C5E7873690A6}" dt="2024-10-24T19:11:14.364" v="74" actId="1076"/>
        <pc:sldMkLst>
          <pc:docMk/>
          <pc:sldMk cId="1993590842" sldId="257"/>
        </pc:sldMkLst>
        <pc:spChg chg="mod">
          <ac:chgData name="Abdalla Mukhaimer, Widad" userId="eed79641-8d75-4c66-a669-438ad56aff06" providerId="ADAL" clId="{68ABF626-A2FC-4BD9-8915-C5E7873690A6}" dt="2024-10-24T19:10:51.537" v="52" actId="20577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14.364" v="74" actId="1076"/>
          <ac:picMkLst>
            <pc:docMk/>
            <pc:sldMk cId="1993590842" sldId="257"/>
            <ac:picMk id="2" creationId="{EC308465-0AAF-2FAC-EADE-2147EF7F8962}"/>
          </ac:picMkLst>
        </pc:picChg>
        <pc:picChg chg="del">
          <ac:chgData name="Abdalla Mukhaimer, Widad" userId="eed79641-8d75-4c66-a669-438ad56aff06" providerId="ADAL" clId="{68ABF626-A2FC-4BD9-8915-C5E7873690A6}" dt="2024-10-24T19:10:08.952" v="1" actId="478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396014645" sldId="258"/>
        </pc:sldMkLst>
      </pc:sldChg>
      <pc:sldChg chg="addSp delSp modSp new mod">
        <pc:chgData name="Abdalla Mukhaimer, Widad" userId="eed79641-8d75-4c66-a669-438ad56aff06" providerId="ADAL" clId="{68ABF626-A2FC-4BD9-8915-C5E7873690A6}" dt="2024-10-24T19:17:43.703" v="139" actId="1076"/>
        <pc:sldMkLst>
          <pc:docMk/>
          <pc:sldMk cId="3822914983" sldId="258"/>
        </pc:sldMkLst>
        <pc:spChg chg="add mod">
          <ac:chgData name="Abdalla Mukhaimer, Widad" userId="eed79641-8d75-4c66-a669-438ad56aff06" providerId="ADAL" clId="{68ABF626-A2FC-4BD9-8915-C5E7873690A6}" dt="2024-10-24T19:17:43.703" v="139" actId="1076"/>
          <ac:spMkLst>
            <pc:docMk/>
            <pc:sldMk cId="3822914983" sldId="258"/>
            <ac:spMk id="4" creationId="{BB64267E-B14E-BD23-B48F-2B524CA06A45}"/>
          </ac:spMkLst>
        </pc:spChg>
        <pc:picChg chg="add del mod">
          <ac:chgData name="Abdalla Mukhaimer, Widad" userId="eed79641-8d75-4c66-a669-438ad56aff06" providerId="ADAL" clId="{68ABF626-A2FC-4BD9-8915-C5E7873690A6}" dt="2024-10-24T19:17:22.934" v="132" actId="478"/>
          <ac:picMkLst>
            <pc:docMk/>
            <pc:sldMk cId="3822914983" sldId="258"/>
            <ac:picMk id="2" creationId="{0A5A33E0-C81B-1242-C8B6-56288C49E68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215906862" sldId="259"/>
        </pc:sldMkLst>
      </pc:sldChg>
      <pc:sldChg chg="addSp modSp add mod">
        <pc:chgData name="Abdalla Mukhaimer, Widad" userId="eed79641-8d75-4c66-a669-438ad56aff06" providerId="ADAL" clId="{68ABF626-A2FC-4BD9-8915-C5E7873690A6}" dt="2024-10-24T19:18:55.802" v="162" actId="1076"/>
        <pc:sldMkLst>
          <pc:docMk/>
          <pc:sldMk cId="2296290643" sldId="259"/>
        </pc:sldMkLst>
        <pc:spChg chg="add mod">
          <ac:chgData name="Abdalla Mukhaimer, Widad" userId="eed79641-8d75-4c66-a669-438ad56aff06" providerId="ADAL" clId="{68ABF626-A2FC-4BD9-8915-C5E7873690A6}" dt="2024-10-24T19:18:53.468" v="161" actId="1076"/>
          <ac:spMkLst>
            <pc:docMk/>
            <pc:sldMk cId="2296290643" sldId="259"/>
            <ac:spMk id="4" creationId="{A005C7D5-CF23-0351-8A6D-425A4865BA1B}"/>
          </ac:spMkLst>
        </pc:spChg>
        <pc:picChg chg="add mod">
          <ac:chgData name="Abdalla Mukhaimer, Widad" userId="eed79641-8d75-4c66-a669-438ad56aff06" providerId="ADAL" clId="{68ABF626-A2FC-4BD9-8915-C5E7873690A6}" dt="2024-10-24T19:18:55.802" v="162" actId="1076"/>
          <ac:picMkLst>
            <pc:docMk/>
            <pc:sldMk cId="2296290643" sldId="259"/>
            <ac:picMk id="2" creationId="{FE28998A-C747-CE72-1F0F-1096FAFBCE8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55976737" sldId="260"/>
        </pc:sldMkLst>
      </pc:sldChg>
      <pc:sldChg chg="addSp modSp add mod">
        <pc:chgData name="Abdalla Mukhaimer, Widad" userId="eed79641-8d75-4c66-a669-438ad56aff06" providerId="ADAL" clId="{68ABF626-A2FC-4BD9-8915-C5E7873690A6}" dt="2024-10-24T19:19:41.865" v="175" actId="1076"/>
        <pc:sldMkLst>
          <pc:docMk/>
          <pc:sldMk cId="3839960161" sldId="260"/>
        </pc:sldMkLst>
        <pc:spChg chg="add mod ord">
          <ac:chgData name="Abdalla Mukhaimer, Widad" userId="eed79641-8d75-4c66-a669-438ad56aff06" providerId="ADAL" clId="{68ABF626-A2FC-4BD9-8915-C5E7873690A6}" dt="2024-10-24T19:19:39.096" v="174" actId="255"/>
          <ac:spMkLst>
            <pc:docMk/>
            <pc:sldMk cId="3839960161" sldId="260"/>
            <ac:spMk id="4" creationId="{A0AE2F6B-1E26-80E8-C500-0C7BB63D10C7}"/>
          </ac:spMkLst>
        </pc:spChg>
        <pc:picChg chg="add mod ord">
          <ac:chgData name="Abdalla Mukhaimer, Widad" userId="eed79641-8d75-4c66-a669-438ad56aff06" providerId="ADAL" clId="{68ABF626-A2FC-4BD9-8915-C5E7873690A6}" dt="2024-10-24T19:19:41.865" v="175" actId="1076"/>
          <ac:picMkLst>
            <pc:docMk/>
            <pc:sldMk cId="3839960161" sldId="260"/>
            <ac:picMk id="2" creationId="{A8E84958-BD02-7558-A230-931A77D1DE9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06249138" sldId="261"/>
        </pc:sldMkLst>
      </pc:sldChg>
      <pc:sldChg chg="addSp modSp add mod">
        <pc:chgData name="Abdalla Mukhaimer, Widad" userId="eed79641-8d75-4c66-a669-438ad56aff06" providerId="ADAL" clId="{68ABF626-A2FC-4BD9-8915-C5E7873690A6}" dt="2024-10-24T19:24:37.868" v="243" actId="1076"/>
        <pc:sldMkLst>
          <pc:docMk/>
          <pc:sldMk cId="3803587831" sldId="261"/>
        </pc:sldMkLst>
        <pc:spChg chg="add mod">
          <ac:chgData name="Abdalla Mukhaimer, Widad" userId="eed79641-8d75-4c66-a669-438ad56aff06" providerId="ADAL" clId="{68ABF626-A2FC-4BD9-8915-C5E7873690A6}" dt="2024-10-24T19:19:52.292" v="178" actId="255"/>
          <ac:spMkLst>
            <pc:docMk/>
            <pc:sldMk cId="3803587831" sldId="261"/>
            <ac:spMk id="4" creationId="{8D6EE780-2B42-D7C9-0A36-1FA3E904CB06}"/>
          </ac:spMkLst>
        </pc:spChg>
        <pc:picChg chg="add mod">
          <ac:chgData name="Abdalla Mukhaimer, Widad" userId="eed79641-8d75-4c66-a669-438ad56aff06" providerId="ADAL" clId="{68ABF626-A2FC-4BD9-8915-C5E7873690A6}" dt="2024-10-24T19:24:37.868" v="243" actId="1076"/>
          <ac:picMkLst>
            <pc:docMk/>
            <pc:sldMk cId="3803587831" sldId="261"/>
            <ac:picMk id="2" creationId="{AB975939-EE6A-FE05-978B-6AB56533902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939110182" sldId="262"/>
        </pc:sldMkLst>
      </pc:sldChg>
      <pc:sldChg chg="addSp modSp add mod">
        <pc:chgData name="Abdalla Mukhaimer, Widad" userId="eed79641-8d75-4c66-a669-438ad56aff06" providerId="ADAL" clId="{68ABF626-A2FC-4BD9-8915-C5E7873690A6}" dt="2024-10-24T19:24:59.767" v="252" actId="1076"/>
        <pc:sldMkLst>
          <pc:docMk/>
          <pc:sldMk cId="2633099977" sldId="262"/>
        </pc:sldMkLst>
        <pc:spChg chg="add mod">
          <ac:chgData name="Abdalla Mukhaimer, Widad" userId="eed79641-8d75-4c66-a669-438ad56aff06" providerId="ADAL" clId="{68ABF626-A2FC-4BD9-8915-C5E7873690A6}" dt="2024-10-24T19:24:53.002" v="248" actId="14100"/>
          <ac:spMkLst>
            <pc:docMk/>
            <pc:sldMk cId="2633099977" sldId="262"/>
            <ac:spMk id="4" creationId="{3DA981F2-7B8D-1DDF-63BA-2AB444D1CB0D}"/>
          </ac:spMkLst>
        </pc:spChg>
        <pc:picChg chg="add mod ord">
          <ac:chgData name="Abdalla Mukhaimer, Widad" userId="eed79641-8d75-4c66-a669-438ad56aff06" providerId="ADAL" clId="{68ABF626-A2FC-4BD9-8915-C5E7873690A6}" dt="2024-10-24T19:24:59.767" v="252" actId="1076"/>
          <ac:picMkLst>
            <pc:docMk/>
            <pc:sldMk cId="2633099977" sldId="262"/>
            <ac:picMk id="2" creationId="{2C19603A-378B-69FB-47B0-4402AAD806B0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83636504" sldId="263"/>
        </pc:sldMkLst>
      </pc:sldChg>
      <pc:sldChg chg="addSp modSp add mod">
        <pc:chgData name="Abdalla Mukhaimer, Widad" userId="eed79641-8d75-4c66-a669-438ad56aff06" providerId="ADAL" clId="{68ABF626-A2FC-4BD9-8915-C5E7873690A6}" dt="2024-10-24T19:25:13.626" v="258" actId="14100"/>
        <pc:sldMkLst>
          <pc:docMk/>
          <pc:sldMk cId="3785793728" sldId="263"/>
        </pc:sldMkLst>
        <pc:spChg chg="add mod">
          <ac:chgData name="Abdalla Mukhaimer, Widad" userId="eed79641-8d75-4c66-a669-438ad56aff06" providerId="ADAL" clId="{68ABF626-A2FC-4BD9-8915-C5E7873690A6}" dt="2024-10-24T19:25:06.370" v="254" actId="14100"/>
          <ac:spMkLst>
            <pc:docMk/>
            <pc:sldMk cId="3785793728" sldId="263"/>
            <ac:spMk id="4" creationId="{8AD27E54-4544-A143-F86F-C591E0A33C20}"/>
          </ac:spMkLst>
        </pc:spChg>
        <pc:picChg chg="add mod">
          <ac:chgData name="Abdalla Mukhaimer, Widad" userId="eed79641-8d75-4c66-a669-438ad56aff06" providerId="ADAL" clId="{68ABF626-A2FC-4BD9-8915-C5E7873690A6}" dt="2024-10-24T19:25:13.626" v="258" actId="14100"/>
          <ac:picMkLst>
            <pc:docMk/>
            <pc:sldMk cId="3785793728" sldId="263"/>
            <ac:picMk id="2" creationId="{D936E68F-5A16-569B-33F8-53994041B0F5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04669952" sldId="264"/>
        </pc:sldMkLst>
      </pc:sldChg>
      <pc:sldChg chg="addSp modSp add mod">
        <pc:chgData name="Abdalla Mukhaimer, Widad" userId="eed79641-8d75-4c66-a669-438ad56aff06" providerId="ADAL" clId="{68ABF626-A2FC-4BD9-8915-C5E7873690A6}" dt="2024-10-24T19:25:27.504" v="264" actId="1076"/>
        <pc:sldMkLst>
          <pc:docMk/>
          <pc:sldMk cId="2530113349" sldId="264"/>
        </pc:sldMkLst>
        <pc:spChg chg="add mod">
          <ac:chgData name="Abdalla Mukhaimer, Widad" userId="eed79641-8d75-4c66-a669-438ad56aff06" providerId="ADAL" clId="{68ABF626-A2FC-4BD9-8915-C5E7873690A6}" dt="2024-10-24T19:25:22.921" v="261" actId="1076"/>
          <ac:spMkLst>
            <pc:docMk/>
            <pc:sldMk cId="2530113349" sldId="264"/>
            <ac:spMk id="4" creationId="{F76CA867-5A33-DCF2-33D7-90C02667AD13}"/>
          </ac:spMkLst>
        </pc:spChg>
        <pc:picChg chg="add mod">
          <ac:chgData name="Abdalla Mukhaimer, Widad" userId="eed79641-8d75-4c66-a669-438ad56aff06" providerId="ADAL" clId="{68ABF626-A2FC-4BD9-8915-C5E7873690A6}" dt="2024-10-24T19:25:27.504" v="264" actId="1076"/>
          <ac:picMkLst>
            <pc:docMk/>
            <pc:sldMk cId="2530113349" sldId="264"/>
            <ac:picMk id="2" creationId="{FB7E2151-125C-EEA3-06C0-76C4886440BD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546901984" sldId="265"/>
        </pc:sldMkLst>
      </pc:sldChg>
      <pc:sldChg chg="addSp modSp add mod">
        <pc:chgData name="Abdalla Mukhaimer, Widad" userId="eed79641-8d75-4c66-a669-438ad56aff06" providerId="ADAL" clId="{68ABF626-A2FC-4BD9-8915-C5E7873690A6}" dt="2024-10-24T19:25:44.776" v="271" actId="14100"/>
        <pc:sldMkLst>
          <pc:docMk/>
          <pc:sldMk cId="4149767526" sldId="265"/>
        </pc:sldMkLst>
        <pc:spChg chg="add mod ord">
          <ac:chgData name="Abdalla Mukhaimer, Widad" userId="eed79641-8d75-4c66-a669-438ad56aff06" providerId="ADAL" clId="{68ABF626-A2FC-4BD9-8915-C5E7873690A6}" dt="2024-10-24T19:25:39.220" v="267" actId="167"/>
          <ac:spMkLst>
            <pc:docMk/>
            <pc:sldMk cId="4149767526" sldId="265"/>
            <ac:spMk id="4" creationId="{8F739DE1-0A64-6867-DCAF-C6C285CC4FBB}"/>
          </ac:spMkLst>
        </pc:spChg>
        <pc:picChg chg="add mod">
          <ac:chgData name="Abdalla Mukhaimer, Widad" userId="eed79641-8d75-4c66-a669-438ad56aff06" providerId="ADAL" clId="{68ABF626-A2FC-4BD9-8915-C5E7873690A6}" dt="2024-10-24T19:25:44.776" v="271" actId="14100"/>
          <ac:picMkLst>
            <pc:docMk/>
            <pc:sldMk cId="4149767526" sldId="265"/>
            <ac:picMk id="2" creationId="{F7717FFA-3760-032D-6E43-9CFA6BDEB67C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41060149" sldId="266"/>
        </pc:sldMkLst>
      </pc:sldChg>
      <pc:sldChg chg="addSp modSp add mod">
        <pc:chgData name="Abdalla Mukhaimer, Widad" userId="eed79641-8d75-4c66-a669-438ad56aff06" providerId="ADAL" clId="{68ABF626-A2FC-4BD9-8915-C5E7873690A6}" dt="2024-10-24T19:25:59.653" v="274" actId="1076"/>
        <pc:sldMkLst>
          <pc:docMk/>
          <pc:sldMk cId="2815339782" sldId="266"/>
        </pc:sldMkLst>
        <pc:spChg chg="add mod">
          <ac:chgData name="Abdalla Mukhaimer, Widad" userId="eed79641-8d75-4c66-a669-438ad56aff06" providerId="ADAL" clId="{68ABF626-A2FC-4BD9-8915-C5E7873690A6}" dt="2024-10-24T19:25:59.653" v="274" actId="1076"/>
          <ac:spMkLst>
            <pc:docMk/>
            <pc:sldMk cId="2815339782" sldId="266"/>
            <ac:spMk id="3" creationId="{EFCB744B-3BC8-A940-0BD0-06DF1D6E2A00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721458959" sldId="267"/>
        </pc:sldMkLst>
      </pc:sldChg>
      <pc:sldChg chg="addSp modSp add mod">
        <pc:chgData name="Abdalla Mukhaimer, Widad" userId="eed79641-8d75-4c66-a669-438ad56aff06" providerId="ADAL" clId="{68ABF626-A2FC-4BD9-8915-C5E7873690A6}" dt="2024-10-24T19:26:24.595" v="279" actId="1076"/>
        <pc:sldMkLst>
          <pc:docMk/>
          <pc:sldMk cId="828316129" sldId="267"/>
        </pc:sldMkLst>
        <pc:spChg chg="add mod">
          <ac:chgData name="Abdalla Mukhaimer, Widad" userId="eed79641-8d75-4c66-a669-438ad56aff06" providerId="ADAL" clId="{68ABF626-A2FC-4BD9-8915-C5E7873690A6}" dt="2024-10-24T19:26:19.913" v="276" actId="1076"/>
          <ac:spMkLst>
            <pc:docMk/>
            <pc:sldMk cId="828316129" sldId="267"/>
            <ac:spMk id="4" creationId="{B573F237-B2F0-194A-9CD6-38F1EFEA48D4}"/>
          </ac:spMkLst>
        </pc:spChg>
        <pc:picChg chg="add mod">
          <ac:chgData name="Abdalla Mukhaimer, Widad" userId="eed79641-8d75-4c66-a669-438ad56aff06" providerId="ADAL" clId="{68ABF626-A2FC-4BD9-8915-C5E7873690A6}" dt="2024-10-24T19:26:24.595" v="279" actId="1076"/>
          <ac:picMkLst>
            <pc:docMk/>
            <pc:sldMk cId="828316129" sldId="267"/>
            <ac:picMk id="2" creationId="{7EF3DF18-9AAE-B341-45AF-71467CFDC0DA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7:03.341" v="292" actId="1076"/>
        <pc:sldMkLst>
          <pc:docMk/>
          <pc:sldMk cId="746977217" sldId="268"/>
        </pc:sldMkLst>
        <pc:spChg chg="add mod ord">
          <ac:chgData name="Abdalla Mukhaimer, Widad" userId="eed79641-8d75-4c66-a669-438ad56aff06" providerId="ADAL" clId="{68ABF626-A2FC-4BD9-8915-C5E7873690A6}" dt="2024-10-24T19:26:55.663" v="287" actId="255"/>
          <ac:spMkLst>
            <pc:docMk/>
            <pc:sldMk cId="746977217" sldId="268"/>
            <ac:spMk id="4" creationId="{0E0BDB10-08F6-6D29-AB25-007C15A8C1BB}"/>
          </ac:spMkLst>
        </pc:spChg>
        <pc:picChg chg="add mod">
          <ac:chgData name="Abdalla Mukhaimer, Widad" userId="eed79641-8d75-4c66-a669-438ad56aff06" providerId="ADAL" clId="{68ABF626-A2FC-4BD9-8915-C5E7873690A6}" dt="2024-10-24T19:27:03.341" v="292" actId="1076"/>
          <ac:picMkLst>
            <pc:docMk/>
            <pc:sldMk cId="746977217" sldId="268"/>
            <ac:picMk id="2" creationId="{3D69DFBF-518C-0AFE-BDE3-886B44E102F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829489500" sldId="268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9109919" sldId="269"/>
        </pc:sldMkLst>
      </pc:sldChg>
      <pc:sldChg chg="addSp modSp add mod">
        <pc:chgData name="Abdalla Mukhaimer, Widad" userId="eed79641-8d75-4c66-a669-438ad56aff06" providerId="ADAL" clId="{68ABF626-A2FC-4BD9-8915-C5E7873690A6}" dt="2024-10-24T19:27:38.005" v="300" actId="14100"/>
        <pc:sldMkLst>
          <pc:docMk/>
          <pc:sldMk cId="3380371759" sldId="269"/>
        </pc:sldMkLst>
        <pc:spChg chg="add mod ord">
          <ac:chgData name="Abdalla Mukhaimer, Widad" userId="eed79641-8d75-4c66-a669-438ad56aff06" providerId="ADAL" clId="{68ABF626-A2FC-4BD9-8915-C5E7873690A6}" dt="2024-10-24T19:27:30.594" v="296" actId="167"/>
          <ac:spMkLst>
            <pc:docMk/>
            <pc:sldMk cId="3380371759" sldId="269"/>
            <ac:spMk id="4" creationId="{8CE66DE4-3406-5ED3-6882-0FF7CA117DA5}"/>
          </ac:spMkLst>
        </pc:spChg>
        <pc:picChg chg="add mod">
          <ac:chgData name="Abdalla Mukhaimer, Widad" userId="eed79641-8d75-4c66-a669-438ad56aff06" providerId="ADAL" clId="{68ABF626-A2FC-4BD9-8915-C5E7873690A6}" dt="2024-10-24T19:27:38.005" v="300" actId="14100"/>
          <ac:picMkLst>
            <pc:docMk/>
            <pc:sldMk cId="3380371759" sldId="269"/>
            <ac:picMk id="2" creationId="{30BA169C-E416-2C3F-19D5-C0E20C41FC39}"/>
          </ac:picMkLst>
        </pc:picChg>
      </pc:sldChg>
      <pc:sldChg chg="addSp modSp add mod">
        <pc:chgData name="Abdalla Mukhaimer, Widad" userId="eed79641-8d75-4c66-a669-438ad56aff06" providerId="ADAL" clId="{68ABF626-A2FC-4BD9-8915-C5E7873690A6}" dt="2024-10-24T19:28:07.421" v="308" actId="1076"/>
        <pc:sldMkLst>
          <pc:docMk/>
          <pc:sldMk cId="940679707" sldId="270"/>
        </pc:sldMkLst>
        <pc:spChg chg="add mod ord">
          <ac:chgData name="Abdalla Mukhaimer, Widad" userId="eed79641-8d75-4c66-a669-438ad56aff06" providerId="ADAL" clId="{68ABF626-A2FC-4BD9-8915-C5E7873690A6}" dt="2024-10-24T19:28:00.218" v="305" actId="20577"/>
          <ac:spMkLst>
            <pc:docMk/>
            <pc:sldMk cId="940679707" sldId="270"/>
            <ac:spMk id="4" creationId="{A44BECB1-FAC6-F776-7161-836416AE5EEC}"/>
          </ac:spMkLst>
        </pc:spChg>
        <pc:picChg chg="add mod">
          <ac:chgData name="Abdalla Mukhaimer, Widad" userId="eed79641-8d75-4c66-a669-438ad56aff06" providerId="ADAL" clId="{68ABF626-A2FC-4BD9-8915-C5E7873690A6}" dt="2024-10-24T19:28:07.421" v="308" actId="1076"/>
          <ac:picMkLst>
            <pc:docMk/>
            <pc:sldMk cId="940679707" sldId="270"/>
            <ac:picMk id="2" creationId="{29F3176B-8349-7738-8884-5A0CA5D9E522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89037119" sldId="27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4171298" sldId="271"/>
        </pc:sldMkLst>
      </pc:sldChg>
      <pc:sldChg chg="addSp modSp add mod">
        <pc:chgData name="Abdalla Mukhaimer, Widad" userId="eed79641-8d75-4c66-a669-438ad56aff06" providerId="ADAL" clId="{68ABF626-A2FC-4BD9-8915-C5E7873690A6}" dt="2024-10-24T19:28:39.051" v="318" actId="14100"/>
        <pc:sldMkLst>
          <pc:docMk/>
          <pc:sldMk cId="1740582485" sldId="271"/>
        </pc:sldMkLst>
        <pc:spChg chg="add mod ord">
          <ac:chgData name="Abdalla Mukhaimer, Widad" userId="eed79641-8d75-4c66-a669-438ad56aff06" providerId="ADAL" clId="{68ABF626-A2FC-4BD9-8915-C5E7873690A6}" dt="2024-10-24T19:28:32.530" v="314" actId="167"/>
          <ac:spMkLst>
            <pc:docMk/>
            <pc:sldMk cId="1740582485" sldId="271"/>
            <ac:spMk id="4" creationId="{B8C9CB0B-7770-C095-82BC-C6F6AC54C917}"/>
          </ac:spMkLst>
        </pc:spChg>
        <pc:picChg chg="add mod">
          <ac:chgData name="Abdalla Mukhaimer, Widad" userId="eed79641-8d75-4c66-a669-438ad56aff06" providerId="ADAL" clId="{68ABF626-A2FC-4BD9-8915-C5E7873690A6}" dt="2024-10-24T19:28:39.051" v="318" actId="14100"/>
          <ac:picMkLst>
            <pc:docMk/>
            <pc:sldMk cId="1740582485" sldId="271"/>
            <ac:picMk id="2" creationId="{A202979A-0EC9-052B-9837-F04DF26B8F27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841702963" sldId="272"/>
        </pc:sldMkLst>
      </pc:sldChg>
      <pc:sldChg chg="addSp modSp add mod">
        <pc:chgData name="Abdalla Mukhaimer, Widad" userId="eed79641-8d75-4c66-a669-438ad56aff06" providerId="ADAL" clId="{68ABF626-A2FC-4BD9-8915-C5E7873690A6}" dt="2024-10-24T19:29:10.528" v="327" actId="122"/>
        <pc:sldMkLst>
          <pc:docMk/>
          <pc:sldMk cId="3002084988" sldId="272"/>
        </pc:sldMkLst>
        <pc:spChg chg="add mod">
          <ac:chgData name="Abdalla Mukhaimer, Widad" userId="eed79641-8d75-4c66-a669-438ad56aff06" providerId="ADAL" clId="{68ABF626-A2FC-4BD9-8915-C5E7873690A6}" dt="2024-10-24T19:29:10.528" v="327" actId="122"/>
          <ac:spMkLst>
            <pc:docMk/>
            <pc:sldMk cId="3002084988" sldId="272"/>
            <ac:spMk id="3" creationId="{3ABE6D9F-D264-96F0-70DC-A52249681862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0:12.166" v="344" actId="1076"/>
        <pc:sldMkLst>
          <pc:docMk/>
          <pc:sldMk cId="2330232824" sldId="273"/>
        </pc:sldMkLst>
        <pc:spChg chg="add mod ord">
          <ac:chgData name="Abdalla Mukhaimer, Widad" userId="eed79641-8d75-4c66-a669-438ad56aff06" providerId="ADAL" clId="{68ABF626-A2FC-4BD9-8915-C5E7873690A6}" dt="2024-10-24T19:29:55.302" v="337" actId="14100"/>
          <ac:spMkLst>
            <pc:docMk/>
            <pc:sldMk cId="2330232824" sldId="273"/>
            <ac:spMk id="4" creationId="{66DC2FAC-66DA-D77B-6C76-859503A34978}"/>
          </ac:spMkLst>
        </pc:spChg>
        <pc:picChg chg="add mod">
          <ac:chgData name="Abdalla Mukhaimer, Widad" userId="eed79641-8d75-4c66-a669-438ad56aff06" providerId="ADAL" clId="{68ABF626-A2FC-4BD9-8915-C5E7873690A6}" dt="2024-10-24T19:30:12.166" v="344" actId="1076"/>
          <ac:picMkLst>
            <pc:docMk/>
            <pc:sldMk cId="2330232824" sldId="273"/>
            <ac:picMk id="2" creationId="{354C8F94-E82F-4227-76C2-A76F7A54E51A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789894156" sldId="27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678823" sldId="274"/>
        </pc:sldMkLst>
      </pc:sldChg>
      <pc:sldChg chg="addSp modSp add mod">
        <pc:chgData name="Abdalla Mukhaimer, Widad" userId="eed79641-8d75-4c66-a669-438ad56aff06" providerId="ADAL" clId="{68ABF626-A2FC-4BD9-8915-C5E7873690A6}" dt="2024-10-24T19:30:46.117" v="354" actId="1076"/>
        <pc:sldMkLst>
          <pc:docMk/>
          <pc:sldMk cId="463550143" sldId="274"/>
        </pc:sldMkLst>
        <pc:spChg chg="add mod ord">
          <ac:chgData name="Abdalla Mukhaimer, Widad" userId="eed79641-8d75-4c66-a669-438ad56aff06" providerId="ADAL" clId="{68ABF626-A2FC-4BD9-8915-C5E7873690A6}" dt="2024-10-24T19:30:39.157" v="351" actId="255"/>
          <ac:spMkLst>
            <pc:docMk/>
            <pc:sldMk cId="463550143" sldId="274"/>
            <ac:spMk id="4" creationId="{3D632A84-AC9A-5F8B-7F85-371D7128FC5F}"/>
          </ac:spMkLst>
        </pc:spChg>
        <pc:picChg chg="add mod">
          <ac:chgData name="Abdalla Mukhaimer, Widad" userId="eed79641-8d75-4c66-a669-438ad56aff06" providerId="ADAL" clId="{68ABF626-A2FC-4BD9-8915-C5E7873690A6}" dt="2024-10-24T19:30:46.117" v="354" actId="1076"/>
          <ac:picMkLst>
            <pc:docMk/>
            <pc:sldMk cId="463550143" sldId="274"/>
            <ac:picMk id="2" creationId="{C727EC02-502E-D15A-E662-0F7A954B4BCE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25731203" sldId="275"/>
        </pc:sldMkLst>
      </pc:sldChg>
      <pc:sldChg chg="addSp modSp add mod">
        <pc:chgData name="Abdalla Mukhaimer, Widad" userId="eed79641-8d75-4c66-a669-438ad56aff06" providerId="ADAL" clId="{68ABF626-A2FC-4BD9-8915-C5E7873690A6}" dt="2024-10-24T19:31:16.679" v="374" actId="20577"/>
        <pc:sldMkLst>
          <pc:docMk/>
          <pc:sldMk cId="4291937327" sldId="275"/>
        </pc:sldMkLst>
        <pc:spChg chg="add mod">
          <ac:chgData name="Abdalla Mukhaimer, Widad" userId="eed79641-8d75-4c66-a669-438ad56aff06" providerId="ADAL" clId="{68ABF626-A2FC-4BD9-8915-C5E7873690A6}" dt="2024-10-24T19:31:16.679" v="374" actId="20577"/>
          <ac:spMkLst>
            <pc:docMk/>
            <pc:sldMk cId="4291937327" sldId="275"/>
            <ac:spMk id="3" creationId="{4536600C-E3B7-7F23-216F-BA533A4BD4D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1:48.163" v="384" actId="1076"/>
        <pc:sldMkLst>
          <pc:docMk/>
          <pc:sldMk cId="2237967327" sldId="276"/>
        </pc:sldMkLst>
        <pc:spChg chg="add mod ord">
          <ac:chgData name="Abdalla Mukhaimer, Widad" userId="eed79641-8d75-4c66-a669-438ad56aff06" providerId="ADAL" clId="{68ABF626-A2FC-4BD9-8915-C5E7873690A6}" dt="2024-10-24T19:31:43.784" v="381" actId="167"/>
          <ac:spMkLst>
            <pc:docMk/>
            <pc:sldMk cId="2237967327" sldId="276"/>
            <ac:spMk id="4" creationId="{24876D90-5A30-9CDE-9415-22BECD281265}"/>
          </ac:spMkLst>
        </pc:spChg>
        <pc:picChg chg="add mod">
          <ac:chgData name="Abdalla Mukhaimer, Widad" userId="eed79641-8d75-4c66-a669-438ad56aff06" providerId="ADAL" clId="{68ABF626-A2FC-4BD9-8915-C5E7873690A6}" dt="2024-10-24T19:31:48.163" v="384" actId="1076"/>
          <ac:picMkLst>
            <pc:docMk/>
            <pc:sldMk cId="2237967327" sldId="276"/>
            <ac:picMk id="2" creationId="{CEB85DA5-5D77-F1F5-1E84-E12CC724B60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015665845" sldId="276"/>
        </pc:sldMkLst>
      </pc:sldChg>
      <pc:sldChg chg="addSp modSp add mod">
        <pc:chgData name="Abdalla Mukhaimer, Widad" userId="eed79641-8d75-4c66-a669-438ad56aff06" providerId="ADAL" clId="{68ABF626-A2FC-4BD9-8915-C5E7873690A6}" dt="2024-10-24T19:32:42.886" v="421" actId="1076"/>
        <pc:sldMkLst>
          <pc:docMk/>
          <pc:sldMk cId="2157657898" sldId="277"/>
        </pc:sldMkLst>
        <pc:spChg chg="add mod ord">
          <ac:chgData name="Abdalla Mukhaimer, Widad" userId="eed79641-8d75-4c66-a669-438ad56aff06" providerId="ADAL" clId="{68ABF626-A2FC-4BD9-8915-C5E7873690A6}" dt="2024-10-24T19:32:37.283" v="418" actId="167"/>
          <ac:spMkLst>
            <pc:docMk/>
            <pc:sldMk cId="2157657898" sldId="277"/>
            <ac:spMk id="4" creationId="{800BAD20-FC10-9441-A64B-C5AFBC3B66A2}"/>
          </ac:spMkLst>
        </pc:spChg>
        <pc:picChg chg="add mod">
          <ac:chgData name="Abdalla Mukhaimer, Widad" userId="eed79641-8d75-4c66-a669-438ad56aff06" providerId="ADAL" clId="{68ABF626-A2FC-4BD9-8915-C5E7873690A6}" dt="2024-10-24T19:32:42.886" v="421" actId="1076"/>
          <ac:picMkLst>
            <pc:docMk/>
            <pc:sldMk cId="2157657898" sldId="277"/>
            <ac:picMk id="2" creationId="{55B87EB8-D932-A263-C4BA-173F94E5AAD3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705063114" sldId="277"/>
        </pc:sldMkLst>
      </pc:sldChg>
      <pc:sldChg chg="addSp modSp add mod">
        <pc:chgData name="Abdalla Mukhaimer, Widad" userId="eed79641-8d75-4c66-a669-438ad56aff06" providerId="ADAL" clId="{68ABF626-A2FC-4BD9-8915-C5E7873690A6}" dt="2024-10-24T19:33:18.103" v="457" actId="1076"/>
        <pc:sldMkLst>
          <pc:docMk/>
          <pc:sldMk cId="1254756078" sldId="278"/>
        </pc:sldMkLst>
        <pc:spChg chg="add mod ord">
          <ac:chgData name="Abdalla Mukhaimer, Widad" userId="eed79641-8d75-4c66-a669-438ad56aff06" providerId="ADAL" clId="{68ABF626-A2FC-4BD9-8915-C5E7873690A6}" dt="2024-10-24T19:33:13.958" v="454" actId="167"/>
          <ac:spMkLst>
            <pc:docMk/>
            <pc:sldMk cId="1254756078" sldId="278"/>
            <ac:spMk id="4" creationId="{62C45872-909D-EBF1-EB90-C0B4439C6855}"/>
          </ac:spMkLst>
        </pc:spChg>
        <pc:picChg chg="add mod">
          <ac:chgData name="Abdalla Mukhaimer, Widad" userId="eed79641-8d75-4c66-a669-438ad56aff06" providerId="ADAL" clId="{68ABF626-A2FC-4BD9-8915-C5E7873690A6}" dt="2024-10-24T19:33:18.103" v="457" actId="1076"/>
          <ac:picMkLst>
            <pc:docMk/>
            <pc:sldMk cId="1254756078" sldId="278"/>
            <ac:picMk id="2" creationId="{D2AD2F1A-B1B7-DFA1-ADFE-A0240C6F797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277562541" sldId="278"/>
        </pc:sldMkLst>
      </pc:sldChg>
      <pc:sldChg chg="addSp modSp add mod">
        <pc:chgData name="Abdalla Mukhaimer, Widad" userId="eed79641-8d75-4c66-a669-438ad56aff06" providerId="ADAL" clId="{68ABF626-A2FC-4BD9-8915-C5E7873690A6}" dt="2024-10-24T19:33:53.671" v="493" actId="14100"/>
        <pc:sldMkLst>
          <pc:docMk/>
          <pc:sldMk cId="1521480919" sldId="279"/>
        </pc:sldMkLst>
        <pc:spChg chg="add mod ord">
          <ac:chgData name="Abdalla Mukhaimer, Widad" userId="eed79641-8d75-4c66-a669-438ad56aff06" providerId="ADAL" clId="{68ABF626-A2FC-4BD9-8915-C5E7873690A6}" dt="2024-10-24T19:33:46.855" v="489" actId="167"/>
          <ac:spMkLst>
            <pc:docMk/>
            <pc:sldMk cId="1521480919" sldId="279"/>
            <ac:spMk id="4" creationId="{27DEA2D5-1077-6861-DBAE-7606F31314F8}"/>
          </ac:spMkLst>
        </pc:spChg>
        <pc:picChg chg="add mod">
          <ac:chgData name="Abdalla Mukhaimer, Widad" userId="eed79641-8d75-4c66-a669-438ad56aff06" providerId="ADAL" clId="{68ABF626-A2FC-4BD9-8915-C5E7873690A6}" dt="2024-10-24T19:33:53.671" v="493" actId="14100"/>
          <ac:picMkLst>
            <pc:docMk/>
            <pc:sldMk cId="1521480919" sldId="279"/>
            <ac:picMk id="2" creationId="{1D7135FA-3A2E-5F60-F5E9-A637F7284921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015917354" sldId="279"/>
        </pc:sldMkLst>
      </pc:sldChg>
      <pc:sldChg chg="addSp modSp add mod">
        <pc:chgData name="Abdalla Mukhaimer, Widad" userId="eed79641-8d75-4c66-a669-438ad56aff06" providerId="ADAL" clId="{68ABF626-A2FC-4BD9-8915-C5E7873690A6}" dt="2024-10-24T19:34:22.719" v="503" actId="1076"/>
        <pc:sldMkLst>
          <pc:docMk/>
          <pc:sldMk cId="3149079748" sldId="280"/>
        </pc:sldMkLst>
        <pc:spChg chg="add mod">
          <ac:chgData name="Abdalla Mukhaimer, Widad" userId="eed79641-8d75-4c66-a669-438ad56aff06" providerId="ADAL" clId="{68ABF626-A2FC-4BD9-8915-C5E7873690A6}" dt="2024-10-24T19:34:22.719" v="503" actId="1076"/>
          <ac:spMkLst>
            <pc:docMk/>
            <pc:sldMk cId="3149079748" sldId="280"/>
            <ac:spMk id="3" creationId="{F9685350-D95D-E97C-B53B-1EAF3EA144FC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236014210" sldId="281"/>
        </pc:sldMkLst>
      </pc:sldChg>
      <pc:sldChg chg="addSp modSp add mod">
        <pc:chgData name="Abdalla Mukhaimer, Widad" userId="eed79641-8d75-4c66-a669-438ad56aff06" providerId="ADAL" clId="{68ABF626-A2FC-4BD9-8915-C5E7873690A6}" dt="2024-10-24T19:34:58.035" v="511" actId="20577"/>
        <pc:sldMkLst>
          <pc:docMk/>
          <pc:sldMk cId="3593849849" sldId="281"/>
        </pc:sldMkLst>
        <pc:spChg chg="add mod">
          <ac:chgData name="Abdalla Mukhaimer, Widad" userId="eed79641-8d75-4c66-a669-438ad56aff06" providerId="ADAL" clId="{68ABF626-A2FC-4BD9-8915-C5E7873690A6}" dt="2024-10-24T19:34:58.035" v="511" actId="20577"/>
          <ac:spMkLst>
            <pc:docMk/>
            <pc:sldMk cId="3593849849" sldId="281"/>
            <ac:spMk id="3" creationId="{FC41ADF8-AD73-CEB7-BE59-5BC7773ACC6D}"/>
          </ac:spMkLst>
        </pc:spChg>
      </pc:sldChg>
      <pc:sldChg chg="addSp modSp add mod">
        <pc:chgData name="Abdalla Mukhaimer, Widad" userId="eed79641-8d75-4c66-a669-438ad56aff06" providerId="ADAL" clId="{68ABF626-A2FC-4BD9-8915-C5E7873690A6}" dt="2024-10-24T19:35:08.536" v="516" actId="1076"/>
        <pc:sldMkLst>
          <pc:docMk/>
          <pc:sldMk cId="771781431" sldId="282"/>
        </pc:sldMkLst>
        <pc:picChg chg="add mod">
          <ac:chgData name="Abdalla Mukhaimer, Widad" userId="eed79641-8d75-4c66-a669-438ad56aff06" providerId="ADAL" clId="{68ABF626-A2FC-4BD9-8915-C5E7873690A6}" dt="2024-10-24T19:35:08.536" v="516" actId="1076"/>
          <ac:picMkLst>
            <pc:docMk/>
            <pc:sldMk cId="771781431" sldId="282"/>
            <ac:picMk id="2" creationId="{DA015856-0B36-E941-F1C2-746E098937BB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091032460" sldId="282"/>
        </pc:sldMkLst>
      </pc:sldChg>
      <pc:sldChg chg="addSp modSp add mod">
        <pc:chgData name="Abdalla Mukhaimer, Widad" userId="eed79641-8d75-4c66-a669-438ad56aff06" providerId="ADAL" clId="{68ABF626-A2FC-4BD9-8915-C5E7873690A6}" dt="2024-10-24T19:35:23.143" v="521" actId="20577"/>
        <pc:sldMkLst>
          <pc:docMk/>
          <pc:sldMk cId="311881240" sldId="283"/>
        </pc:sldMkLst>
        <pc:spChg chg="add mod">
          <ac:chgData name="Abdalla Mukhaimer, Widad" userId="eed79641-8d75-4c66-a669-438ad56aff06" providerId="ADAL" clId="{68ABF626-A2FC-4BD9-8915-C5E7873690A6}" dt="2024-10-24T19:35:23.143" v="521" actId="20577"/>
          <ac:spMkLst>
            <pc:docMk/>
            <pc:sldMk cId="311881240" sldId="283"/>
            <ac:spMk id="3" creationId="{597FE38E-2C56-698B-3B57-6B7EA29346E5}"/>
          </ac:spMkLst>
        </pc:sp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1840960278" sldId="283"/>
        </pc:sldMkLst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462729529" sldId="284"/>
        </pc:sldMkLst>
      </pc:sldChg>
      <pc:sldChg chg="addSp modSp add mod">
        <pc:chgData name="Abdalla Mukhaimer, Widad" userId="eed79641-8d75-4c66-a669-438ad56aff06" providerId="ADAL" clId="{68ABF626-A2FC-4BD9-8915-C5E7873690A6}" dt="2024-10-24T19:35:31.001" v="525" actId="1076"/>
        <pc:sldMkLst>
          <pc:docMk/>
          <pc:sldMk cId="3851197766" sldId="284"/>
        </pc:sldMkLst>
        <pc:picChg chg="add mod">
          <ac:chgData name="Abdalla Mukhaimer, Widad" userId="eed79641-8d75-4c66-a669-438ad56aff06" providerId="ADAL" clId="{68ABF626-A2FC-4BD9-8915-C5E7873690A6}" dt="2024-10-24T19:35:31.001" v="525" actId="1076"/>
          <ac:picMkLst>
            <pc:docMk/>
            <pc:sldMk cId="3851197766" sldId="284"/>
            <ac:picMk id="2" creationId="{E2D41826-15C4-751A-3F5D-10B60B26A97F}"/>
          </ac:picMkLst>
        </pc:picChg>
      </pc:sldChg>
      <pc:sldChg chg="del">
        <pc:chgData name="Abdalla Mukhaimer, Widad" userId="eed79641-8d75-4c66-a669-438ad56aff06" providerId="ADAL" clId="{68ABF626-A2FC-4BD9-8915-C5E7873690A6}" dt="2024-10-24T19:10:14.487" v="2" actId="47"/>
        <pc:sldMkLst>
          <pc:docMk/>
          <pc:sldMk cId="3695355985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4005492780" sldId="285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449442595" sldId="286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151936406" sldId="287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5874875" sldId="288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35294223" sldId="289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75960995" sldId="290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632870566" sldId="291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273819200" sldId="292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906534056" sldId="293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713057023" sldId="294"/>
        </pc:sldMkLst>
      </pc:sldChg>
      <pc:sldChg chg="add del">
        <pc:chgData name="Abdalla Mukhaimer, Widad" userId="eed79641-8d75-4c66-a669-438ad56aff06" providerId="ADAL" clId="{68ABF626-A2FC-4BD9-8915-C5E7873690A6}" dt="2024-10-24T19:16:56.765" v="126" actId="47"/>
        <pc:sldMkLst>
          <pc:docMk/>
          <pc:sldMk cId="1207364182" sldId="295"/>
        </pc:sldMkLst>
      </pc:sldChg>
      <pc:sldChg chg="addSp modSp add mod">
        <pc:chgData name="Abdalla Mukhaimer, Widad" userId="eed79641-8d75-4c66-a669-438ad56aff06" providerId="ADAL" clId="{68ABF626-A2FC-4BD9-8915-C5E7873690A6}" dt="2024-10-24T19:11:27.768" v="79" actId="1076"/>
        <pc:sldMkLst>
          <pc:docMk/>
          <pc:sldMk cId="304614709" sldId="296"/>
        </pc:sldMkLst>
        <pc:spChg chg="mod">
          <ac:chgData name="Abdalla Mukhaimer, Widad" userId="eed79641-8d75-4c66-a669-438ad56aff06" providerId="ADAL" clId="{68ABF626-A2FC-4BD9-8915-C5E7873690A6}" dt="2024-10-24T19:10:59.590" v="67" actId="20577"/>
          <ac:spMkLst>
            <pc:docMk/>
            <pc:sldMk cId="304614709" sldId="296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68ABF626-A2FC-4BD9-8915-C5E7873690A6}" dt="2024-10-24T19:11:27.768" v="79" actId="1076"/>
          <ac:picMkLst>
            <pc:docMk/>
            <pc:sldMk cId="304614709" sldId="296"/>
            <ac:picMk id="2" creationId="{EF7C99C8-41A1-F9D0-1348-580095E802D4}"/>
          </ac:picMkLst>
        </pc:picChg>
      </pc:sldChg>
      <pc:sldChg chg="modSp add mod">
        <pc:chgData name="Abdalla Mukhaimer, Widad" userId="eed79641-8d75-4c66-a669-438ad56aff06" providerId="ADAL" clId="{68ABF626-A2FC-4BD9-8915-C5E7873690A6}" dt="2024-10-24T19:18:20.596" v="152" actId="1076"/>
        <pc:sldMkLst>
          <pc:docMk/>
          <pc:sldMk cId="478302482" sldId="297"/>
        </pc:sldMkLst>
        <pc:spChg chg="mod">
          <ac:chgData name="Abdalla Mukhaimer, Widad" userId="eed79641-8d75-4c66-a669-438ad56aff06" providerId="ADAL" clId="{68ABF626-A2FC-4BD9-8915-C5E7873690A6}" dt="2024-10-24T19:18:20.596" v="152" actId="1076"/>
          <ac:spMkLst>
            <pc:docMk/>
            <pc:sldMk cId="478302482" sldId="297"/>
            <ac:spMk id="4" creationId="{BB64267E-B14E-BD23-B48F-2B524CA06A45}"/>
          </ac:spMkLst>
        </pc:spChg>
        <pc:picChg chg="mod">
          <ac:chgData name="Abdalla Mukhaimer, Widad" userId="eed79641-8d75-4c66-a669-438ad56aff06" providerId="ADAL" clId="{68ABF626-A2FC-4BD9-8915-C5E7873690A6}" dt="2024-10-24T19:18:18.653" v="151" actId="1076"/>
          <ac:picMkLst>
            <pc:docMk/>
            <pc:sldMk cId="478302482" sldId="297"/>
            <ac:picMk id="2" creationId="{0A5A33E0-C81B-1242-C8B6-56288C49E682}"/>
          </ac:picMkLst>
        </pc:picChg>
      </pc:sldChg>
    </pc:docChg>
  </pc:docChgLst>
  <pc:docChgLst>
    <pc:chgData name="Abdalla Mukhaimer, Widad" userId="eed79641-8d75-4c66-a669-438ad56aff06" providerId="ADAL" clId="{BB55C39F-DCDD-4388-9AAB-284FE38E3B2C}"/>
    <pc:docChg chg="undo custSel addSld delSld modSld">
      <pc:chgData name="Abdalla Mukhaimer, Widad" userId="eed79641-8d75-4c66-a669-438ad56aff06" providerId="ADAL" clId="{BB55C39F-DCDD-4388-9AAB-284FE38E3B2C}" dt="2024-10-22T23:03:49.441" v="693" actId="1076"/>
      <pc:docMkLst>
        <pc:docMk/>
      </pc:docMkLst>
      <pc:sldChg chg="modSp mod">
        <pc:chgData name="Abdalla Mukhaimer, Widad" userId="eed79641-8d75-4c66-a669-438ad56aff06" providerId="ADAL" clId="{BB55C39F-DCDD-4388-9AAB-284FE38E3B2C}" dt="2024-10-22T22:42:25.445" v="0" actId="20577"/>
        <pc:sldMkLst>
          <pc:docMk/>
          <pc:sldMk cId="638861158" sldId="256"/>
        </pc:sldMkLst>
        <pc:spChg chg="mod">
          <ac:chgData name="Abdalla Mukhaimer, Widad" userId="eed79641-8d75-4c66-a669-438ad56aff06" providerId="ADAL" clId="{BB55C39F-DCDD-4388-9AAB-284FE38E3B2C}" dt="2024-10-22T22:42:25.445" v="0" actId="20577"/>
          <ac:spMkLst>
            <pc:docMk/>
            <pc:sldMk cId="638861158" sldId="256"/>
            <ac:spMk id="4" creationId="{ADC29C1E-686B-659F-2361-5E99D37B8237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226152773" sldId="257"/>
        </pc:sldMkLst>
      </pc:sldChg>
      <pc:sldChg chg="addSp modSp new mod">
        <pc:chgData name="Abdalla Mukhaimer, Widad" userId="eed79641-8d75-4c66-a669-438ad56aff06" providerId="ADAL" clId="{BB55C39F-DCDD-4388-9AAB-284FE38E3B2C}" dt="2024-10-22T22:49:51.713" v="79" actId="255"/>
        <pc:sldMkLst>
          <pc:docMk/>
          <pc:sldMk cId="1993590842" sldId="257"/>
        </pc:sldMkLst>
        <pc:spChg chg="add mod">
          <ac:chgData name="Abdalla Mukhaimer, Widad" userId="eed79641-8d75-4c66-a669-438ad56aff06" providerId="ADAL" clId="{BB55C39F-DCDD-4388-9AAB-284FE38E3B2C}" dt="2024-10-22T22:49:51.713" v="79" actId="255"/>
          <ac:spMkLst>
            <pc:docMk/>
            <pc:sldMk cId="1993590842" sldId="257"/>
            <ac:spMk id="3" creationId="{FAD6757D-0CEA-B555-7400-A14904244978}"/>
          </ac:spMkLst>
        </pc:spChg>
        <pc:picChg chg="add mod">
          <ac:chgData name="Abdalla Mukhaimer, Widad" userId="eed79641-8d75-4c66-a669-438ad56aff06" providerId="ADAL" clId="{BB55C39F-DCDD-4388-9AAB-284FE38E3B2C}" dt="2024-10-22T22:49:48.172" v="78" actId="1076"/>
          <ac:picMkLst>
            <pc:docMk/>
            <pc:sldMk cId="1993590842" sldId="257"/>
            <ac:picMk id="4" creationId="{2A76C762-C147-828E-D9FD-1FEEDA63D1A8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170858485" sldId="258"/>
        </pc:sldMkLst>
      </pc:sldChg>
      <pc:sldChg chg="addSp modSp add mod">
        <pc:chgData name="Abdalla Mukhaimer, Widad" userId="eed79641-8d75-4c66-a669-438ad56aff06" providerId="ADAL" clId="{BB55C39F-DCDD-4388-9AAB-284FE38E3B2C}" dt="2024-10-22T22:50:36.188" v="87" actId="1076"/>
        <pc:sldMkLst>
          <pc:docMk/>
          <pc:sldMk cId="3396014645" sldId="258"/>
        </pc:sldMkLst>
        <pc:spChg chg="add mod">
          <ac:chgData name="Abdalla Mukhaimer, Widad" userId="eed79641-8d75-4c66-a669-438ad56aff06" providerId="ADAL" clId="{BB55C39F-DCDD-4388-9AAB-284FE38E3B2C}" dt="2024-10-22T22:50:36.188" v="87" actId="1076"/>
          <ac:spMkLst>
            <pc:docMk/>
            <pc:sldMk cId="3396014645" sldId="258"/>
            <ac:spMk id="3" creationId="{424C2317-2226-9393-5423-80292D8FB47C}"/>
          </ac:spMkLst>
        </pc:spChg>
      </pc:sldChg>
      <pc:sldChg chg="addSp delSp modSp add mod">
        <pc:chgData name="Abdalla Mukhaimer, Widad" userId="eed79641-8d75-4c66-a669-438ad56aff06" providerId="ADAL" clId="{BB55C39F-DCDD-4388-9AAB-284FE38E3B2C}" dt="2024-10-22T22:51:10.035" v="97" actId="1076"/>
        <pc:sldMkLst>
          <pc:docMk/>
          <pc:sldMk cId="2215906862" sldId="259"/>
        </pc:sldMkLst>
        <pc:spChg chg="add mod">
          <ac:chgData name="Abdalla Mukhaimer, Widad" userId="eed79641-8d75-4c66-a669-438ad56aff06" providerId="ADAL" clId="{BB55C39F-DCDD-4388-9AAB-284FE38E3B2C}" dt="2024-10-22T22:51:10.035" v="97" actId="1076"/>
          <ac:spMkLst>
            <pc:docMk/>
            <pc:sldMk cId="2215906862" sldId="259"/>
            <ac:spMk id="4" creationId="{9B9D0096-E21B-B9FE-B3E4-CD9736F4FFFB}"/>
          </ac:spMkLst>
        </pc:spChg>
        <pc:picChg chg="add del mod">
          <ac:chgData name="Abdalla Mukhaimer, Widad" userId="eed79641-8d75-4c66-a669-438ad56aff06" providerId="ADAL" clId="{BB55C39F-DCDD-4388-9AAB-284FE38E3B2C}" dt="2024-10-22T22:50:56.629" v="93" actId="478"/>
          <ac:picMkLst>
            <pc:docMk/>
            <pc:sldMk cId="2215906862" sldId="259"/>
            <ac:picMk id="2" creationId="{AEAD57B2-D9A2-D510-4D23-90DF73226B10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3:20.108" v="146" actId="14100"/>
        <pc:sldMkLst>
          <pc:docMk/>
          <pc:sldMk cId="355976737" sldId="260"/>
        </pc:sldMkLst>
        <pc:spChg chg="add mod">
          <ac:chgData name="Abdalla Mukhaimer, Widad" userId="eed79641-8d75-4c66-a669-438ad56aff06" providerId="ADAL" clId="{BB55C39F-DCDD-4388-9AAB-284FE38E3B2C}" dt="2024-10-22T22:53:13.468" v="144" actId="20577"/>
          <ac:spMkLst>
            <pc:docMk/>
            <pc:sldMk cId="355976737" sldId="260"/>
            <ac:spMk id="4" creationId="{4E07B213-598E-DB49-9AF5-205A59F83B74}"/>
          </ac:spMkLst>
        </pc:spChg>
        <pc:picChg chg="add mod">
          <ac:chgData name="Abdalla Mukhaimer, Widad" userId="eed79641-8d75-4c66-a669-438ad56aff06" providerId="ADAL" clId="{BB55C39F-DCDD-4388-9AAB-284FE38E3B2C}" dt="2024-10-22T22:53:20.108" v="146" actId="14100"/>
          <ac:picMkLst>
            <pc:docMk/>
            <pc:sldMk cId="355976737" sldId="260"/>
            <ac:picMk id="2" creationId="{BA3D4B67-E4F6-1428-BFA2-520D9383BD0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4:21.336" v="187" actId="1076"/>
        <pc:sldMkLst>
          <pc:docMk/>
          <pc:sldMk cId="3706249138" sldId="261"/>
        </pc:sldMkLst>
        <pc:spChg chg="add mod ord">
          <ac:chgData name="Abdalla Mukhaimer, Widad" userId="eed79641-8d75-4c66-a669-438ad56aff06" providerId="ADAL" clId="{BB55C39F-DCDD-4388-9AAB-284FE38E3B2C}" dt="2024-10-22T22:54:12.341" v="183" actId="255"/>
          <ac:spMkLst>
            <pc:docMk/>
            <pc:sldMk cId="3706249138" sldId="261"/>
            <ac:spMk id="4" creationId="{CAA38AA8-FE3D-F694-8077-CD80E2E2E3F0}"/>
          </ac:spMkLst>
        </pc:spChg>
        <pc:picChg chg="add mod">
          <ac:chgData name="Abdalla Mukhaimer, Widad" userId="eed79641-8d75-4c66-a669-438ad56aff06" providerId="ADAL" clId="{BB55C39F-DCDD-4388-9AAB-284FE38E3B2C}" dt="2024-10-22T22:54:21.336" v="187" actId="1076"/>
          <ac:picMkLst>
            <pc:docMk/>
            <pc:sldMk cId="3706249138" sldId="261"/>
            <ac:picMk id="2" creationId="{FCCCBB86-D2E6-0C72-5CA5-A295D5C0C50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00.323" v="224" actId="1076"/>
        <pc:sldMkLst>
          <pc:docMk/>
          <pc:sldMk cId="939110182" sldId="262"/>
        </pc:sldMkLst>
        <pc:spChg chg="add mod ord">
          <ac:chgData name="Abdalla Mukhaimer, Widad" userId="eed79641-8d75-4c66-a669-438ad56aff06" providerId="ADAL" clId="{BB55C39F-DCDD-4388-9AAB-284FE38E3B2C}" dt="2024-10-22T22:54:54.125" v="221" actId="167"/>
          <ac:spMkLst>
            <pc:docMk/>
            <pc:sldMk cId="939110182" sldId="262"/>
            <ac:spMk id="4" creationId="{4854FB18-F700-E754-33B0-8603D5BF20DC}"/>
          </ac:spMkLst>
        </pc:spChg>
        <pc:picChg chg="add mod">
          <ac:chgData name="Abdalla Mukhaimer, Widad" userId="eed79641-8d75-4c66-a669-438ad56aff06" providerId="ADAL" clId="{BB55C39F-DCDD-4388-9AAB-284FE38E3B2C}" dt="2024-10-22T22:55:00.323" v="224" actId="1076"/>
          <ac:picMkLst>
            <pc:docMk/>
            <pc:sldMk cId="939110182" sldId="262"/>
            <ac:picMk id="2" creationId="{A2A1CCFB-5FE3-58CC-C771-165BEAC13348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5:45.722" v="272" actId="1076"/>
        <pc:sldMkLst>
          <pc:docMk/>
          <pc:sldMk cId="3683636504" sldId="263"/>
        </pc:sldMkLst>
        <pc:spChg chg="add mod ord">
          <ac:chgData name="Abdalla Mukhaimer, Widad" userId="eed79641-8d75-4c66-a669-438ad56aff06" providerId="ADAL" clId="{BB55C39F-DCDD-4388-9AAB-284FE38E3B2C}" dt="2024-10-22T22:55:41.917" v="270" actId="167"/>
          <ac:spMkLst>
            <pc:docMk/>
            <pc:sldMk cId="3683636504" sldId="263"/>
            <ac:spMk id="4" creationId="{C0457BC3-D622-D873-CBB2-94EB402447AD}"/>
          </ac:spMkLst>
        </pc:spChg>
        <pc:picChg chg="add mod">
          <ac:chgData name="Abdalla Mukhaimer, Widad" userId="eed79641-8d75-4c66-a669-438ad56aff06" providerId="ADAL" clId="{BB55C39F-DCDD-4388-9AAB-284FE38E3B2C}" dt="2024-10-22T22:55:45.722" v="272" actId="1076"/>
          <ac:picMkLst>
            <pc:docMk/>
            <pc:sldMk cId="3683636504" sldId="263"/>
            <ac:picMk id="2" creationId="{8400A370-3622-094F-7D51-D5A82F936669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1:18.659" v="99" actId="1076"/>
        <pc:sldMkLst>
          <pc:docMk/>
          <pc:sldMk cId="1804669952" sldId="264"/>
        </pc:sldMkLst>
        <pc:spChg chg="add mod">
          <ac:chgData name="Abdalla Mukhaimer, Widad" userId="eed79641-8d75-4c66-a669-438ad56aff06" providerId="ADAL" clId="{BB55C39F-DCDD-4388-9AAB-284FE38E3B2C}" dt="2024-10-22T22:51:18.659" v="99" actId="1076"/>
          <ac:spMkLst>
            <pc:docMk/>
            <pc:sldMk cId="1804669952" sldId="264"/>
            <ac:spMk id="3" creationId="{B06BECEC-F5E8-601E-1F05-6BE3C8C6F7B2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2:56:37.148" v="295" actId="14100"/>
        <pc:sldMkLst>
          <pc:docMk/>
          <pc:sldMk cId="1546901984" sldId="265"/>
        </pc:sldMkLst>
        <pc:spChg chg="add mod ord">
          <ac:chgData name="Abdalla Mukhaimer, Widad" userId="eed79641-8d75-4c66-a669-438ad56aff06" providerId="ADAL" clId="{BB55C39F-DCDD-4388-9AAB-284FE38E3B2C}" dt="2024-10-22T22:56:32.922" v="293" actId="167"/>
          <ac:spMkLst>
            <pc:docMk/>
            <pc:sldMk cId="1546901984" sldId="265"/>
            <ac:spMk id="4" creationId="{B3092DCA-9D8D-2185-756A-69ECA21422C9}"/>
          </ac:spMkLst>
        </pc:spChg>
        <pc:picChg chg="add mod">
          <ac:chgData name="Abdalla Mukhaimer, Widad" userId="eed79641-8d75-4c66-a669-438ad56aff06" providerId="ADAL" clId="{BB55C39F-DCDD-4388-9AAB-284FE38E3B2C}" dt="2024-10-22T22:56:37.148" v="295" actId="14100"/>
          <ac:picMkLst>
            <pc:docMk/>
            <pc:sldMk cId="1546901984" sldId="265"/>
            <ac:picMk id="2" creationId="{66C6FB71-DDDC-DE21-4B29-CBCAF0ED68CE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2:57:20.382" v="332" actId="1076"/>
        <pc:sldMkLst>
          <pc:docMk/>
          <pc:sldMk cId="2041060149" sldId="266"/>
        </pc:sldMkLst>
        <pc:spChg chg="add mod ord">
          <ac:chgData name="Abdalla Mukhaimer, Widad" userId="eed79641-8d75-4c66-a669-438ad56aff06" providerId="ADAL" clId="{BB55C39F-DCDD-4388-9AAB-284FE38E3B2C}" dt="2024-10-22T22:57:12.704" v="329" actId="167"/>
          <ac:spMkLst>
            <pc:docMk/>
            <pc:sldMk cId="2041060149" sldId="266"/>
            <ac:spMk id="4" creationId="{A2864D16-D114-45BD-27A6-4797FF845858}"/>
          </ac:spMkLst>
        </pc:spChg>
        <pc:picChg chg="add mod">
          <ac:chgData name="Abdalla Mukhaimer, Widad" userId="eed79641-8d75-4c66-a669-438ad56aff06" providerId="ADAL" clId="{BB55C39F-DCDD-4388-9AAB-284FE38E3B2C}" dt="2024-10-22T22:57:20.382" v="332" actId="1076"/>
          <ac:picMkLst>
            <pc:docMk/>
            <pc:sldMk cId="2041060149" sldId="266"/>
            <ac:picMk id="2" creationId="{4A6B5D35-991F-CF18-3187-8CFA1BCCFD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043157048" sldId="266"/>
        </pc:sldMkLst>
      </pc:sldChg>
      <pc:sldChg chg="addSp modSp add mod">
        <pc:chgData name="Abdalla Mukhaimer, Widad" userId="eed79641-8d75-4c66-a669-438ad56aff06" providerId="ADAL" clId="{BB55C39F-DCDD-4388-9AAB-284FE38E3B2C}" dt="2024-10-22T22:51:29.388" v="101" actId="1076"/>
        <pc:sldMkLst>
          <pc:docMk/>
          <pc:sldMk cId="721458959" sldId="267"/>
        </pc:sldMkLst>
        <pc:spChg chg="add mod">
          <ac:chgData name="Abdalla Mukhaimer, Widad" userId="eed79641-8d75-4c66-a669-438ad56aff06" providerId="ADAL" clId="{BB55C39F-DCDD-4388-9AAB-284FE38E3B2C}" dt="2024-10-22T22:51:29.388" v="101" actId="1076"/>
          <ac:spMkLst>
            <pc:docMk/>
            <pc:sldMk cId="721458959" sldId="267"/>
            <ac:spMk id="3" creationId="{4EDF1206-98C2-D520-5258-242FC358CBA4}"/>
          </ac:spMkLst>
        </pc:sp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8562341" sldId="267"/>
        </pc:sldMkLst>
      </pc:sldChg>
      <pc:sldChg chg="addSp modSp add mod">
        <pc:chgData name="Abdalla Mukhaimer, Widad" userId="eed79641-8d75-4c66-a669-438ad56aff06" providerId="ADAL" clId="{BB55C39F-DCDD-4388-9AAB-284FE38E3B2C}" dt="2024-10-22T22:57:58.909" v="356" actId="1076"/>
        <pc:sldMkLst>
          <pc:docMk/>
          <pc:sldMk cId="2829489500" sldId="268"/>
        </pc:sldMkLst>
        <pc:spChg chg="add mod ord">
          <ac:chgData name="Abdalla Mukhaimer, Widad" userId="eed79641-8d75-4c66-a669-438ad56aff06" providerId="ADAL" clId="{BB55C39F-DCDD-4388-9AAB-284FE38E3B2C}" dt="2024-10-22T22:57:53.704" v="353" actId="167"/>
          <ac:spMkLst>
            <pc:docMk/>
            <pc:sldMk cId="2829489500" sldId="268"/>
            <ac:spMk id="4" creationId="{2468AD07-B722-CE5F-5426-83D3ADB24E0A}"/>
          </ac:spMkLst>
        </pc:spChg>
        <pc:picChg chg="add mod">
          <ac:chgData name="Abdalla Mukhaimer, Widad" userId="eed79641-8d75-4c66-a669-438ad56aff06" providerId="ADAL" clId="{BB55C39F-DCDD-4388-9AAB-284FE38E3B2C}" dt="2024-10-22T22:57:58.909" v="356" actId="1076"/>
          <ac:picMkLst>
            <pc:docMk/>
            <pc:sldMk cId="2829489500" sldId="268"/>
            <ac:picMk id="2" creationId="{E238FBDF-18D0-6374-F4BE-0551D2D7A45F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3494071297" sldId="268"/>
        </pc:sldMkLst>
      </pc:sldChg>
      <pc:sldChg chg="addSp modSp add mod">
        <pc:chgData name="Abdalla Mukhaimer, Widad" userId="eed79641-8d75-4c66-a669-438ad56aff06" providerId="ADAL" clId="{BB55C39F-DCDD-4388-9AAB-284FE38E3B2C}" dt="2024-10-22T22:58:37.234" v="394" actId="1076"/>
        <pc:sldMkLst>
          <pc:docMk/>
          <pc:sldMk cId="279109919" sldId="269"/>
        </pc:sldMkLst>
        <pc:spChg chg="add mod ord">
          <ac:chgData name="Abdalla Mukhaimer, Widad" userId="eed79641-8d75-4c66-a669-438ad56aff06" providerId="ADAL" clId="{BB55C39F-DCDD-4388-9AAB-284FE38E3B2C}" dt="2024-10-22T22:58:31.892" v="391" actId="167"/>
          <ac:spMkLst>
            <pc:docMk/>
            <pc:sldMk cId="279109919" sldId="269"/>
            <ac:spMk id="4" creationId="{445635BB-1FA8-4B7D-2826-A5724ED376B8}"/>
          </ac:spMkLst>
        </pc:spChg>
        <pc:picChg chg="add mod">
          <ac:chgData name="Abdalla Mukhaimer, Widad" userId="eed79641-8d75-4c66-a669-438ad56aff06" providerId="ADAL" clId="{BB55C39F-DCDD-4388-9AAB-284FE38E3B2C}" dt="2024-10-22T22:58:37.234" v="394" actId="1076"/>
          <ac:picMkLst>
            <pc:docMk/>
            <pc:sldMk cId="279109919" sldId="269"/>
            <ac:picMk id="2" creationId="{5CEF7547-55BD-587F-A243-2007A3E42884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6.546" v="31"/>
        <pc:sldMkLst>
          <pc:docMk/>
          <pc:sldMk cId="2124501224" sldId="269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700468562" sldId="270"/>
        </pc:sldMkLst>
      </pc:sldChg>
      <pc:sldChg chg="addSp modSp add mod">
        <pc:chgData name="Abdalla Mukhaimer, Widad" userId="eed79641-8d75-4c66-a669-438ad56aff06" providerId="ADAL" clId="{BB55C39F-DCDD-4388-9AAB-284FE38E3B2C}" dt="2024-10-22T22:59:15.818" v="433" actId="20577"/>
        <pc:sldMkLst>
          <pc:docMk/>
          <pc:sldMk cId="1889037119" sldId="270"/>
        </pc:sldMkLst>
        <pc:spChg chg="add mod ord">
          <ac:chgData name="Abdalla Mukhaimer, Widad" userId="eed79641-8d75-4c66-a669-438ad56aff06" providerId="ADAL" clId="{BB55C39F-DCDD-4388-9AAB-284FE38E3B2C}" dt="2024-10-22T22:59:15.818" v="433" actId="20577"/>
          <ac:spMkLst>
            <pc:docMk/>
            <pc:sldMk cId="1889037119" sldId="270"/>
            <ac:spMk id="4" creationId="{FCD23AFF-37B3-FEC5-C24F-8B7C6A22942E}"/>
          </ac:spMkLst>
        </pc:spChg>
        <pc:picChg chg="add mod">
          <ac:chgData name="Abdalla Mukhaimer, Widad" userId="eed79641-8d75-4c66-a669-438ad56aff06" providerId="ADAL" clId="{BB55C39F-DCDD-4388-9AAB-284FE38E3B2C}" dt="2024-10-22T22:59:12.431" v="432" actId="1076"/>
          <ac:picMkLst>
            <pc:docMk/>
            <pc:sldMk cId="1889037119" sldId="270"/>
            <ac:picMk id="2" creationId="{08CD56B1-F0EA-BA12-055C-C7A07CBDE9AB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0:02.810" v="472" actId="1076"/>
        <pc:sldMkLst>
          <pc:docMk/>
          <pc:sldMk cId="44171298" sldId="271"/>
        </pc:sldMkLst>
        <pc:spChg chg="add mod ord">
          <ac:chgData name="Abdalla Mukhaimer, Widad" userId="eed79641-8d75-4c66-a669-438ad56aff06" providerId="ADAL" clId="{BB55C39F-DCDD-4388-9AAB-284FE38E3B2C}" dt="2024-10-22T22:59:55.504" v="468" actId="167"/>
          <ac:spMkLst>
            <pc:docMk/>
            <pc:sldMk cId="44171298" sldId="271"/>
            <ac:spMk id="4" creationId="{DB814545-6FE9-52FB-F85D-8776218DD01A}"/>
          </ac:spMkLst>
        </pc:spChg>
        <pc:picChg chg="add mod">
          <ac:chgData name="Abdalla Mukhaimer, Widad" userId="eed79641-8d75-4c66-a669-438ad56aff06" providerId="ADAL" clId="{BB55C39F-DCDD-4388-9AAB-284FE38E3B2C}" dt="2024-10-22T23:00:02.810" v="472" actId="1076"/>
          <ac:picMkLst>
            <pc:docMk/>
            <pc:sldMk cId="44171298" sldId="271"/>
            <ac:picMk id="2" creationId="{16652D63-6ABD-15D9-7525-B4992D8E3A0E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854676160" sldId="271"/>
        </pc:sldMkLst>
      </pc:sldChg>
      <pc:sldChg chg="addSp modSp add mod">
        <pc:chgData name="Abdalla Mukhaimer, Widad" userId="eed79641-8d75-4c66-a669-438ad56aff06" providerId="ADAL" clId="{BB55C39F-DCDD-4388-9AAB-284FE38E3B2C}" dt="2024-10-22T23:00:51.315" v="525" actId="1076"/>
        <pc:sldMkLst>
          <pc:docMk/>
          <pc:sldMk cId="841702963" sldId="272"/>
        </pc:sldMkLst>
        <pc:spChg chg="add mod ord">
          <ac:chgData name="Abdalla Mukhaimer, Widad" userId="eed79641-8d75-4c66-a669-438ad56aff06" providerId="ADAL" clId="{BB55C39F-DCDD-4388-9AAB-284FE38E3B2C}" dt="2024-10-22T23:00:46.361" v="522" actId="167"/>
          <ac:spMkLst>
            <pc:docMk/>
            <pc:sldMk cId="841702963" sldId="272"/>
            <ac:spMk id="4" creationId="{5C9046BD-29F1-57EF-9D6C-E0934C926A42}"/>
          </ac:spMkLst>
        </pc:spChg>
        <pc:picChg chg="add mod">
          <ac:chgData name="Abdalla Mukhaimer, Widad" userId="eed79641-8d75-4c66-a669-438ad56aff06" providerId="ADAL" clId="{BB55C39F-DCDD-4388-9AAB-284FE38E3B2C}" dt="2024-10-22T23:00:51.315" v="525" actId="1076"/>
          <ac:picMkLst>
            <pc:docMk/>
            <pc:sldMk cId="841702963" sldId="272"/>
            <ac:picMk id="2" creationId="{6F05C198-DEA4-4A2B-0DC9-EC6A9D60E097}"/>
          </ac:picMkLst>
        </pc:picChg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75614392" sldId="272"/>
        </pc:sldMkLst>
      </pc:sldChg>
      <pc:sldChg chg="add del">
        <pc:chgData name="Abdalla Mukhaimer, Widad" userId="eed79641-8d75-4c66-a669-438ad56aff06" providerId="ADAL" clId="{BB55C39F-DCDD-4388-9AAB-284FE38E3B2C}" dt="2024-10-22T22:44:35.998" v="30"/>
        <pc:sldMkLst>
          <pc:docMk/>
          <pc:sldMk cId="3505961061" sldId="273"/>
        </pc:sldMkLst>
      </pc:sldChg>
      <pc:sldChg chg="addSp modSp add mod">
        <pc:chgData name="Abdalla Mukhaimer, Widad" userId="eed79641-8d75-4c66-a669-438ad56aff06" providerId="ADAL" clId="{BB55C39F-DCDD-4388-9AAB-284FE38E3B2C}" dt="2024-10-22T23:01:30.969" v="564" actId="1076"/>
        <pc:sldMkLst>
          <pc:docMk/>
          <pc:sldMk cId="3789894156" sldId="273"/>
        </pc:sldMkLst>
        <pc:spChg chg="add mod ord">
          <ac:chgData name="Abdalla Mukhaimer, Widad" userId="eed79641-8d75-4c66-a669-438ad56aff06" providerId="ADAL" clId="{BB55C39F-DCDD-4388-9AAB-284FE38E3B2C}" dt="2024-10-22T23:01:24.979" v="560" actId="167"/>
          <ac:spMkLst>
            <pc:docMk/>
            <pc:sldMk cId="3789894156" sldId="273"/>
            <ac:spMk id="4" creationId="{BD64C377-1E2E-F890-F28F-558D9F51753C}"/>
          </ac:spMkLst>
        </pc:spChg>
        <pc:picChg chg="add mod">
          <ac:chgData name="Abdalla Mukhaimer, Widad" userId="eed79641-8d75-4c66-a669-438ad56aff06" providerId="ADAL" clId="{BB55C39F-DCDD-4388-9AAB-284FE38E3B2C}" dt="2024-10-22T23:01:30.969" v="564" actId="1076"/>
          <ac:picMkLst>
            <pc:docMk/>
            <pc:sldMk cId="3789894156" sldId="273"/>
            <ac:picMk id="2" creationId="{C9500BF2-AF5F-7E93-0EFF-43E6B10CAFDC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17.287" v="618" actId="1076"/>
        <pc:sldMkLst>
          <pc:docMk/>
          <pc:sldMk cId="20678823" sldId="274"/>
        </pc:sldMkLst>
        <pc:spChg chg="add mod ord">
          <ac:chgData name="Abdalla Mukhaimer, Widad" userId="eed79641-8d75-4c66-a669-438ad56aff06" providerId="ADAL" clId="{BB55C39F-DCDD-4388-9AAB-284FE38E3B2C}" dt="2024-10-22T23:02:09.415" v="615" actId="167"/>
          <ac:spMkLst>
            <pc:docMk/>
            <pc:sldMk cId="20678823" sldId="274"/>
            <ac:spMk id="4" creationId="{61D55EDA-13C1-F026-166A-1F9756938FF7}"/>
          </ac:spMkLst>
        </pc:spChg>
        <pc:picChg chg="add mod">
          <ac:chgData name="Abdalla Mukhaimer, Widad" userId="eed79641-8d75-4c66-a669-438ad56aff06" providerId="ADAL" clId="{BB55C39F-DCDD-4388-9AAB-284FE38E3B2C}" dt="2024-10-22T23:02:17.287" v="618" actId="1076"/>
          <ac:picMkLst>
            <pc:docMk/>
            <pc:sldMk cId="20678823" sldId="274"/>
            <ac:picMk id="2" creationId="{D8DAD1E6-EB8E-15DC-5598-46D2E1B973FD}"/>
          </ac:picMkLst>
        </pc:picChg>
      </pc:sldChg>
      <pc:sldChg chg="addSp modSp add mod">
        <pc:chgData name="Abdalla Mukhaimer, Widad" userId="eed79641-8d75-4c66-a669-438ad56aff06" providerId="ADAL" clId="{BB55C39F-DCDD-4388-9AAB-284FE38E3B2C}" dt="2024-10-22T23:02:24.881" v="619" actId="1076"/>
        <pc:sldMkLst>
          <pc:docMk/>
          <pc:sldMk cId="425731203" sldId="275"/>
        </pc:sldMkLst>
        <pc:spChg chg="add mod">
          <ac:chgData name="Abdalla Mukhaimer, Widad" userId="eed79641-8d75-4c66-a669-438ad56aff06" providerId="ADAL" clId="{BB55C39F-DCDD-4388-9AAB-284FE38E3B2C}" dt="2024-10-22T23:02:24.881" v="619" actId="1076"/>
          <ac:spMkLst>
            <pc:docMk/>
            <pc:sldMk cId="425731203" sldId="275"/>
            <ac:spMk id="3" creationId="{3EF2C30B-87B5-2E2C-2148-71F85DB62C50}"/>
          </ac:spMkLst>
        </pc:spChg>
      </pc:sldChg>
      <pc:sldChg chg="addSp modSp add mod">
        <pc:chgData name="Abdalla Mukhaimer, Widad" userId="eed79641-8d75-4c66-a669-438ad56aff06" providerId="ADAL" clId="{BB55C39F-DCDD-4388-9AAB-284FE38E3B2C}" dt="2024-10-22T23:03:02.128" v="656" actId="1076"/>
        <pc:sldMkLst>
          <pc:docMk/>
          <pc:sldMk cId="3015665845" sldId="276"/>
        </pc:sldMkLst>
        <pc:spChg chg="add mod">
          <ac:chgData name="Abdalla Mukhaimer, Widad" userId="eed79641-8d75-4c66-a669-438ad56aff06" providerId="ADAL" clId="{BB55C39F-DCDD-4388-9AAB-284FE38E3B2C}" dt="2024-10-22T23:02:50.570" v="653" actId="20577"/>
          <ac:spMkLst>
            <pc:docMk/>
            <pc:sldMk cId="3015665845" sldId="276"/>
            <ac:spMk id="3" creationId="{A853F3DA-FE56-E876-A813-DD90E28B8628}"/>
          </ac:spMkLst>
        </pc:spChg>
        <pc:picChg chg="add mod">
          <ac:chgData name="Abdalla Mukhaimer, Widad" userId="eed79641-8d75-4c66-a669-438ad56aff06" providerId="ADAL" clId="{BB55C39F-DCDD-4388-9AAB-284FE38E3B2C}" dt="2024-10-22T23:03:02.128" v="656" actId="1076"/>
          <ac:picMkLst>
            <pc:docMk/>
            <pc:sldMk cId="3015665845" sldId="276"/>
            <ac:picMk id="4" creationId="{47389140-06E2-3348-6CF8-6E34F7E69ABD}"/>
          </ac:picMkLst>
        </pc:picChg>
      </pc:sldChg>
      <pc:sldChg chg="addSp modSp new mod">
        <pc:chgData name="Abdalla Mukhaimer, Widad" userId="eed79641-8d75-4c66-a669-438ad56aff06" providerId="ADAL" clId="{BB55C39F-DCDD-4388-9AAB-284FE38E3B2C}" dt="2024-10-22T23:03:33.771" v="690" actId="1076"/>
        <pc:sldMkLst>
          <pc:docMk/>
          <pc:sldMk cId="2705063114" sldId="277"/>
        </pc:sldMkLst>
        <pc:spChg chg="add mod">
          <ac:chgData name="Abdalla Mukhaimer, Widad" userId="eed79641-8d75-4c66-a669-438ad56aff06" providerId="ADAL" clId="{BB55C39F-DCDD-4388-9AAB-284FE38E3B2C}" dt="2024-10-22T23:03:28.751" v="689" actId="20577"/>
          <ac:spMkLst>
            <pc:docMk/>
            <pc:sldMk cId="2705063114" sldId="277"/>
            <ac:spMk id="3" creationId="{96FEF59D-C5EE-F239-5C01-AB730F1F2D82}"/>
          </ac:spMkLst>
        </pc:spChg>
        <pc:picChg chg="add mod">
          <ac:chgData name="Abdalla Mukhaimer, Widad" userId="eed79641-8d75-4c66-a669-438ad56aff06" providerId="ADAL" clId="{BB55C39F-DCDD-4388-9AAB-284FE38E3B2C}" dt="2024-10-22T23:03:33.771" v="690" actId="1076"/>
          <ac:picMkLst>
            <pc:docMk/>
            <pc:sldMk cId="2705063114" sldId="277"/>
            <ac:picMk id="4" creationId="{8A2E241F-6DB1-3F4C-610A-1119DF25A25B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29604750" sldId="277"/>
        </pc:sldMkLst>
      </pc:sldChg>
      <pc:sldChg chg="addSp modSp new add del mod">
        <pc:chgData name="Abdalla Mukhaimer, Widad" userId="eed79641-8d75-4c66-a669-438ad56aff06" providerId="ADAL" clId="{BB55C39F-DCDD-4388-9AAB-284FE38E3B2C}" dt="2024-10-22T23:03:49.441" v="693" actId="1076"/>
        <pc:sldMkLst>
          <pc:docMk/>
          <pc:sldMk cId="1277562541" sldId="278"/>
        </pc:sldMkLst>
        <pc:spChg chg="add mod">
          <ac:chgData name="Abdalla Mukhaimer, Widad" userId="eed79641-8d75-4c66-a669-438ad56aff06" providerId="ADAL" clId="{BB55C39F-DCDD-4388-9AAB-284FE38E3B2C}" dt="2024-10-22T23:03:49.441" v="693" actId="1076"/>
          <ac:spMkLst>
            <pc:docMk/>
            <pc:sldMk cId="1277562541" sldId="278"/>
            <ac:spMk id="3" creationId="{97CC7080-73E4-309F-64ED-750F70879F50}"/>
          </ac:spMkLst>
        </pc:sp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639976043" sldId="278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015917354" sldId="27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692440457" sldId="279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4108740977" sldId="28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4213366159" sldId="280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236014210" sldId="28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574885341" sldId="281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091032460" sldId="282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1840960278" sldId="283"/>
        </pc:sldMkLst>
      </pc:sldChg>
      <pc:sldChg chg="add">
        <pc:chgData name="Abdalla Mukhaimer, Widad" userId="eed79641-8d75-4c66-a669-438ad56aff06" providerId="ADAL" clId="{BB55C39F-DCDD-4388-9AAB-284FE38E3B2C}" dt="2024-10-22T22:48:22.452" v="73"/>
        <pc:sldMkLst>
          <pc:docMk/>
          <pc:sldMk cId="3462729529" sldId="284"/>
        </pc:sldMkLst>
      </pc:sldChg>
      <pc:sldChg chg="modSp add mod">
        <pc:chgData name="Abdalla Mukhaimer, Widad" userId="eed79641-8d75-4c66-a669-438ad56aff06" providerId="ADAL" clId="{BB55C39F-DCDD-4388-9AAB-284FE38E3B2C}" dt="2024-10-22T22:52:35.724" v="119" actId="1076"/>
        <pc:sldMkLst>
          <pc:docMk/>
          <pc:sldMk cId="3695355985" sldId="285"/>
        </pc:sldMkLst>
        <pc:spChg chg="mod">
          <ac:chgData name="Abdalla Mukhaimer, Widad" userId="eed79641-8d75-4c66-a669-438ad56aff06" providerId="ADAL" clId="{BB55C39F-DCDD-4388-9AAB-284FE38E3B2C}" dt="2024-10-22T22:52:29.916" v="118" actId="20577"/>
          <ac:spMkLst>
            <pc:docMk/>
            <pc:sldMk cId="3695355985" sldId="285"/>
            <ac:spMk id="4" creationId="{9B9D0096-E21B-B9FE-B3E4-CD9736F4FFFB}"/>
          </ac:spMkLst>
        </pc:spChg>
        <pc:picChg chg="mod">
          <ac:chgData name="Abdalla Mukhaimer, Widad" userId="eed79641-8d75-4c66-a669-438ad56aff06" providerId="ADAL" clId="{BB55C39F-DCDD-4388-9AAB-284FE38E3B2C}" dt="2024-10-22T22:52:35.724" v="119" actId="1076"/>
          <ac:picMkLst>
            <pc:docMk/>
            <pc:sldMk cId="3695355985" sldId="285"/>
            <ac:picMk id="2" creationId="{AEAD57B2-D9A2-D510-4D23-90DF73226B10}"/>
          </ac:picMkLst>
        </pc:picChg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119546360" sldId="31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874814983" sldId="31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595954017" sldId="31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212542975" sldId="314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144066266" sldId="315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80554529" sldId="316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855780009" sldId="317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2339884530" sldId="318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645209246" sldId="319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983598069" sldId="320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3744503788" sldId="321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1002169850" sldId="322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78352598" sldId="323"/>
        </pc:sldMkLst>
      </pc:sldChg>
      <pc:sldChg chg="del">
        <pc:chgData name="Abdalla Mukhaimer, Widad" userId="eed79641-8d75-4c66-a669-438ad56aff06" providerId="ADAL" clId="{BB55C39F-DCDD-4388-9AAB-284FE38E3B2C}" dt="2024-10-22T22:42:37.894" v="1" actId="47"/>
        <pc:sldMkLst>
          <pc:docMk/>
          <pc:sldMk cId="544336040" sldId="324"/>
        </pc:sldMkLst>
      </pc:sldChg>
    </pc:docChg>
  </pc:docChgLst>
  <pc:docChgLst>
    <pc:chgData name="Abdalla Mukhaimer, Widad" userId="eed79641-8d75-4c66-a669-438ad56aff06" providerId="ADAL" clId="{FF67BCB4-2724-45A5-B109-1B10B844B13D}"/>
    <pc:docChg chg="addSld delSld modSld">
      <pc:chgData name="Abdalla Mukhaimer, Widad" userId="eed79641-8d75-4c66-a669-438ad56aff06" providerId="ADAL" clId="{FF67BCB4-2724-45A5-B109-1B10B844B13D}" dt="2024-10-28T03:49:57.743" v="191" actId="20577"/>
      <pc:docMkLst>
        <pc:docMk/>
      </pc:docMkLst>
      <pc:sldChg chg="modSp mod">
        <pc:chgData name="Abdalla Mukhaimer, Widad" userId="eed79641-8d75-4c66-a669-438ad56aff06" providerId="ADAL" clId="{FF67BCB4-2724-45A5-B109-1B10B844B13D}" dt="2024-10-28T03:34:40.275" v="8" actId="1076"/>
        <pc:sldMkLst>
          <pc:docMk/>
          <pc:sldMk cId="638861158" sldId="256"/>
        </pc:sldMkLst>
        <pc:spChg chg="mod">
          <ac:chgData name="Abdalla Mukhaimer, Widad" userId="eed79641-8d75-4c66-a669-438ad56aff06" providerId="ADAL" clId="{FF67BCB4-2724-45A5-B109-1B10B844B13D}" dt="2024-10-28T03:34:40.275" v="8" actId="1076"/>
          <ac:spMkLst>
            <pc:docMk/>
            <pc:sldMk cId="638861158" sldId="256"/>
            <ac:spMk id="4" creationId="{ADC29C1E-686B-659F-2361-5E99D37B8237}"/>
          </ac:spMkLst>
        </pc:spChg>
      </pc:sldChg>
      <pc:sldChg chg="addSp new mod">
        <pc:chgData name="Abdalla Mukhaimer, Widad" userId="eed79641-8d75-4c66-a669-438ad56aff06" providerId="ADAL" clId="{FF67BCB4-2724-45A5-B109-1B10B844B13D}" dt="2024-10-28T03:35:09.928" v="21" actId="22"/>
        <pc:sldMkLst>
          <pc:docMk/>
          <pc:sldMk cId="231894374" sldId="257"/>
        </pc:sldMkLst>
        <pc:picChg chg="add">
          <ac:chgData name="Abdalla Mukhaimer, Widad" userId="eed79641-8d75-4c66-a669-438ad56aff06" providerId="ADAL" clId="{FF67BCB4-2724-45A5-B109-1B10B844B13D}" dt="2024-10-28T03:35:09.928" v="21" actId="22"/>
          <ac:picMkLst>
            <pc:docMk/>
            <pc:sldMk cId="231894374" sldId="257"/>
            <ac:picMk id="3" creationId="{1903AB01-D6B4-588F-1061-166382979B7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993590842" sldId="257"/>
        </pc:sldMkLst>
      </pc:sldChg>
      <pc:sldChg chg="addSp modSp add mod">
        <pc:chgData name="Abdalla Mukhaimer, Widad" userId="eed79641-8d75-4c66-a669-438ad56aff06" providerId="ADAL" clId="{FF67BCB4-2724-45A5-B109-1B10B844B13D}" dt="2024-10-28T03:42:15.276" v="98" actId="1076"/>
        <pc:sldMkLst>
          <pc:docMk/>
          <pc:sldMk cId="2875865247" sldId="258"/>
        </pc:sldMkLst>
        <pc:spChg chg="add mod">
          <ac:chgData name="Abdalla Mukhaimer, Widad" userId="eed79641-8d75-4c66-a669-438ad56aff06" providerId="ADAL" clId="{FF67BCB4-2724-45A5-B109-1B10B844B13D}" dt="2024-10-28T03:42:15.276" v="98" actId="1076"/>
          <ac:spMkLst>
            <pc:docMk/>
            <pc:sldMk cId="2875865247" sldId="258"/>
            <ac:spMk id="3" creationId="{34F841FB-E391-8424-EB53-22DCAFA39E9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22914983" sldId="258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96290643" sldId="259"/>
        </pc:sldMkLst>
      </pc:sldChg>
      <pc:sldChg chg="addSp modSp add mod">
        <pc:chgData name="Abdalla Mukhaimer, Widad" userId="eed79641-8d75-4c66-a669-438ad56aff06" providerId="ADAL" clId="{FF67BCB4-2724-45A5-B109-1B10B844B13D}" dt="2024-10-28T03:42:31.462" v="102" actId="1076"/>
        <pc:sldMkLst>
          <pc:docMk/>
          <pc:sldMk cId="3062651993" sldId="259"/>
        </pc:sldMkLst>
        <pc:spChg chg="add mod">
          <ac:chgData name="Abdalla Mukhaimer, Widad" userId="eed79641-8d75-4c66-a669-438ad56aff06" providerId="ADAL" clId="{FF67BCB4-2724-45A5-B109-1B10B844B13D}" dt="2024-10-28T03:42:31.462" v="102" actId="1076"/>
          <ac:spMkLst>
            <pc:docMk/>
            <pc:sldMk cId="3062651993" sldId="259"/>
            <ac:spMk id="3" creationId="{5A067606-B544-1041-61F5-3522682BA790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2:47.448" v="106" actId="1076"/>
        <pc:sldMkLst>
          <pc:docMk/>
          <pc:sldMk cId="2261709715" sldId="260"/>
        </pc:sldMkLst>
        <pc:spChg chg="add mod">
          <ac:chgData name="Abdalla Mukhaimer, Widad" userId="eed79641-8d75-4c66-a669-438ad56aff06" providerId="ADAL" clId="{FF67BCB4-2724-45A5-B109-1B10B844B13D}" dt="2024-10-28T03:42:47.448" v="106" actId="1076"/>
          <ac:spMkLst>
            <pc:docMk/>
            <pc:sldMk cId="2261709715" sldId="260"/>
            <ac:spMk id="3" creationId="{7071EE69-BF3A-260F-5AE5-3C69A380E3B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39960161" sldId="260"/>
        </pc:sldMkLst>
      </pc:sldChg>
      <pc:sldChg chg="addSp modSp add mod">
        <pc:chgData name="Abdalla Mukhaimer, Widad" userId="eed79641-8d75-4c66-a669-438ad56aff06" providerId="ADAL" clId="{FF67BCB4-2724-45A5-B109-1B10B844B13D}" dt="2024-10-28T03:43:08.109" v="110" actId="1076"/>
        <pc:sldMkLst>
          <pc:docMk/>
          <pc:sldMk cId="2239263762" sldId="261"/>
        </pc:sldMkLst>
        <pc:spChg chg="add mod">
          <ac:chgData name="Abdalla Mukhaimer, Widad" userId="eed79641-8d75-4c66-a669-438ad56aff06" providerId="ADAL" clId="{FF67BCB4-2724-45A5-B109-1B10B844B13D}" dt="2024-10-28T03:43:08.109" v="110" actId="1076"/>
          <ac:spMkLst>
            <pc:docMk/>
            <pc:sldMk cId="2239263762" sldId="261"/>
            <ac:spMk id="3" creationId="{5BF7D3B7-B3FB-0193-2A95-7F9B4E4D797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03587831" sldId="261"/>
        </pc:sldMkLst>
      </pc:sldChg>
      <pc:sldChg chg="addSp modSp add mod">
        <pc:chgData name="Abdalla Mukhaimer, Widad" userId="eed79641-8d75-4c66-a669-438ad56aff06" providerId="ADAL" clId="{FF67BCB4-2724-45A5-B109-1B10B844B13D}" dt="2024-10-28T03:43:38.011" v="119" actId="1076"/>
        <pc:sldMkLst>
          <pc:docMk/>
          <pc:sldMk cId="427201817" sldId="262"/>
        </pc:sldMkLst>
        <pc:spChg chg="add mod">
          <ac:chgData name="Abdalla Mukhaimer, Widad" userId="eed79641-8d75-4c66-a669-438ad56aff06" providerId="ADAL" clId="{FF67BCB4-2724-45A5-B109-1B10B844B13D}" dt="2024-10-28T03:43:38.011" v="119" actId="1076"/>
          <ac:spMkLst>
            <pc:docMk/>
            <pc:sldMk cId="427201817" sldId="262"/>
            <ac:spMk id="3" creationId="{1521B90D-BDE1-7F91-BAC2-5F9A67F7DA0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633099977" sldId="262"/>
        </pc:sldMkLst>
      </pc:sldChg>
      <pc:sldChg chg="addSp modSp add mod">
        <pc:chgData name="Abdalla Mukhaimer, Widad" userId="eed79641-8d75-4c66-a669-438ad56aff06" providerId="ADAL" clId="{FF67BCB4-2724-45A5-B109-1B10B844B13D}" dt="2024-10-28T03:40:17.741" v="67" actId="1076"/>
        <pc:sldMkLst>
          <pc:docMk/>
          <pc:sldMk cId="2395882795" sldId="263"/>
        </pc:sldMkLst>
        <pc:spChg chg="add mod">
          <ac:chgData name="Abdalla Mukhaimer, Widad" userId="eed79641-8d75-4c66-a669-438ad56aff06" providerId="ADAL" clId="{FF67BCB4-2724-45A5-B109-1B10B844B13D}" dt="2024-10-28T03:40:17.741" v="67" actId="1076"/>
          <ac:spMkLst>
            <pc:docMk/>
            <pc:sldMk cId="2395882795" sldId="263"/>
            <ac:spMk id="3" creationId="{EC2D2AF3-BE89-E66B-7B0A-CEF38BB9AEF5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785793728" sldId="263"/>
        </pc:sldMkLst>
      </pc:sldChg>
      <pc:sldChg chg="addSp modSp add mod">
        <pc:chgData name="Abdalla Mukhaimer, Widad" userId="eed79641-8d75-4c66-a669-438ad56aff06" providerId="ADAL" clId="{FF67BCB4-2724-45A5-B109-1B10B844B13D}" dt="2024-10-28T03:40:37.209" v="72" actId="20577"/>
        <pc:sldMkLst>
          <pc:docMk/>
          <pc:sldMk cId="2163957814" sldId="264"/>
        </pc:sldMkLst>
        <pc:spChg chg="add mod">
          <ac:chgData name="Abdalla Mukhaimer, Widad" userId="eed79641-8d75-4c66-a669-438ad56aff06" providerId="ADAL" clId="{FF67BCB4-2724-45A5-B109-1B10B844B13D}" dt="2024-10-28T03:40:37.209" v="72" actId="20577"/>
          <ac:spMkLst>
            <pc:docMk/>
            <pc:sldMk cId="2163957814" sldId="264"/>
            <ac:spMk id="3" creationId="{50A2FD76-6A62-883B-8EFC-52EF7325D14B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530113349" sldId="264"/>
        </pc:sldMkLst>
      </pc:sldChg>
      <pc:sldChg chg="addSp modSp add mod">
        <pc:chgData name="Abdalla Mukhaimer, Widad" userId="eed79641-8d75-4c66-a669-438ad56aff06" providerId="ADAL" clId="{FF67BCB4-2724-45A5-B109-1B10B844B13D}" dt="2024-10-28T03:40:51.771" v="76" actId="1076"/>
        <pc:sldMkLst>
          <pc:docMk/>
          <pc:sldMk cId="3216060990" sldId="265"/>
        </pc:sldMkLst>
        <pc:picChg chg="add mod">
          <ac:chgData name="Abdalla Mukhaimer, Widad" userId="eed79641-8d75-4c66-a669-438ad56aff06" providerId="ADAL" clId="{FF67BCB4-2724-45A5-B109-1B10B844B13D}" dt="2024-10-28T03:40:51.771" v="76" actId="1076"/>
          <ac:picMkLst>
            <pc:docMk/>
            <pc:sldMk cId="3216060990" sldId="265"/>
            <ac:picMk id="3" creationId="{5BAA1A71-1A7C-B187-BA6C-A0D456C856A9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149767526" sldId="265"/>
        </pc:sldMkLst>
      </pc:sldChg>
      <pc:sldChg chg="addSp modSp add mod">
        <pc:chgData name="Abdalla Mukhaimer, Widad" userId="eed79641-8d75-4c66-a669-438ad56aff06" providerId="ADAL" clId="{FF67BCB4-2724-45A5-B109-1B10B844B13D}" dt="2024-10-28T03:41:25.013" v="85" actId="1076"/>
        <pc:sldMkLst>
          <pc:docMk/>
          <pc:sldMk cId="2750031031" sldId="266"/>
        </pc:sldMkLst>
        <pc:spChg chg="add mod">
          <ac:chgData name="Abdalla Mukhaimer, Widad" userId="eed79641-8d75-4c66-a669-438ad56aff06" providerId="ADAL" clId="{FF67BCB4-2724-45A5-B109-1B10B844B13D}" dt="2024-10-28T03:41:16.060" v="83" actId="255"/>
          <ac:spMkLst>
            <pc:docMk/>
            <pc:sldMk cId="2750031031" sldId="266"/>
            <ac:spMk id="3" creationId="{32BFC8A8-DFE4-7900-434F-42A7EF2D885D}"/>
          </ac:spMkLst>
        </pc:spChg>
        <pc:picChg chg="add mod">
          <ac:chgData name="Abdalla Mukhaimer, Widad" userId="eed79641-8d75-4c66-a669-438ad56aff06" providerId="ADAL" clId="{FF67BCB4-2724-45A5-B109-1B10B844B13D}" dt="2024-10-28T03:41:25.013" v="85" actId="1076"/>
          <ac:picMkLst>
            <pc:docMk/>
            <pc:sldMk cId="2750031031" sldId="266"/>
            <ac:picMk id="5" creationId="{7F616BC3-D4D2-89C5-468E-E04388B3352D}"/>
          </ac:picMkLst>
        </pc:pic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815339782" sldId="26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828316129" sldId="267"/>
        </pc:sldMkLst>
      </pc:sldChg>
      <pc:sldChg chg="addSp modSp add mod">
        <pc:chgData name="Abdalla Mukhaimer, Widad" userId="eed79641-8d75-4c66-a669-438ad56aff06" providerId="ADAL" clId="{FF67BCB4-2724-45A5-B109-1B10B844B13D}" dt="2024-10-28T03:41:42.872" v="90" actId="1076"/>
        <pc:sldMkLst>
          <pc:docMk/>
          <pc:sldMk cId="830348739" sldId="267"/>
        </pc:sldMkLst>
        <pc:spChg chg="add mod">
          <ac:chgData name="Abdalla Mukhaimer, Widad" userId="eed79641-8d75-4c66-a669-438ad56aff06" providerId="ADAL" clId="{FF67BCB4-2724-45A5-B109-1B10B844B13D}" dt="2024-10-28T03:41:42.872" v="90" actId="1076"/>
          <ac:spMkLst>
            <pc:docMk/>
            <pc:sldMk cId="830348739" sldId="267"/>
            <ac:spMk id="3" creationId="{1C28A459-591B-54FA-CBB1-ACEDB9011882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46977217" sldId="268"/>
        </pc:sldMkLst>
      </pc:sldChg>
      <pc:sldChg chg="addSp modSp add mod">
        <pc:chgData name="Abdalla Mukhaimer, Widad" userId="eed79641-8d75-4c66-a669-438ad56aff06" providerId="ADAL" clId="{FF67BCB4-2724-45A5-B109-1B10B844B13D}" dt="2024-10-28T03:41:57.939" v="94" actId="1076"/>
        <pc:sldMkLst>
          <pc:docMk/>
          <pc:sldMk cId="2881969903" sldId="268"/>
        </pc:sldMkLst>
        <pc:spChg chg="add mod">
          <ac:chgData name="Abdalla Mukhaimer, Widad" userId="eed79641-8d75-4c66-a669-438ad56aff06" providerId="ADAL" clId="{FF67BCB4-2724-45A5-B109-1B10B844B13D}" dt="2024-10-28T03:41:57.939" v="94" actId="1076"/>
          <ac:spMkLst>
            <pc:docMk/>
            <pc:sldMk cId="2881969903" sldId="268"/>
            <ac:spMk id="3" creationId="{37408CFF-E530-0C73-165D-544432DD52B3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3:56.947" v="123" actId="1076"/>
        <pc:sldMkLst>
          <pc:docMk/>
          <pc:sldMk cId="291207392" sldId="269"/>
        </pc:sldMkLst>
        <pc:spChg chg="add mod">
          <ac:chgData name="Abdalla Mukhaimer, Widad" userId="eed79641-8d75-4c66-a669-438ad56aff06" providerId="ADAL" clId="{FF67BCB4-2724-45A5-B109-1B10B844B13D}" dt="2024-10-28T03:43:56.947" v="123" actId="1076"/>
          <ac:spMkLst>
            <pc:docMk/>
            <pc:sldMk cId="291207392" sldId="269"/>
            <ac:spMk id="3" creationId="{68EB6B60-7D80-37FB-E8F9-E3076FCDCED4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380371759" sldId="269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940679707" sldId="270"/>
        </pc:sldMkLst>
      </pc:sldChg>
      <pc:sldChg chg="addSp modSp add mod">
        <pc:chgData name="Abdalla Mukhaimer, Widad" userId="eed79641-8d75-4c66-a669-438ad56aff06" providerId="ADAL" clId="{FF67BCB4-2724-45A5-B109-1B10B844B13D}" dt="2024-10-28T03:44:17.591" v="130" actId="20577"/>
        <pc:sldMkLst>
          <pc:docMk/>
          <pc:sldMk cId="1066293992" sldId="270"/>
        </pc:sldMkLst>
        <pc:spChg chg="add mod">
          <ac:chgData name="Abdalla Mukhaimer, Widad" userId="eed79641-8d75-4c66-a669-438ad56aff06" providerId="ADAL" clId="{FF67BCB4-2724-45A5-B109-1B10B844B13D}" dt="2024-10-28T03:44:17.591" v="130" actId="20577"/>
          <ac:spMkLst>
            <pc:docMk/>
            <pc:sldMk cId="1066293992" sldId="270"/>
            <ac:spMk id="3" creationId="{9BFC686E-F4FB-9A39-3365-C28F310F3C88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740582485" sldId="271"/>
        </pc:sldMkLst>
      </pc:sldChg>
      <pc:sldChg chg="addSp modSp add mod">
        <pc:chgData name="Abdalla Mukhaimer, Widad" userId="eed79641-8d75-4c66-a669-438ad56aff06" providerId="ADAL" clId="{FF67BCB4-2724-45A5-B109-1B10B844B13D}" dt="2024-10-28T03:46:20.984" v="134" actId="20577"/>
        <pc:sldMkLst>
          <pc:docMk/>
          <pc:sldMk cId="4177564369" sldId="271"/>
        </pc:sldMkLst>
        <pc:spChg chg="add mod">
          <ac:chgData name="Abdalla Mukhaimer, Widad" userId="eed79641-8d75-4c66-a669-438ad56aff06" providerId="ADAL" clId="{FF67BCB4-2724-45A5-B109-1B10B844B13D}" dt="2024-10-28T03:46:20.984" v="134" actId="20577"/>
          <ac:spMkLst>
            <pc:docMk/>
            <pc:sldMk cId="4177564369" sldId="271"/>
            <ac:spMk id="3" creationId="{3F42ADAC-A079-89FB-ADB6-5B879F05EB94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6:40.062" v="139" actId="20577"/>
        <pc:sldMkLst>
          <pc:docMk/>
          <pc:sldMk cId="266007693" sldId="272"/>
        </pc:sldMkLst>
        <pc:spChg chg="add mod">
          <ac:chgData name="Abdalla Mukhaimer, Widad" userId="eed79641-8d75-4c66-a669-438ad56aff06" providerId="ADAL" clId="{FF67BCB4-2724-45A5-B109-1B10B844B13D}" dt="2024-10-28T03:46:40.062" v="139" actId="20577"/>
          <ac:spMkLst>
            <pc:docMk/>
            <pc:sldMk cId="266007693" sldId="272"/>
            <ac:spMk id="3" creationId="{2A6F49E2-A786-BBDD-817F-B45159FC761D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02084988" sldId="27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330232824" sldId="273"/>
        </pc:sldMkLst>
      </pc:sldChg>
      <pc:sldChg chg="addSp modSp add mod">
        <pc:chgData name="Abdalla Mukhaimer, Widad" userId="eed79641-8d75-4c66-a669-438ad56aff06" providerId="ADAL" clId="{FF67BCB4-2724-45A5-B109-1B10B844B13D}" dt="2024-10-28T03:48:07.305" v="162" actId="20577"/>
        <pc:sldMkLst>
          <pc:docMk/>
          <pc:sldMk cId="3892102319" sldId="273"/>
        </pc:sldMkLst>
        <pc:spChg chg="add mod">
          <ac:chgData name="Abdalla Mukhaimer, Widad" userId="eed79641-8d75-4c66-a669-438ad56aff06" providerId="ADAL" clId="{FF67BCB4-2724-45A5-B109-1B10B844B13D}" dt="2024-10-28T03:48:07.305" v="162" actId="20577"/>
          <ac:spMkLst>
            <pc:docMk/>
            <pc:sldMk cId="3892102319" sldId="273"/>
            <ac:spMk id="3" creationId="{E53F3240-E39F-83AD-493E-289AA9156DAA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63550143" sldId="274"/>
        </pc:sldMkLst>
      </pc:sldChg>
      <pc:sldChg chg="addSp modSp add mod">
        <pc:chgData name="Abdalla Mukhaimer, Widad" userId="eed79641-8d75-4c66-a669-438ad56aff06" providerId="ADAL" clId="{FF67BCB4-2724-45A5-B109-1B10B844B13D}" dt="2024-10-28T03:48:30.764" v="168" actId="1076"/>
        <pc:sldMkLst>
          <pc:docMk/>
          <pc:sldMk cId="1228211738" sldId="274"/>
        </pc:sldMkLst>
        <pc:spChg chg="add mod">
          <ac:chgData name="Abdalla Mukhaimer, Widad" userId="eed79641-8d75-4c66-a669-438ad56aff06" providerId="ADAL" clId="{FF67BCB4-2724-45A5-B109-1B10B844B13D}" dt="2024-10-28T03:48:30.764" v="168" actId="1076"/>
          <ac:spMkLst>
            <pc:docMk/>
            <pc:sldMk cId="1228211738" sldId="274"/>
            <ac:spMk id="3" creationId="{58F83B0E-731C-8496-4E54-166080FA0527}"/>
          </ac:spMkLst>
        </pc:spChg>
      </pc:sldChg>
      <pc:sldChg chg="addSp modSp add mod">
        <pc:chgData name="Abdalla Mukhaimer, Widad" userId="eed79641-8d75-4c66-a669-438ad56aff06" providerId="ADAL" clId="{FF67BCB4-2724-45A5-B109-1B10B844B13D}" dt="2024-10-28T03:48:50.820" v="172" actId="1076"/>
        <pc:sldMkLst>
          <pc:docMk/>
          <pc:sldMk cId="4012608046" sldId="275"/>
        </pc:sldMkLst>
        <pc:spChg chg="add mod">
          <ac:chgData name="Abdalla Mukhaimer, Widad" userId="eed79641-8d75-4c66-a669-438ad56aff06" providerId="ADAL" clId="{FF67BCB4-2724-45A5-B109-1B10B844B13D}" dt="2024-10-28T03:48:50.820" v="172" actId="1076"/>
          <ac:spMkLst>
            <pc:docMk/>
            <pc:sldMk cId="4012608046" sldId="275"/>
            <ac:spMk id="3" creationId="{AF4E54E0-795C-D68C-444D-D8DD6AD2705F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291937327" sldId="275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237967327" sldId="276"/>
        </pc:sldMkLst>
      </pc:sldChg>
      <pc:sldChg chg="addSp modSp add mod">
        <pc:chgData name="Abdalla Mukhaimer, Widad" userId="eed79641-8d75-4c66-a669-438ad56aff06" providerId="ADAL" clId="{FF67BCB4-2724-45A5-B109-1B10B844B13D}" dt="2024-10-28T03:49:04.526" v="176" actId="1076"/>
        <pc:sldMkLst>
          <pc:docMk/>
          <pc:sldMk cId="2306756006" sldId="276"/>
        </pc:sldMkLst>
        <pc:spChg chg="add mod">
          <ac:chgData name="Abdalla Mukhaimer, Widad" userId="eed79641-8d75-4c66-a669-438ad56aff06" providerId="ADAL" clId="{FF67BCB4-2724-45A5-B109-1B10B844B13D}" dt="2024-10-28T03:49:04.526" v="176" actId="1076"/>
          <ac:spMkLst>
            <pc:docMk/>
            <pc:sldMk cId="2306756006" sldId="276"/>
            <ac:spMk id="3" creationId="{60C83C47-A6A9-FB30-4724-4FD4FC952D9C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2157657898" sldId="277"/>
        </pc:sldMkLst>
      </pc:sldChg>
      <pc:sldChg chg="addSp modSp add mod">
        <pc:chgData name="Abdalla Mukhaimer, Widad" userId="eed79641-8d75-4c66-a669-438ad56aff06" providerId="ADAL" clId="{FF67BCB4-2724-45A5-B109-1B10B844B13D}" dt="2024-10-28T03:49:16.391" v="180" actId="20577"/>
        <pc:sldMkLst>
          <pc:docMk/>
          <pc:sldMk cId="2488140321" sldId="277"/>
        </pc:sldMkLst>
        <pc:spChg chg="add mod">
          <ac:chgData name="Abdalla Mukhaimer, Widad" userId="eed79641-8d75-4c66-a669-438ad56aff06" providerId="ADAL" clId="{FF67BCB4-2724-45A5-B109-1B10B844B13D}" dt="2024-10-28T03:49:16.391" v="180" actId="20577"/>
          <ac:spMkLst>
            <pc:docMk/>
            <pc:sldMk cId="2488140321" sldId="277"/>
            <ac:spMk id="3" creationId="{E545A3E1-212C-511B-7E86-FCD0B966C726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254756078" sldId="278"/>
        </pc:sldMkLst>
      </pc:sldChg>
      <pc:sldChg chg="addSp modSp add mod">
        <pc:chgData name="Abdalla Mukhaimer, Widad" userId="eed79641-8d75-4c66-a669-438ad56aff06" providerId="ADAL" clId="{FF67BCB4-2724-45A5-B109-1B10B844B13D}" dt="2024-10-28T03:49:39.565" v="186" actId="20577"/>
        <pc:sldMkLst>
          <pc:docMk/>
          <pc:sldMk cId="1360075112" sldId="278"/>
        </pc:sldMkLst>
        <pc:spChg chg="add mod">
          <ac:chgData name="Abdalla Mukhaimer, Widad" userId="eed79641-8d75-4c66-a669-438ad56aff06" providerId="ADAL" clId="{FF67BCB4-2724-45A5-B109-1B10B844B13D}" dt="2024-10-28T03:49:39.565" v="186" actId="20577"/>
          <ac:spMkLst>
            <pc:docMk/>
            <pc:sldMk cId="1360075112" sldId="278"/>
            <ac:spMk id="3" creationId="{67499C77-D141-7245-876E-8593B73CF337}"/>
          </ac:spMkLst>
        </pc:spChg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1521480919" sldId="279"/>
        </pc:sldMkLst>
      </pc:sldChg>
      <pc:sldChg chg="addSp modSp add mod">
        <pc:chgData name="Abdalla Mukhaimer, Widad" userId="eed79641-8d75-4c66-a669-438ad56aff06" providerId="ADAL" clId="{FF67BCB4-2724-45A5-B109-1B10B844B13D}" dt="2024-10-28T03:49:57.743" v="191" actId="20577"/>
        <pc:sldMkLst>
          <pc:docMk/>
          <pc:sldMk cId="3000386733" sldId="279"/>
        </pc:sldMkLst>
        <pc:spChg chg="add mod">
          <ac:chgData name="Abdalla Mukhaimer, Widad" userId="eed79641-8d75-4c66-a669-438ad56aff06" providerId="ADAL" clId="{FF67BCB4-2724-45A5-B109-1B10B844B13D}" dt="2024-10-28T03:49:57.743" v="191" actId="20577"/>
          <ac:spMkLst>
            <pc:docMk/>
            <pc:sldMk cId="3000386733" sldId="279"/>
            <ac:spMk id="3" creationId="{FDBA8DAE-6B05-E02B-2F80-2D32020B2B3E}"/>
          </ac:spMkLst>
        </pc:spChg>
      </pc:sldChg>
      <pc:sldChg chg="add">
        <pc:chgData name="Abdalla Mukhaimer, Widad" userId="eed79641-8d75-4c66-a669-438ad56aff06" providerId="ADAL" clId="{FF67BCB4-2724-45A5-B109-1B10B844B13D}" dt="2024-10-28T03:37:46.969" v="46"/>
        <pc:sldMkLst>
          <pc:docMk/>
          <pc:sldMk cId="295643100" sldId="280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49079748" sldId="280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975365734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593849849" sldId="281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771781431" sldId="282"/>
        </pc:sldMkLst>
      </pc:sldChg>
      <pc:sldChg chg="add del">
        <pc:chgData name="Abdalla Mukhaimer, Widad" userId="eed79641-8d75-4c66-a669-438ad56aff06" providerId="ADAL" clId="{FF67BCB4-2724-45A5-B109-1B10B844B13D}" dt="2024-10-28T03:39:55.982" v="61" actId="47"/>
        <pc:sldMkLst>
          <pc:docMk/>
          <pc:sldMk cId="2825606142" sldId="282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11881240" sldId="283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851197766" sldId="284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304614709" sldId="296"/>
        </pc:sldMkLst>
      </pc:sldChg>
      <pc:sldChg chg="del">
        <pc:chgData name="Abdalla Mukhaimer, Widad" userId="eed79641-8d75-4c66-a669-438ad56aff06" providerId="ADAL" clId="{FF67BCB4-2724-45A5-B109-1B10B844B13D}" dt="2024-10-28T03:34:31.465" v="0" actId="47"/>
        <pc:sldMkLst>
          <pc:docMk/>
          <pc:sldMk cId="478302482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261-7BD4-56E8-7D76-A0BDAAE6B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F29386-B654-2F5B-FC1D-996FEEE71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E6BD-1485-ACDC-5AD5-8AEB3774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EF8B-7AA0-0CDE-0EAC-19A08CF86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B41FB-7E4F-3CDA-87CB-6B6604E9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B580-DBE5-C886-735C-DDDD4518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7F169-1EEC-EE2A-118E-8A754EE5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0EB3-80F1-140B-F64B-480311E3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63F0F-B576-9C81-D8C4-47528E7B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57C79-5FEB-9FF2-E06B-636B08C54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3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BC5-9EC3-84C6-32EF-31167695A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C4063-D946-643E-02FA-B565E4ABB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31616-E75F-9D4F-A0B6-AE346234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B600-0FAB-A584-7187-1CAC36D30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47DAE-F53B-47B9-DB88-5AE3FC77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6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E3F50-C571-AEC4-DF51-ED9F77A6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5FC-CA40-0DC5-AFE2-C5916E4C3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2F7F3-6036-4821-0F43-85A163D96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44FFF-441B-C495-88A5-0741BD65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65C51-FB4B-4891-7350-855004F7B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8D73E-3DAA-68D7-E6D5-D37ABE379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5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196-DEEC-5F6C-7C56-7010BA87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ACB14-B94B-CA81-F42E-2E9E91D6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BE3E6-6EB1-D6D7-6908-B42951A9C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EB07C2-FDE3-1D3A-DD9A-E68202446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CA1B06-5A71-A7BF-640D-BBC4956E6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2E5942-D90F-FD5E-AA0C-1B0C35D4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684EF3-394B-D005-CAB7-09020B630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E4EA0E-0661-0029-D4B2-8B6FA563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69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A838-25B4-08F7-C767-CA6E75CA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15190-F7F4-939B-9288-145130F1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2A963-1001-2FC8-E1B9-88B5A666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91098-2C4C-AFF5-603F-3EE20539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8E610-9982-1F1C-003A-5F05B1FB0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61E25A-C22A-5088-1305-3DAF0526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1DF49-8F85-5391-876E-A7EB805B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34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9A94-667B-13D0-B98A-5F8F528D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A42-5F13-6B84-FD77-1A2D9736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1B389-1386-9B44-A028-14B193D95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A088A-8178-5B4F-D8CC-DD8B729B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F72A7-C2E9-B550-1751-9ACE3C97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83BF-09DE-CA1B-8793-33F006EB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2ADF9-FE00-6CED-FF52-B903E9B7C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248714-3D8E-9C1D-6D9D-719B1166E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04853-52EC-D593-CC7D-E39294C9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969FA-58DA-E677-E606-02E192B0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AC88B-0BB4-3B49-E10C-90F9EC63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DCE51-B5C9-2DB0-1E02-64018BB7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20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7A50-04AA-1FF4-C72F-029102128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19AF8-63B1-448B-2219-C22031813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01FE1-4571-8746-1E6A-E3ABAA0AA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41A0-FD33-79FA-34B5-512C114D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39E5-359A-3C7D-8B45-DCDBD2EA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76F7D-48FE-8646-88F9-A77EC4746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D2C3D-4A00-1C3F-A884-933F8B7A9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13F33-F2CF-DF75-B2AC-B35BA29E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81849-D7D9-2B1C-20E3-3A964FAF0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9AC72-70CE-6E5A-97D3-8BB3EA339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7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BA6BB8-DF4D-DF42-7DEA-5D9D7D02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4AA9D-46AC-1C80-03D6-E890747A6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98FD-2DA1-0116-AF6B-8D516CED21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EFD7-75C5-42AC-85A4-951C27100165}" type="datetimeFigureOut">
              <a:rPr lang="en-US" smtClean="0"/>
              <a:t>10/27/2024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DC690-51E5-42E8-7B2A-05A3272B1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8B167-0C88-9CCB-9287-D0C23C02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8000-50FE-47E8-AF22-75A54CDFE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2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C29C1E-686B-659F-2361-5E99D37B8237}"/>
              </a:ext>
            </a:extLst>
          </p:cNvPr>
          <p:cNvSpPr txBox="1"/>
          <p:nvPr/>
        </p:nvSpPr>
        <p:spPr>
          <a:xfrm>
            <a:off x="3047223" y="2471575"/>
            <a:ext cx="6097554" cy="1086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Strings</a:t>
            </a:r>
            <a:endParaRPr lang="en-US" sz="6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861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03AB01-D6B4-588F-1061-166382979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1" y="0"/>
            <a:ext cx="101040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4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D2AF3-BE89-E66B-7B0A-CEF38BB9AEF5}"/>
              </a:ext>
            </a:extLst>
          </p:cNvPr>
          <p:cNvSpPr txBox="1"/>
          <p:nvPr/>
        </p:nvSpPr>
        <p:spPr>
          <a:xfrm>
            <a:off x="792480" y="1389478"/>
            <a:ext cx="10607040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 Matches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str_detect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Detects Patterns - checks if a string contains a specific pattern. Output: TRUE/FALSE.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88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A2FD76-6A62-883B-8EFC-52EF7325D14B}"/>
              </a:ext>
            </a:extLst>
          </p:cNvPr>
          <p:cNvSpPr txBox="1"/>
          <p:nvPr/>
        </p:nvSpPr>
        <p:spPr>
          <a:xfrm>
            <a:off x="422366" y="426524"/>
            <a:ext cx="11347268" cy="463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Detect whether the word fox is in the string or not.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"The quick brown fox jumps over the lazy dog."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str_detect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"fox")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957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AA1A71-1A7C-B187-BA6C-A0D456C85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148" y="1584960"/>
            <a:ext cx="7234918" cy="318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6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BFC8A8-DFE4-7900-434F-42A7EF2D885D}"/>
              </a:ext>
            </a:extLst>
          </p:cNvPr>
          <p:cNvSpPr txBox="1"/>
          <p:nvPr/>
        </p:nvSpPr>
        <p:spPr>
          <a:xfrm>
            <a:off x="453623" y="466452"/>
            <a:ext cx="10902353" cy="2686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2: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</a:t>
            </a:r>
            <a:r>
              <a:rPr lang="en-US" sz="30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str_detect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illustration data above to detect whether on each sentence there is the word fox.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example_2 &lt;-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illustration_data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%&gt;%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mutate(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fox_check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5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str_detect</a:t>
            </a:r>
            <a:r>
              <a:rPr lang="en-US" sz="25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(Example, "fox"))</a:t>
            </a:r>
            <a:endParaRPr lang="en-US" sz="25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616BC3-D4D2-89C5-468E-E04388B33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462" y="3705236"/>
            <a:ext cx="101250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31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8A459-591B-54FA-CBB1-ACEDB9011882}"/>
              </a:ext>
            </a:extLst>
          </p:cNvPr>
          <p:cNvSpPr txBox="1"/>
          <p:nvPr/>
        </p:nvSpPr>
        <p:spPr>
          <a:xfrm>
            <a:off x="687977" y="1086854"/>
            <a:ext cx="10816045" cy="2413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Manage Length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Finds the length (the number of characters) in a string.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348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408CFF-E530-0C73-165D-544432DD52B3}"/>
              </a:ext>
            </a:extLst>
          </p:cNvPr>
          <p:cNvSpPr txBox="1"/>
          <p:nvPr/>
        </p:nvSpPr>
        <p:spPr>
          <a:xfrm>
            <a:off x="487679" y="800992"/>
            <a:ext cx="10990217" cy="354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3: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Count how many characters are in the following string.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"Hello, World!"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str_length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96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F841FB-E391-8424-EB53-22DCAFA39E9A}"/>
              </a:ext>
            </a:extLst>
          </p:cNvPr>
          <p:cNvSpPr txBox="1"/>
          <p:nvPr/>
        </p:nvSpPr>
        <p:spPr>
          <a:xfrm>
            <a:off x="788126" y="1415202"/>
            <a:ext cx="10615748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str_trim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Trims white space - removes leading and trailing white space from a string.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865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067606-B544-1041-61F5-3522682BA790}"/>
              </a:ext>
            </a:extLst>
          </p:cNvPr>
          <p:cNvSpPr txBox="1"/>
          <p:nvPr/>
        </p:nvSpPr>
        <p:spPr>
          <a:xfrm>
            <a:off x="627017" y="792283"/>
            <a:ext cx="10937965" cy="4038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4: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Remove the white space from the beginning and the end of the string.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  Trim me!   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str_trim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651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1EE69-BF3A-260F-5AE5-3C69A380E3B6}"/>
              </a:ext>
            </a:extLst>
          </p:cNvPr>
          <p:cNvSpPr txBox="1"/>
          <p:nvPr/>
        </p:nvSpPr>
        <p:spPr>
          <a:xfrm>
            <a:off x="670560" y="1362951"/>
            <a:ext cx="10850880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str_squish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Removes extra white space withing a string, as well as the beginning, and the end.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09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F7D3B7-B3FB-0193-2A95-7F9B4E4D7972}"/>
              </a:ext>
            </a:extLst>
          </p:cNvPr>
          <p:cNvSpPr txBox="1"/>
          <p:nvPr/>
        </p:nvSpPr>
        <p:spPr>
          <a:xfrm>
            <a:off x="435427" y="522317"/>
            <a:ext cx="11504023" cy="354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5: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Remove all whitespace from the string.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   Hello   world    from    R!    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str_squish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263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21B90D-BDE1-7F91-BAC2-5F9A67F7DA0B}"/>
              </a:ext>
            </a:extLst>
          </p:cNvPr>
          <p:cNvSpPr txBox="1"/>
          <p:nvPr/>
        </p:nvSpPr>
        <p:spPr>
          <a:xfrm>
            <a:off x="722811" y="927240"/>
            <a:ext cx="10746378" cy="208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Mutating Strings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str_sub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extracts substrings from a string.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201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EB6B60-7D80-37FB-E8F9-E3076FCDCED4}"/>
              </a:ext>
            </a:extLst>
          </p:cNvPr>
          <p:cNvSpPr txBox="1"/>
          <p:nvPr/>
        </p:nvSpPr>
        <p:spPr>
          <a:xfrm>
            <a:off x="418011" y="583413"/>
            <a:ext cx="10990217" cy="354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6: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string from position 8 to position 13.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"Extract this part"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str_sub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start = 9, end = 13)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20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C686E-F4FB-9A39-3365-C28F310F3C88}"/>
              </a:ext>
            </a:extLst>
          </p:cNvPr>
          <p:cNvSpPr txBox="1"/>
          <p:nvPr/>
        </p:nvSpPr>
        <p:spPr>
          <a:xfrm>
            <a:off x="422366" y="1537259"/>
            <a:ext cx="11347267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str_replace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replaces a pattern with another string.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293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2ADAC-A079-89FB-ADB6-5B879F05EB94}"/>
              </a:ext>
            </a:extLst>
          </p:cNvPr>
          <p:cNvSpPr txBox="1"/>
          <p:nvPr/>
        </p:nvSpPr>
        <p:spPr>
          <a:xfrm>
            <a:off x="539931" y="461357"/>
            <a:ext cx="11277600" cy="463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7: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Substitute the word fox with the word cat.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"The quick brown fox jumps over the lazy dog."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str_replace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"fox", "cat")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564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6F49E2-A786-BBDD-817F-B45159FC761D}"/>
              </a:ext>
            </a:extLst>
          </p:cNvPr>
          <p:cNvSpPr txBox="1"/>
          <p:nvPr/>
        </p:nvSpPr>
        <p:spPr>
          <a:xfrm>
            <a:off x="661850" y="1258177"/>
            <a:ext cx="10589623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str_to_lower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Changes the case to all lower case of a string. 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str_to_upper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Changes the case to all upper case of a string.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07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F3240-E39F-83AD-493E-289AA9156DAA}"/>
              </a:ext>
            </a:extLst>
          </p:cNvPr>
          <p:cNvSpPr txBox="1"/>
          <p:nvPr/>
        </p:nvSpPr>
        <p:spPr>
          <a:xfrm>
            <a:off x="522514" y="425568"/>
            <a:ext cx="11155679" cy="5828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8: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Change the following string to all lower case and then to all upper.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"Hello, World!"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str_to_lower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str_to_upper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   </a:t>
            </a: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102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F83B0E-731C-8496-4E54-166080FA0527}"/>
              </a:ext>
            </a:extLst>
          </p:cNvPr>
          <p:cNvSpPr txBox="1"/>
          <p:nvPr/>
        </p:nvSpPr>
        <p:spPr>
          <a:xfrm>
            <a:off x="844731" y="1034603"/>
            <a:ext cx="10694126" cy="251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Join &amp; Split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str_c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Combining Strings - concatenates strings together.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211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4E54E0-795C-D68C-444D-D8DD6AD2705F}"/>
              </a:ext>
            </a:extLst>
          </p:cNvPr>
          <p:cNvSpPr txBox="1"/>
          <p:nvPr/>
        </p:nvSpPr>
        <p:spPr>
          <a:xfrm>
            <a:off x="505096" y="584097"/>
            <a:ext cx="11408229" cy="4141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9: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combine the following two strings. Separate them by "-".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"John"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"Doe"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str_c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first_name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"-", 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last_name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608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C83C47-A6A9-FB30-4724-4FD4FC952D9C}"/>
              </a:ext>
            </a:extLst>
          </p:cNvPr>
          <p:cNvSpPr txBox="1"/>
          <p:nvPr/>
        </p:nvSpPr>
        <p:spPr>
          <a:xfrm>
            <a:off x="762000" y="1528414"/>
            <a:ext cx="10667999" cy="105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str_split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splits a string into a character vector using a specified delimiter.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756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45A3E1-212C-511B-7E86-FCD0B966C726}"/>
              </a:ext>
            </a:extLst>
          </p:cNvPr>
          <p:cNvSpPr txBox="1"/>
          <p:nvPr/>
        </p:nvSpPr>
        <p:spPr>
          <a:xfrm>
            <a:off x="522514" y="539870"/>
            <a:ext cx="11181806" cy="4141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10: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Separate the following string by ",".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apple,banana,cherry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str_split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",")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140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499C77-D141-7245-876E-8593B73CF337}"/>
              </a:ext>
            </a:extLst>
          </p:cNvPr>
          <p:cNvSpPr txBox="1"/>
          <p:nvPr/>
        </p:nvSpPr>
        <p:spPr>
          <a:xfrm>
            <a:off x="740229" y="930100"/>
            <a:ext cx="10711541" cy="2582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Subset Strings</a:t>
            </a: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str_extract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extracts the first occurrence of a pattern from a string.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07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BA8DAE-6B05-E02B-2F80-2D32020B2B3E}"/>
              </a:ext>
            </a:extLst>
          </p:cNvPr>
          <p:cNvSpPr txBox="1"/>
          <p:nvPr/>
        </p:nvSpPr>
        <p:spPr>
          <a:xfrm>
            <a:off x="444136" y="321749"/>
            <a:ext cx="11286309" cy="523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 11: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 the phone number from the following string.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&lt;- "Email me at john@example.com or call at 555-123-4567."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kern="100" dirty="0">
              <a:solidFill>
                <a:srgbClr val="538135"/>
              </a:solidFill>
              <a:effectLst/>
              <a:latin typeface="Lucida Console" panose="020B060904050402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str_extract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sz="3000" kern="100" dirty="0" err="1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my_string</a:t>
            </a:r>
            <a:r>
              <a:rPr lang="en-US" sz="3000" kern="100" dirty="0">
                <a:solidFill>
                  <a:srgbClr val="538135"/>
                </a:solidFill>
                <a:effectLst/>
                <a:latin typeface="Lucida Console" panose="020B060904050402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"\\d{3}-\\d{3}-\\d{4}") </a:t>
            </a:r>
            <a:r>
              <a:rPr lang="en-US" sz="3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30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Output: </a:t>
            </a:r>
            <a:endParaRPr lang="en-US" sz="3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3867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643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660</Words>
  <Application>Microsoft Office PowerPoint</Application>
  <PresentationFormat>Widescreen</PresentationFormat>
  <Paragraphs>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Lucida Console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Abdalla Mukhaimer, Widad</dc:creator>
  <cp:lastModifiedBy>Abdalla Mukhaimer, Widad</cp:lastModifiedBy>
  <cp:revision>1</cp:revision>
  <dcterms:created xsi:type="dcterms:W3CDTF">2024-10-21T04:45:40Z</dcterms:created>
  <dcterms:modified xsi:type="dcterms:W3CDTF">2024-10-28T03:50:00Z</dcterms:modified>
</cp:coreProperties>
</file>