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63" r:id="rId6"/>
    <p:sldId id="259" r:id="rId7"/>
    <p:sldId id="260" r:id="rId8"/>
    <p:sldId id="261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527A05-005E-4EC4-968B-1FA49CBC4D66}" v="15" dt="2024-11-20T07:13:31.3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alla Mukhaimer, Widad" userId="eed79641-8d75-4c66-a669-438ad56aff06" providerId="ADAL" clId="{69527A05-005E-4EC4-968B-1FA49CBC4D66}"/>
    <pc:docChg chg="undo custSel addSld delSld modSld sldOrd">
      <pc:chgData name="Abdalla Mukhaimer, Widad" userId="eed79641-8d75-4c66-a669-438ad56aff06" providerId="ADAL" clId="{69527A05-005E-4EC4-968B-1FA49CBC4D66}" dt="2024-11-20T07:16:00.647" v="138" actId="1076"/>
      <pc:docMkLst>
        <pc:docMk/>
      </pc:docMkLst>
      <pc:sldChg chg="addSp modSp mod ord">
        <pc:chgData name="Abdalla Mukhaimer, Widad" userId="eed79641-8d75-4c66-a669-438ad56aff06" providerId="ADAL" clId="{69527A05-005E-4EC4-968B-1FA49CBC4D66}" dt="2024-11-20T07:14:47.460" v="121" actId="20577"/>
        <pc:sldMkLst>
          <pc:docMk/>
          <pc:sldMk cId="1814761887" sldId="256"/>
        </pc:sldMkLst>
        <pc:spChg chg="add mod">
          <ac:chgData name="Abdalla Mukhaimer, Widad" userId="eed79641-8d75-4c66-a669-438ad56aff06" providerId="ADAL" clId="{69527A05-005E-4EC4-968B-1FA49CBC4D66}" dt="2024-11-20T07:14:47.460" v="121" actId="20577"/>
          <ac:spMkLst>
            <pc:docMk/>
            <pc:sldMk cId="1814761887" sldId="256"/>
            <ac:spMk id="5" creationId="{71565F82-4FE3-7B91-567F-0B509B1F5967}"/>
          </ac:spMkLst>
        </pc:spChg>
      </pc:sldChg>
      <pc:sldChg chg="addSp modSp mod">
        <pc:chgData name="Abdalla Mukhaimer, Widad" userId="eed79641-8d75-4c66-a669-438ad56aff06" providerId="ADAL" clId="{69527A05-005E-4EC4-968B-1FA49CBC4D66}" dt="2024-11-20T07:08:13.205" v="25" actId="1076"/>
        <pc:sldMkLst>
          <pc:docMk/>
          <pc:sldMk cId="792768971" sldId="257"/>
        </pc:sldMkLst>
        <pc:spChg chg="add mod">
          <ac:chgData name="Abdalla Mukhaimer, Widad" userId="eed79641-8d75-4c66-a669-438ad56aff06" providerId="ADAL" clId="{69527A05-005E-4EC4-968B-1FA49CBC4D66}" dt="2024-11-20T07:08:13.205" v="25" actId="1076"/>
          <ac:spMkLst>
            <pc:docMk/>
            <pc:sldMk cId="792768971" sldId="257"/>
            <ac:spMk id="4" creationId="{DEAF8060-4593-F1B8-AA79-D1587F9EBB8D}"/>
          </ac:spMkLst>
        </pc:spChg>
        <pc:picChg chg="add mod">
          <ac:chgData name="Abdalla Mukhaimer, Widad" userId="eed79641-8d75-4c66-a669-438ad56aff06" providerId="ADAL" clId="{69527A05-005E-4EC4-968B-1FA49CBC4D66}" dt="2024-11-20T07:08:05.447" v="21" actId="1076"/>
          <ac:picMkLst>
            <pc:docMk/>
            <pc:sldMk cId="792768971" sldId="257"/>
            <ac:picMk id="2" creationId="{E78EB234-62D7-0F8A-44E8-99535B9DBC1B}"/>
          </ac:picMkLst>
        </pc:picChg>
      </pc:sldChg>
      <pc:sldChg chg="addSp modSp mod">
        <pc:chgData name="Abdalla Mukhaimer, Widad" userId="eed79641-8d75-4c66-a669-438ad56aff06" providerId="ADAL" clId="{69527A05-005E-4EC4-968B-1FA49CBC4D66}" dt="2024-11-20T07:09:23.764" v="40" actId="255"/>
        <pc:sldMkLst>
          <pc:docMk/>
          <pc:sldMk cId="1718794775" sldId="258"/>
        </pc:sldMkLst>
        <pc:spChg chg="add mod">
          <ac:chgData name="Abdalla Mukhaimer, Widad" userId="eed79641-8d75-4c66-a669-438ad56aff06" providerId="ADAL" clId="{69527A05-005E-4EC4-968B-1FA49CBC4D66}" dt="2024-11-20T07:09:23.764" v="40" actId="255"/>
          <ac:spMkLst>
            <pc:docMk/>
            <pc:sldMk cId="1718794775" sldId="258"/>
            <ac:spMk id="3" creationId="{DBCAB52F-BF10-CC01-F8F4-F00A061E0C3E}"/>
          </ac:spMkLst>
        </pc:spChg>
      </pc:sldChg>
      <pc:sldChg chg="addSp modSp mod">
        <pc:chgData name="Abdalla Mukhaimer, Widad" userId="eed79641-8d75-4c66-a669-438ad56aff06" providerId="ADAL" clId="{69527A05-005E-4EC4-968B-1FA49CBC4D66}" dt="2024-11-20T07:11:36.431" v="54" actId="255"/>
        <pc:sldMkLst>
          <pc:docMk/>
          <pc:sldMk cId="3077789241" sldId="259"/>
        </pc:sldMkLst>
        <pc:spChg chg="add mod">
          <ac:chgData name="Abdalla Mukhaimer, Widad" userId="eed79641-8d75-4c66-a669-438ad56aff06" providerId="ADAL" clId="{69527A05-005E-4EC4-968B-1FA49CBC4D66}" dt="2024-11-20T07:11:36.431" v="54" actId="255"/>
          <ac:spMkLst>
            <pc:docMk/>
            <pc:sldMk cId="3077789241" sldId="259"/>
            <ac:spMk id="3" creationId="{ACE87C77-5047-0958-2052-430F64BB3D79}"/>
          </ac:spMkLst>
        </pc:spChg>
      </pc:sldChg>
      <pc:sldChg chg="addSp modSp mod">
        <pc:chgData name="Abdalla Mukhaimer, Widad" userId="eed79641-8d75-4c66-a669-438ad56aff06" providerId="ADAL" clId="{69527A05-005E-4EC4-968B-1FA49CBC4D66}" dt="2024-11-20T07:11:55.818" v="62" actId="14100"/>
        <pc:sldMkLst>
          <pc:docMk/>
          <pc:sldMk cId="201865102" sldId="260"/>
        </pc:sldMkLst>
        <pc:picChg chg="add mod">
          <ac:chgData name="Abdalla Mukhaimer, Widad" userId="eed79641-8d75-4c66-a669-438ad56aff06" providerId="ADAL" clId="{69527A05-005E-4EC4-968B-1FA49CBC4D66}" dt="2024-11-20T07:11:55.818" v="62" actId="14100"/>
          <ac:picMkLst>
            <pc:docMk/>
            <pc:sldMk cId="201865102" sldId="260"/>
            <ac:picMk id="2" creationId="{2FCAA91D-84BF-30A3-B64A-018397A3B67E}"/>
          </ac:picMkLst>
        </pc:picChg>
      </pc:sldChg>
      <pc:sldChg chg="addSp modSp mod">
        <pc:chgData name="Abdalla Mukhaimer, Widad" userId="eed79641-8d75-4c66-a669-438ad56aff06" providerId="ADAL" clId="{69527A05-005E-4EC4-968B-1FA49CBC4D66}" dt="2024-11-20T07:15:30.232" v="131" actId="167"/>
        <pc:sldMkLst>
          <pc:docMk/>
          <pc:sldMk cId="1357581100" sldId="261"/>
        </pc:sldMkLst>
        <pc:spChg chg="add mod ord">
          <ac:chgData name="Abdalla Mukhaimer, Widad" userId="eed79641-8d75-4c66-a669-438ad56aff06" providerId="ADAL" clId="{69527A05-005E-4EC4-968B-1FA49CBC4D66}" dt="2024-11-20T07:15:23.906" v="127" actId="167"/>
          <ac:spMkLst>
            <pc:docMk/>
            <pc:sldMk cId="1357581100" sldId="261"/>
            <ac:spMk id="4" creationId="{E2A70794-D1A4-F80E-A312-6C452ADB7AC1}"/>
          </ac:spMkLst>
        </pc:spChg>
        <pc:picChg chg="add mod ord">
          <ac:chgData name="Abdalla Mukhaimer, Widad" userId="eed79641-8d75-4c66-a669-438ad56aff06" providerId="ADAL" clId="{69527A05-005E-4EC4-968B-1FA49CBC4D66}" dt="2024-11-20T07:15:30.232" v="131" actId="167"/>
          <ac:picMkLst>
            <pc:docMk/>
            <pc:sldMk cId="1357581100" sldId="261"/>
            <ac:picMk id="2" creationId="{9E4FD2AB-1344-AA05-9A6C-7E9DB3476BAF}"/>
          </ac:picMkLst>
        </pc:picChg>
      </pc:sldChg>
      <pc:sldChg chg="modSp add mod">
        <pc:chgData name="Abdalla Mukhaimer, Widad" userId="eed79641-8d75-4c66-a669-438ad56aff06" providerId="ADAL" clId="{69527A05-005E-4EC4-968B-1FA49CBC4D66}" dt="2024-11-20T07:07:14.371" v="4" actId="1076"/>
        <pc:sldMkLst>
          <pc:docMk/>
          <pc:sldMk cId="638861158" sldId="262"/>
        </pc:sldMkLst>
        <pc:spChg chg="mod">
          <ac:chgData name="Abdalla Mukhaimer, Widad" userId="eed79641-8d75-4c66-a669-438ad56aff06" providerId="ADAL" clId="{69527A05-005E-4EC4-968B-1FA49CBC4D66}" dt="2024-11-20T07:07:14.371" v="4" actId="1076"/>
          <ac:spMkLst>
            <pc:docMk/>
            <pc:sldMk cId="638861158" sldId="262"/>
            <ac:spMk id="4" creationId="{ADC29C1E-686B-659F-2361-5E99D37B8237}"/>
          </ac:spMkLst>
        </pc:spChg>
      </pc:sldChg>
      <pc:sldChg chg="modSp add mod">
        <pc:chgData name="Abdalla Mukhaimer, Widad" userId="eed79641-8d75-4c66-a669-438ad56aff06" providerId="ADAL" clId="{69527A05-005E-4EC4-968B-1FA49CBC4D66}" dt="2024-11-20T07:10:11.005" v="48" actId="20577"/>
        <pc:sldMkLst>
          <pc:docMk/>
          <pc:sldMk cId="1730337376" sldId="263"/>
        </pc:sldMkLst>
        <pc:spChg chg="mod">
          <ac:chgData name="Abdalla Mukhaimer, Widad" userId="eed79641-8d75-4c66-a669-438ad56aff06" providerId="ADAL" clId="{69527A05-005E-4EC4-968B-1FA49CBC4D66}" dt="2024-11-20T07:10:11.005" v="48" actId="20577"/>
          <ac:spMkLst>
            <pc:docMk/>
            <pc:sldMk cId="1730337376" sldId="263"/>
            <ac:spMk id="3" creationId="{DBCAB52F-BF10-CC01-F8F4-F00A061E0C3E}"/>
          </ac:spMkLst>
        </pc:spChg>
      </pc:sldChg>
      <pc:sldChg chg="addSp delSp modSp new mod">
        <pc:chgData name="Abdalla Mukhaimer, Widad" userId="eed79641-8d75-4c66-a669-438ad56aff06" providerId="ADAL" clId="{69527A05-005E-4EC4-968B-1FA49CBC4D66}" dt="2024-11-20T07:16:00.647" v="138" actId="1076"/>
        <pc:sldMkLst>
          <pc:docMk/>
          <pc:sldMk cId="4174829642" sldId="264"/>
        </pc:sldMkLst>
        <pc:spChg chg="add del">
          <ac:chgData name="Abdalla Mukhaimer, Widad" userId="eed79641-8d75-4c66-a669-438ad56aff06" providerId="ADAL" clId="{69527A05-005E-4EC4-968B-1FA49CBC4D66}" dt="2024-11-20T07:12:40.821" v="73" actId="22"/>
          <ac:spMkLst>
            <pc:docMk/>
            <pc:sldMk cId="4174829642" sldId="264"/>
            <ac:spMk id="3" creationId="{4691DDEE-00C1-B418-D5B1-A7F2295F2F5C}"/>
          </ac:spMkLst>
        </pc:spChg>
        <pc:spChg chg="add mod">
          <ac:chgData name="Abdalla Mukhaimer, Widad" userId="eed79641-8d75-4c66-a669-438ad56aff06" providerId="ADAL" clId="{69527A05-005E-4EC4-968B-1FA49CBC4D66}" dt="2024-11-20T07:16:00.647" v="138" actId="1076"/>
          <ac:spMkLst>
            <pc:docMk/>
            <pc:sldMk cId="4174829642" sldId="264"/>
            <ac:spMk id="5" creationId="{19A73529-9A2B-B657-CA9A-CA8D01704CD3}"/>
          </ac:spMkLst>
        </pc:spChg>
      </pc:sldChg>
      <pc:sldChg chg="addSp modSp add mod">
        <pc:chgData name="Abdalla Mukhaimer, Widad" userId="eed79641-8d75-4c66-a669-438ad56aff06" providerId="ADAL" clId="{69527A05-005E-4EC4-968B-1FA49CBC4D66}" dt="2024-11-20T07:14:17.927" v="115" actId="1076"/>
        <pc:sldMkLst>
          <pc:docMk/>
          <pc:sldMk cId="1268648493" sldId="265"/>
        </pc:sldMkLst>
        <pc:spChg chg="add">
          <ac:chgData name="Abdalla Mukhaimer, Widad" userId="eed79641-8d75-4c66-a669-438ad56aff06" providerId="ADAL" clId="{69527A05-005E-4EC4-968B-1FA49CBC4D66}" dt="2024-11-20T07:12:54.377" v="75"/>
          <ac:spMkLst>
            <pc:docMk/>
            <pc:sldMk cId="1268648493" sldId="265"/>
            <ac:spMk id="2" creationId="{E34A1A67-F19A-71A9-D6C2-D2584DDA9A58}"/>
          </ac:spMkLst>
        </pc:spChg>
        <pc:spChg chg="add">
          <ac:chgData name="Abdalla Mukhaimer, Widad" userId="eed79641-8d75-4c66-a669-438ad56aff06" providerId="ADAL" clId="{69527A05-005E-4EC4-968B-1FA49CBC4D66}" dt="2024-11-20T07:13:04.136" v="76"/>
          <ac:spMkLst>
            <pc:docMk/>
            <pc:sldMk cId="1268648493" sldId="265"/>
            <ac:spMk id="3" creationId="{30489933-10C5-D37A-E20F-AD3CBAE4842B}"/>
          </ac:spMkLst>
        </pc:spChg>
        <pc:spChg chg="add mod">
          <ac:chgData name="Abdalla Mukhaimer, Widad" userId="eed79641-8d75-4c66-a669-438ad56aff06" providerId="ADAL" clId="{69527A05-005E-4EC4-968B-1FA49CBC4D66}" dt="2024-11-20T07:14:17.927" v="115" actId="1076"/>
          <ac:spMkLst>
            <pc:docMk/>
            <pc:sldMk cId="1268648493" sldId="265"/>
            <ac:spMk id="5" creationId="{909A6290-2D79-0566-7C46-26848C7063F4}"/>
          </ac:spMkLst>
        </pc:spChg>
        <pc:spChg chg="add">
          <ac:chgData name="Abdalla Mukhaimer, Widad" userId="eed79641-8d75-4c66-a669-438ad56aff06" providerId="ADAL" clId="{69527A05-005E-4EC4-968B-1FA49CBC4D66}" dt="2024-11-20T07:13:29.752" v="83"/>
          <ac:spMkLst>
            <pc:docMk/>
            <pc:sldMk cId="1268648493" sldId="265"/>
            <ac:spMk id="6" creationId="{29473698-6E2E-81BB-CA33-6D2E06096046}"/>
          </ac:spMkLst>
        </pc:spChg>
      </pc:sldChg>
      <pc:sldChg chg="add del">
        <pc:chgData name="Abdalla Mukhaimer, Widad" userId="eed79641-8d75-4c66-a669-438ad56aff06" providerId="ADAL" clId="{69527A05-005E-4EC4-968B-1FA49CBC4D66}" dt="2024-11-20T07:14:25.353" v="116" actId="47"/>
        <pc:sldMkLst>
          <pc:docMk/>
          <pc:sldMk cId="3370466297" sldId="266"/>
        </pc:sldMkLst>
      </pc:sldChg>
      <pc:sldChg chg="add del">
        <pc:chgData name="Abdalla Mukhaimer, Widad" userId="eed79641-8d75-4c66-a669-438ad56aff06" providerId="ADAL" clId="{69527A05-005E-4EC4-968B-1FA49CBC4D66}" dt="2024-11-20T07:14:25.353" v="116" actId="47"/>
        <pc:sldMkLst>
          <pc:docMk/>
          <pc:sldMk cId="403837365" sldId="267"/>
        </pc:sldMkLst>
      </pc:sldChg>
      <pc:sldChg chg="add del">
        <pc:chgData name="Abdalla Mukhaimer, Widad" userId="eed79641-8d75-4c66-a669-438ad56aff06" providerId="ADAL" clId="{69527A05-005E-4EC4-968B-1FA49CBC4D66}" dt="2024-11-20T07:14:25.353" v="116" actId="47"/>
        <pc:sldMkLst>
          <pc:docMk/>
          <pc:sldMk cId="1112819474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A5DAB-977E-E213-EE15-6D7791C4A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3B0682-32FD-9F27-468B-555452DAF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2D591-4B9B-5E15-0E9B-0D38E7197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75065-1F85-4532-9F13-6C86F0F089AF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34527-09C6-3036-6048-8379F406B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0B467-CA89-F169-8CC4-195A36796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944E-75C8-49A4-99EB-41FC7133A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13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35956-5B5B-745D-690D-B93704693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6440B-E187-CA1B-9A45-D9E58AD59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31A6C-90D3-C9C4-10A0-FC46528E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75065-1F85-4532-9F13-6C86F0F089AF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CECD3-AF5B-50EB-013A-5B4DCB4A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9E2BD-92B0-03DF-E08B-BCB1B7C16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944E-75C8-49A4-99EB-41FC7133A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10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1944A-B96F-8F21-0877-8B02A7CC7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45810-FBD0-D0E0-CF29-0F3754496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01DCF-D8A7-54AE-3FA1-A808A7620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75065-1F85-4532-9F13-6C86F0F089AF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F561F-FB12-1DCA-12F7-AF270DC7C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B70D9-3A04-77E1-9F25-D1AFE7EDC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944E-75C8-49A4-99EB-41FC7133A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82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29CF6-D63A-7F96-9724-0C7A6EAA8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DF82D-56D0-8195-EB9C-4FBA97BACA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26554-E05C-A3AC-7469-94A43A866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3E688-B1B6-05D4-AF06-6997494BD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75065-1F85-4532-9F13-6C86F0F089AF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DA063-2097-B35F-F4BF-D40181C22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E1B3C-A208-F9D0-A84B-014E70B8B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944E-75C8-49A4-99EB-41FC7133A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630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9EE0B-924B-EA6C-D3B4-BF00CF295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99797-E851-EEFB-9C0F-A2DF9074A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BE2B7-AC71-6302-68F1-FD1A7CAE7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57D1AD-6BBB-A8BD-AFC2-B4D62AF927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8A8D1E-A9E8-F918-60A3-D124325386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84C6D7-E4EE-018C-6CAB-16EC49BF5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75065-1F85-4532-9F13-6C86F0F089AF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F69394-C1FE-E377-2F93-2FE28B94F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61B5BB-3E03-3A33-ADAE-617B32D3D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944E-75C8-49A4-99EB-41FC7133A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429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7CF4D-E983-FF54-64DF-78E726588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F719D1-CB35-0DE2-A582-8EDE56298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75065-1F85-4532-9F13-6C86F0F089AF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CE5A26-B04E-100E-90A9-1609645AB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38A0F-EAFF-284B-7088-69AE37F3D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944E-75C8-49A4-99EB-41FC7133A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92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33B242-E438-BC16-F9D0-AE7E03F17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75065-1F85-4532-9F13-6C86F0F089AF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9F2B32-2DCD-8E1B-8E76-193A75B6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A979E-846C-A41C-5E2A-3F5F219D9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944E-75C8-49A4-99EB-41FC7133A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35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93911-869B-D3CF-8E64-D61C12EC7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64C98-5A3F-314F-160D-A918E5B34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99B16C-5ACF-1A77-44AC-12B4A4DD5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CA4FA-CF46-E0E1-BE58-8DCD29BA8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75065-1F85-4532-9F13-6C86F0F089AF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39B367-1E55-5071-CF30-95E55BDAA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FE5D8-CB54-CA98-E8D5-5470B2305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944E-75C8-49A4-99EB-41FC7133A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10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93B1-0555-BAD2-ADA5-8AB397D7F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CC20CE-9166-CF06-E315-BAB75DC94B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C59107-1939-E642-23D6-AC2030FBF3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E2405-68A9-48C1-90EC-C19428236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75065-1F85-4532-9F13-6C86F0F089AF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02CF5E-59BF-7239-BEC6-88DF186C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953A4-492B-46E6-2A24-3F0AFD6F1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944E-75C8-49A4-99EB-41FC7133A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43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287C4-466E-C32B-F6F6-4DFF4C2A0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2333BA-E25E-B43C-B252-736329358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54804-1C89-3A13-C54F-C8214A965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75065-1F85-4532-9F13-6C86F0F089AF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10300-95C4-499F-DDD0-1637A8E03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1A8C4-3903-D2B7-DF63-EAE4467A1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944E-75C8-49A4-99EB-41FC7133A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946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131EDE-E37F-8E1D-F844-9AAED07B44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83EC6E-18BA-5BCA-FBA7-2E613513AC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E50DE-1B73-AD2E-445D-48509D5B7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75065-1F85-4532-9F13-6C86F0F089AF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37E86-A091-0C1E-00DB-B5BFC2FF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01225-BCBF-8CAD-48F1-ACC940B6B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944E-75C8-49A4-99EB-41FC7133A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3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D731C2-7B2F-0C79-2B29-271A160B6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FF022-6A82-C732-603E-7F106D1B8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C8DAF-2C54-9339-DFDA-BB7D479E24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75065-1F85-4532-9F13-6C86F0F089AF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26468-1746-51B6-FA4C-BDFD856CAC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411FE-BF91-4342-6D27-F79EEC269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5944E-75C8-49A4-99EB-41FC7133A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417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C29C1E-686B-659F-2361-5E99D37B8237}"/>
              </a:ext>
            </a:extLst>
          </p:cNvPr>
          <p:cNvSpPr txBox="1"/>
          <p:nvPr/>
        </p:nvSpPr>
        <p:spPr>
          <a:xfrm>
            <a:off x="806741" y="2208400"/>
            <a:ext cx="10578518" cy="2148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Statistics &amp; Bootstrapping</a:t>
            </a:r>
          </a:p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Part </a:t>
            </a:r>
            <a:r>
              <a:rPr lang="en-US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US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861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565F82-4FE3-7B91-567F-0B509B1F5967}"/>
              </a:ext>
            </a:extLst>
          </p:cNvPr>
          <p:cNvSpPr txBox="1"/>
          <p:nvPr/>
        </p:nvSpPr>
        <p:spPr>
          <a:xfrm>
            <a:off x="444137" y="599739"/>
            <a:ext cx="11086012" cy="5129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Sampling With Replacement: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When you sample with replacement, the object you selected is put back into the pool before another object is sampled.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vector &lt;- 1:6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sample(vector,  3,  replace = TRUE)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761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8EB234-62D7-0F8A-44E8-99535B9DB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31" y="384957"/>
            <a:ext cx="10932368" cy="55822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AF8060-4593-F1B8-AA79-D1587F9EBB8D}"/>
              </a:ext>
            </a:extLst>
          </p:cNvPr>
          <p:cNvSpPr txBox="1"/>
          <p:nvPr/>
        </p:nvSpPr>
        <p:spPr>
          <a:xfrm>
            <a:off x="444526" y="6066290"/>
            <a:ext cx="11302947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Standard Error: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it's the standard deviation of a sampling distribution.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768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CAB52F-BF10-CC01-F8F4-F00A061E0C3E}"/>
              </a:ext>
            </a:extLst>
          </p:cNvPr>
          <p:cNvSpPr txBox="1"/>
          <p:nvPr/>
        </p:nvSpPr>
        <p:spPr>
          <a:xfrm>
            <a:off x="435428" y="440092"/>
            <a:ext cx="11469189" cy="6474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Review: Computing the Standard Error of a Sampling Distribution of the Mean with n = 100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Population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normal_pop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rnorm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(1000000, mean = 100,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sd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15)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get_one_sample_mean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&lt;- function(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population_vector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n) {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one_sample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sample(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population_vector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n)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one_sample_mean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mean(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one_sample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return(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one_sample_mean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794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CAB52F-BF10-CC01-F8F4-F00A061E0C3E}"/>
              </a:ext>
            </a:extLst>
          </p:cNvPr>
          <p:cNvSpPr txBox="1"/>
          <p:nvPr/>
        </p:nvSpPr>
        <p:spPr>
          <a:xfrm>
            <a:off x="252548" y="126583"/>
            <a:ext cx="11817532" cy="4818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Sampling Distribution of the Mean with n = 100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sampling_distribution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map_dbl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(1:10000,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get_one_sample_mean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population_vector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normal_pop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n = 100)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5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Standard Error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st_error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sd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sampling_distribution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st_error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5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337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E87C77-5047-0958-2052-430F64BB3D79}"/>
              </a:ext>
            </a:extLst>
          </p:cNvPr>
          <p:cNvSpPr txBox="1"/>
          <p:nvPr/>
        </p:nvSpPr>
        <p:spPr>
          <a:xfrm>
            <a:off x="535577" y="687492"/>
            <a:ext cx="11120846" cy="4594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Bootstrapping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bootstrap is a resampling technique used to estimate standard errors and confidence intervals for sample statistics. It's particularly useful when you don't know the underlying data distribution.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bootstrap sample is a sample of the same size of the original sample and sampling is done with replacement.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789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FCAA91D-84BF-30A3-B64A-018397A3B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00" y="539932"/>
            <a:ext cx="11050334" cy="599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65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4FD2AB-1344-AA05-9A6C-7E9DB3476B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6125" y="3570715"/>
            <a:ext cx="3748497" cy="31739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A70794-D1A4-F80E-A312-6C452ADB7AC1}"/>
              </a:ext>
            </a:extLst>
          </p:cNvPr>
          <p:cNvSpPr txBox="1"/>
          <p:nvPr/>
        </p:nvSpPr>
        <p:spPr>
          <a:xfrm>
            <a:off x="426720" y="558803"/>
            <a:ext cx="9631680" cy="4598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1: 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Start with a sample.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initial_sample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sample(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normal_pop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100)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Plot of the Initial Sample</a:t>
            </a:r>
            <a:r>
              <a:rPr lang="en-US" sz="2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sample_plot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data.frame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initial_sample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%&gt;%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(x=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initial_sample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 +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geom_histogram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sample_plot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581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A73529-9A2B-B657-CA9A-CA8D01704CD3}"/>
              </a:ext>
            </a:extLst>
          </p:cNvPr>
          <p:cNvSpPr txBox="1"/>
          <p:nvPr/>
        </p:nvSpPr>
        <p:spPr>
          <a:xfrm>
            <a:off x="470263" y="783641"/>
            <a:ext cx="10972800" cy="439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2: 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function that draws one bootstrap sample from a given sample and computes a statistic on the bootstrap sample. In this example the statistic is the mean.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boot_mean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function(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y){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boot_sample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sample(y, length(y), replace = TRUE)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value &lt;- mean(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boot_sample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return(value)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829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9A6290-2D79-0566-7C46-26848C7063F4}"/>
              </a:ext>
            </a:extLst>
          </p:cNvPr>
          <p:cNvSpPr txBox="1"/>
          <p:nvPr/>
        </p:nvSpPr>
        <p:spPr>
          <a:xfrm>
            <a:off x="383176" y="512720"/>
            <a:ext cx="11216642" cy="5832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3: 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Using the function from Step 2, draw 10000 bootstrap samples and compute the mean on each.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all_values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map_dbl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(1:10000,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boot_mean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y =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initial_sample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500" kern="100" dirty="0">
              <a:solidFill>
                <a:srgbClr val="538135"/>
              </a:solidFill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4: 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 the standard deviation of the 10000 bootstrap sample means from Step 3. That is the estimated standard error.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5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sd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all_values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Output</a:t>
            </a:r>
            <a:r>
              <a:rPr lang="en-US" sz="25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1.435214</a:t>
            </a:r>
          </a:p>
        </p:txBody>
      </p:sp>
    </p:spTree>
    <p:extLst>
      <p:ext uri="{BB962C8B-B14F-4D97-AF65-F5344CB8AC3E}">
        <p14:creationId xmlns:p14="http://schemas.microsoft.com/office/powerpoint/2010/main" val="1268648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471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Lucida Console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Abdalla Mukhaimer, Widad</dc:creator>
  <cp:lastModifiedBy>Abdalla Mukhaimer, Widad</cp:lastModifiedBy>
  <cp:revision>1</cp:revision>
  <dcterms:created xsi:type="dcterms:W3CDTF">2024-11-20T07:06:13Z</dcterms:created>
  <dcterms:modified xsi:type="dcterms:W3CDTF">2024-11-20T07:16:06Z</dcterms:modified>
</cp:coreProperties>
</file>