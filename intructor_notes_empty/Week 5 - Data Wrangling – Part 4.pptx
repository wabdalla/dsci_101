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51" r:id="rId4"/>
    <p:sldId id="347" r:id="rId5"/>
    <p:sldId id="352" r:id="rId6"/>
    <p:sldId id="328" r:id="rId7"/>
    <p:sldId id="329" r:id="rId8"/>
    <p:sldId id="353" r:id="rId9"/>
    <p:sldId id="331" r:id="rId10"/>
    <p:sldId id="354" r:id="rId11"/>
    <p:sldId id="350" r:id="rId12"/>
    <p:sldId id="35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E3B95D-E21C-4411-BB17-80F00E8BE5CB}" v="27" dt="2024-09-04T01:03:34.1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10318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Wrangling – Part 4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summarize()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557348" y="2574713"/>
            <a:ext cx="11077304" cy="20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new_column_name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function_name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(column_name2))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981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roup_by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&amp; summarize()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557348" y="2821256"/>
            <a:ext cx="11077304" cy="2560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dataframe_name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(column_name1) %&gt;%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new_column_name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2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function_name</a:t>
            </a:r>
            <a:r>
              <a:rPr lang="en-US" sz="22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(column_name2))</a:t>
            </a: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891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65119" y="1061927"/>
            <a:ext cx="6096000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8F92-1F65-7C93-C270-95B0D776F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68" y="2568286"/>
            <a:ext cx="11489463" cy="24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270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Compute mean and median of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median_income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median(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C0C8A2-ECAC-75F7-C558-1C526E2037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756"/>
          <a:stretch/>
        </p:blipFill>
        <p:spPr>
          <a:xfrm>
            <a:off x="592181" y="3832063"/>
            <a:ext cx="10654600" cy="21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5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270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Compute mean and median of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median_income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median(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FA82D-5DB2-6C70-5251-3B0AC4474B57}"/>
              </a:ext>
            </a:extLst>
          </p:cNvPr>
          <p:cNvSpPr txBox="1"/>
          <p:nvPr/>
        </p:nvSpPr>
        <p:spPr>
          <a:xfrm>
            <a:off x="592179" y="3429000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DC3C2-2ED0-6BB6-2ED0-DD5F1CD0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45" y="4478655"/>
            <a:ext cx="53149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0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311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 mean and median of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total_Income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grouped by favorite fruit (var_1)</a:t>
            </a: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(var_1)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median_income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median(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6376B-24D3-1331-4511-C82BA0C7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9" y="4059147"/>
            <a:ext cx="11007635" cy="212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311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 mean and median of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total_Income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grouped by favorite fruit (var_1)</a:t>
            </a:r>
            <a:endParaRPr lang="en-US" sz="3000" kern="100" dirty="0"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(var_1)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	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median_income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median(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CA6EE-16B0-6CE7-74EF-CA9A0573922A}"/>
              </a:ext>
            </a:extLst>
          </p:cNvPr>
          <p:cNvSpPr txBox="1"/>
          <p:nvPr/>
        </p:nvSpPr>
        <p:spPr>
          <a:xfrm>
            <a:off x="592182" y="3563716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511F7-9DE1-A17B-D3B8-90454E48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31" y="4234815"/>
            <a:ext cx="80676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9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38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 sum and mean of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total_Income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grouped by honesty (var_1) and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cat_total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(honesty,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sum(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C3E01-8478-9192-1C8F-BA545FDA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79" y="4087639"/>
            <a:ext cx="11054638" cy="22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5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38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 sum and mean of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total_Income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grouped by honesty (var_1) and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cat_total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example_3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(honesty,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cat_total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sum(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mean_income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mean(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total_Income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13854-B30A-01CC-03C3-4503139E463F}"/>
              </a:ext>
            </a:extLst>
          </p:cNvPr>
          <p:cNvSpPr txBox="1"/>
          <p:nvPr/>
        </p:nvSpPr>
        <p:spPr>
          <a:xfrm>
            <a:off x="592180" y="3601039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56A9E-A860-AB46-A890-E65CBB6B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818" y="4266519"/>
            <a:ext cx="96869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4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number of pro dancers per honesty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(honesty)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Num_Pro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n())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986093-7593-FD13-C5EC-A5F71B5E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79" y="4087639"/>
            <a:ext cx="11054638" cy="223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3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E1B79D-166B-B7D7-20A4-78068B1E7908}"/>
              </a:ext>
            </a:extLst>
          </p:cNvPr>
          <p:cNvSpPr txBox="1"/>
          <p:nvPr/>
        </p:nvSpPr>
        <p:spPr>
          <a:xfrm>
            <a:off x="423861" y="236713"/>
            <a:ext cx="11344275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 the number of pro dancers per honesty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example_4 &lt;-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group_by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(honesty) %&gt;%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	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summarise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Num_Pro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n())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072FE-56F4-70B8-A705-487299AAB02A}"/>
              </a:ext>
            </a:extLst>
          </p:cNvPr>
          <p:cNvSpPr txBox="1"/>
          <p:nvPr/>
        </p:nvSpPr>
        <p:spPr>
          <a:xfrm>
            <a:off x="592180" y="3601039"/>
            <a:ext cx="1100763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output is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 this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580E5-6B59-8B39-E7B7-E987D244A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45" y="4478655"/>
            <a:ext cx="53149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8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580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7</cp:revision>
  <dcterms:created xsi:type="dcterms:W3CDTF">2024-08-27T22:14:52Z</dcterms:created>
  <dcterms:modified xsi:type="dcterms:W3CDTF">2024-09-25T05:20:41Z</dcterms:modified>
</cp:coreProperties>
</file>