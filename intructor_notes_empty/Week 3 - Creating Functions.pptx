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57" r:id="rId4"/>
    <p:sldId id="264" r:id="rId5"/>
    <p:sldId id="260" r:id="rId6"/>
    <p:sldId id="265" r:id="rId7"/>
    <p:sldId id="261" r:id="rId8"/>
    <p:sldId id="262" r:id="rId9"/>
    <p:sldId id="269" r:id="rId10"/>
    <p:sldId id="266" r:id="rId11"/>
    <p:sldId id="267" r:id="rId12"/>
    <p:sldId id="270"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4C4646-2672-44E6-B49A-148AE8C0618D}" v="19" dt="2024-09-13T02:21:21.7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0" d="100"/>
          <a:sy n="110" d="100"/>
        </p:scale>
        <p:origin x="57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alla Mukhaimer, Widad" userId="eed79641-8d75-4c66-a669-438ad56aff06" providerId="ADAL" clId="{684C4646-2672-44E6-B49A-148AE8C0618D}"/>
    <pc:docChg chg="undo custSel addSld delSld modSld sldOrd">
      <pc:chgData name="Abdalla Mukhaimer, Widad" userId="eed79641-8d75-4c66-a669-438ad56aff06" providerId="ADAL" clId="{684C4646-2672-44E6-B49A-148AE8C0618D}" dt="2024-09-13T02:22:48.960" v="143" actId="207"/>
      <pc:docMkLst>
        <pc:docMk/>
      </pc:docMkLst>
      <pc:sldChg chg="new del ord">
        <pc:chgData name="Abdalla Mukhaimer, Widad" userId="eed79641-8d75-4c66-a669-438ad56aff06" providerId="ADAL" clId="{684C4646-2672-44E6-B49A-148AE8C0618D}" dt="2024-09-13T02:12:15.234" v="4" actId="47"/>
        <pc:sldMkLst>
          <pc:docMk/>
          <pc:sldMk cId="524466172" sldId="258"/>
        </pc:sldMkLst>
      </pc:sldChg>
      <pc:sldChg chg="modSp add mod">
        <pc:chgData name="Abdalla Mukhaimer, Widad" userId="eed79641-8d75-4c66-a669-438ad56aff06" providerId="ADAL" clId="{684C4646-2672-44E6-B49A-148AE8C0618D}" dt="2024-09-13T02:12:24.769" v="23" actId="1076"/>
        <pc:sldMkLst>
          <pc:docMk/>
          <pc:sldMk cId="2107717852" sldId="259"/>
        </pc:sldMkLst>
        <pc:spChg chg="mod">
          <ac:chgData name="Abdalla Mukhaimer, Widad" userId="eed79641-8d75-4c66-a669-438ad56aff06" providerId="ADAL" clId="{684C4646-2672-44E6-B49A-148AE8C0618D}" dt="2024-09-13T02:12:24.769" v="23" actId="1076"/>
          <ac:spMkLst>
            <pc:docMk/>
            <pc:sldMk cId="2107717852" sldId="259"/>
            <ac:spMk id="5" creationId="{8ADE3B64-432C-802E-F8EF-A9F7B0F3A1CE}"/>
          </ac:spMkLst>
        </pc:spChg>
      </pc:sldChg>
      <pc:sldChg chg="addSp modSp new mod">
        <pc:chgData name="Abdalla Mukhaimer, Widad" userId="eed79641-8d75-4c66-a669-438ad56aff06" providerId="ADAL" clId="{684C4646-2672-44E6-B49A-148AE8C0618D}" dt="2024-09-13T02:18:40.770" v="93" actId="20577"/>
        <pc:sldMkLst>
          <pc:docMk/>
          <pc:sldMk cId="3407689369" sldId="260"/>
        </pc:sldMkLst>
        <pc:spChg chg="add mod">
          <ac:chgData name="Abdalla Mukhaimer, Widad" userId="eed79641-8d75-4c66-a669-438ad56aff06" providerId="ADAL" clId="{684C4646-2672-44E6-B49A-148AE8C0618D}" dt="2024-09-13T02:18:06.076" v="83" actId="14100"/>
          <ac:spMkLst>
            <pc:docMk/>
            <pc:sldMk cId="3407689369" sldId="260"/>
            <ac:spMk id="3" creationId="{94A21BBE-E195-C8EF-0EED-A0E4730616A8}"/>
          </ac:spMkLst>
        </pc:spChg>
        <pc:spChg chg="add mod">
          <ac:chgData name="Abdalla Mukhaimer, Widad" userId="eed79641-8d75-4c66-a669-438ad56aff06" providerId="ADAL" clId="{684C4646-2672-44E6-B49A-148AE8C0618D}" dt="2024-09-13T02:18:40.770" v="93" actId="20577"/>
          <ac:spMkLst>
            <pc:docMk/>
            <pc:sldMk cId="3407689369" sldId="260"/>
            <ac:spMk id="5" creationId="{0705641D-2885-517E-CD22-C631B8AB7F78}"/>
          </ac:spMkLst>
        </pc:spChg>
      </pc:sldChg>
      <pc:sldChg chg="addSp modSp add mod">
        <pc:chgData name="Abdalla Mukhaimer, Widad" userId="eed79641-8d75-4c66-a669-438ad56aff06" providerId="ADAL" clId="{684C4646-2672-44E6-B49A-148AE8C0618D}" dt="2024-09-13T02:22:23.970" v="138" actId="207"/>
        <pc:sldMkLst>
          <pc:docMk/>
          <pc:sldMk cId="75477866" sldId="261"/>
        </pc:sldMkLst>
        <pc:spChg chg="add mod">
          <ac:chgData name="Abdalla Mukhaimer, Widad" userId="eed79641-8d75-4c66-a669-438ad56aff06" providerId="ADAL" clId="{684C4646-2672-44E6-B49A-148AE8C0618D}" dt="2024-09-13T02:22:23.970" v="138" actId="207"/>
          <ac:spMkLst>
            <pc:docMk/>
            <pc:sldMk cId="75477866" sldId="261"/>
            <ac:spMk id="3" creationId="{5D092A70-F92D-6633-7C3A-85D78EA8DF0B}"/>
          </ac:spMkLst>
        </pc:spChg>
      </pc:sldChg>
      <pc:sldChg chg="addSp modSp add mod">
        <pc:chgData name="Abdalla Mukhaimer, Widad" userId="eed79641-8d75-4c66-a669-438ad56aff06" providerId="ADAL" clId="{684C4646-2672-44E6-B49A-148AE8C0618D}" dt="2024-09-13T02:20:55.137" v="115" actId="1076"/>
        <pc:sldMkLst>
          <pc:docMk/>
          <pc:sldMk cId="801789909" sldId="262"/>
        </pc:sldMkLst>
        <pc:spChg chg="add mod">
          <ac:chgData name="Abdalla Mukhaimer, Widad" userId="eed79641-8d75-4c66-a669-438ad56aff06" providerId="ADAL" clId="{684C4646-2672-44E6-B49A-148AE8C0618D}" dt="2024-09-13T02:20:55.137" v="115" actId="1076"/>
          <ac:spMkLst>
            <pc:docMk/>
            <pc:sldMk cId="801789909" sldId="262"/>
            <ac:spMk id="3" creationId="{D0C422A9-0E2F-C21B-509B-E60B8A141B55}"/>
          </ac:spMkLst>
        </pc:spChg>
      </pc:sldChg>
      <pc:sldChg chg="add del">
        <pc:chgData name="Abdalla Mukhaimer, Widad" userId="eed79641-8d75-4c66-a669-438ad56aff06" providerId="ADAL" clId="{684C4646-2672-44E6-B49A-148AE8C0618D}" dt="2024-09-13T02:22:06.037" v="135" actId="47"/>
        <pc:sldMkLst>
          <pc:docMk/>
          <pc:sldMk cId="4024842430" sldId="263"/>
        </pc:sldMkLst>
      </pc:sldChg>
      <pc:sldChg chg="addSp modSp add mod ord">
        <pc:chgData name="Abdalla Mukhaimer, Widad" userId="eed79641-8d75-4c66-a669-438ad56aff06" providerId="ADAL" clId="{684C4646-2672-44E6-B49A-148AE8C0618D}" dt="2024-09-13T02:17:46.143" v="80" actId="207"/>
        <pc:sldMkLst>
          <pc:docMk/>
          <pc:sldMk cId="2771012221" sldId="264"/>
        </pc:sldMkLst>
        <pc:spChg chg="add mod">
          <ac:chgData name="Abdalla Mukhaimer, Widad" userId="eed79641-8d75-4c66-a669-438ad56aff06" providerId="ADAL" clId="{684C4646-2672-44E6-B49A-148AE8C0618D}" dt="2024-09-13T02:17:06.751" v="75" actId="1076"/>
          <ac:spMkLst>
            <pc:docMk/>
            <pc:sldMk cId="2771012221" sldId="264"/>
            <ac:spMk id="3" creationId="{22F641C5-F412-B06C-4989-A628014365ED}"/>
          </ac:spMkLst>
        </pc:spChg>
        <pc:spChg chg="add mod">
          <ac:chgData name="Abdalla Mukhaimer, Widad" userId="eed79641-8d75-4c66-a669-438ad56aff06" providerId="ADAL" clId="{684C4646-2672-44E6-B49A-148AE8C0618D}" dt="2024-09-13T02:17:46.143" v="80" actId="207"/>
          <ac:spMkLst>
            <pc:docMk/>
            <pc:sldMk cId="2771012221" sldId="264"/>
            <ac:spMk id="5" creationId="{1BAC3A9E-6A16-9AC2-CC22-016BBA20850A}"/>
          </ac:spMkLst>
        </pc:spChg>
      </pc:sldChg>
      <pc:sldChg chg="delSp modSp add mod">
        <pc:chgData name="Abdalla Mukhaimer, Widad" userId="eed79641-8d75-4c66-a669-438ad56aff06" providerId="ADAL" clId="{684C4646-2672-44E6-B49A-148AE8C0618D}" dt="2024-09-13T02:22:19.415" v="137" actId="207"/>
        <pc:sldMkLst>
          <pc:docMk/>
          <pc:sldMk cId="913012048" sldId="265"/>
        </pc:sldMkLst>
        <pc:spChg chg="del">
          <ac:chgData name="Abdalla Mukhaimer, Widad" userId="eed79641-8d75-4c66-a669-438ad56aff06" providerId="ADAL" clId="{684C4646-2672-44E6-B49A-148AE8C0618D}" dt="2024-09-13T02:18:54.200" v="95" actId="478"/>
          <ac:spMkLst>
            <pc:docMk/>
            <pc:sldMk cId="913012048" sldId="265"/>
            <ac:spMk id="3" creationId="{94A21BBE-E195-C8EF-0EED-A0E4730616A8}"/>
          </ac:spMkLst>
        </pc:spChg>
        <pc:spChg chg="mod">
          <ac:chgData name="Abdalla Mukhaimer, Widad" userId="eed79641-8d75-4c66-a669-438ad56aff06" providerId="ADAL" clId="{684C4646-2672-44E6-B49A-148AE8C0618D}" dt="2024-09-13T02:22:19.415" v="137" actId="207"/>
          <ac:spMkLst>
            <pc:docMk/>
            <pc:sldMk cId="913012048" sldId="265"/>
            <ac:spMk id="5" creationId="{0705641D-2885-517E-CD22-C631B8AB7F78}"/>
          </ac:spMkLst>
        </pc:spChg>
      </pc:sldChg>
      <pc:sldChg chg="addSp modSp add mod">
        <pc:chgData name="Abdalla Mukhaimer, Widad" userId="eed79641-8d75-4c66-a669-438ad56aff06" providerId="ADAL" clId="{684C4646-2672-44E6-B49A-148AE8C0618D}" dt="2024-09-13T02:22:36.626" v="141" actId="207"/>
        <pc:sldMkLst>
          <pc:docMk/>
          <pc:sldMk cId="977423016" sldId="266"/>
        </pc:sldMkLst>
        <pc:spChg chg="add">
          <ac:chgData name="Abdalla Mukhaimer, Widad" userId="eed79641-8d75-4c66-a669-438ad56aff06" providerId="ADAL" clId="{684C4646-2672-44E6-B49A-148AE8C0618D}" dt="2024-09-13T02:15:09.866" v="54"/>
          <ac:spMkLst>
            <pc:docMk/>
            <pc:sldMk cId="977423016" sldId="266"/>
            <ac:spMk id="2" creationId="{418D852E-1788-DD6C-39C3-6F4E51B52E2E}"/>
          </ac:spMkLst>
        </pc:spChg>
        <pc:spChg chg="add mod">
          <ac:chgData name="Abdalla Mukhaimer, Widad" userId="eed79641-8d75-4c66-a669-438ad56aff06" providerId="ADAL" clId="{684C4646-2672-44E6-B49A-148AE8C0618D}" dt="2024-09-13T02:22:36.626" v="141" actId="207"/>
          <ac:spMkLst>
            <pc:docMk/>
            <pc:sldMk cId="977423016" sldId="266"/>
            <ac:spMk id="3" creationId="{D4572037-AFA6-9B5B-2C25-333B80D3159A}"/>
          </ac:spMkLst>
        </pc:spChg>
      </pc:sldChg>
      <pc:sldChg chg="addSp modSp add mod">
        <pc:chgData name="Abdalla Mukhaimer, Widad" userId="eed79641-8d75-4c66-a669-438ad56aff06" providerId="ADAL" clId="{684C4646-2672-44E6-B49A-148AE8C0618D}" dt="2024-09-13T02:22:48.960" v="143" actId="207"/>
        <pc:sldMkLst>
          <pc:docMk/>
          <pc:sldMk cId="823081850" sldId="267"/>
        </pc:sldMkLst>
        <pc:spChg chg="add mod">
          <ac:chgData name="Abdalla Mukhaimer, Widad" userId="eed79641-8d75-4c66-a669-438ad56aff06" providerId="ADAL" clId="{684C4646-2672-44E6-B49A-148AE8C0618D}" dt="2024-09-13T02:22:48.960" v="143" actId="207"/>
          <ac:spMkLst>
            <pc:docMk/>
            <pc:sldMk cId="823081850" sldId="267"/>
            <ac:spMk id="3" creationId="{2FACAEE6-391A-3F37-6520-43E189D3C03E}"/>
          </ac:spMkLst>
        </pc:spChg>
      </pc:sldChg>
      <pc:sldChg chg="addSp modSp add mod">
        <pc:chgData name="Abdalla Mukhaimer, Widad" userId="eed79641-8d75-4c66-a669-438ad56aff06" providerId="ADAL" clId="{684C4646-2672-44E6-B49A-148AE8C0618D}" dt="2024-09-13T02:22:02.598" v="134" actId="20577"/>
        <pc:sldMkLst>
          <pc:docMk/>
          <pc:sldMk cId="1461699781" sldId="268"/>
        </pc:sldMkLst>
        <pc:spChg chg="add mod">
          <ac:chgData name="Abdalla Mukhaimer, Widad" userId="eed79641-8d75-4c66-a669-438ad56aff06" providerId="ADAL" clId="{684C4646-2672-44E6-B49A-148AE8C0618D}" dt="2024-09-13T02:22:02.598" v="134" actId="20577"/>
          <ac:spMkLst>
            <pc:docMk/>
            <pc:sldMk cId="1461699781" sldId="268"/>
            <ac:spMk id="3" creationId="{85A4F4F2-BBAC-0224-603C-910EEF1E0801}"/>
          </ac:spMkLst>
        </pc:spChg>
      </pc:sldChg>
      <pc:sldChg chg="new">
        <pc:chgData name="Abdalla Mukhaimer, Widad" userId="eed79641-8d75-4c66-a669-438ad56aff06" providerId="ADAL" clId="{684C4646-2672-44E6-B49A-148AE8C0618D}" dt="2024-09-13T02:21:00.283" v="116" actId="680"/>
        <pc:sldMkLst>
          <pc:docMk/>
          <pc:sldMk cId="2807336460" sldId="269"/>
        </pc:sldMkLst>
      </pc:sldChg>
      <pc:sldChg chg="new">
        <pc:chgData name="Abdalla Mukhaimer, Widad" userId="eed79641-8d75-4c66-a669-438ad56aff06" providerId="ADAL" clId="{684C4646-2672-44E6-B49A-148AE8C0618D}" dt="2024-09-13T02:21:45.964" v="128" actId="680"/>
        <pc:sldMkLst>
          <pc:docMk/>
          <pc:sldMk cId="1697241871" sldId="27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1E10-BEAA-8FE4-7E50-299874A95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308952-E875-D23D-99B8-A7755A8406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F636C4-41A6-2F92-723D-94677DFAC26B}"/>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5" name="Footer Placeholder 4">
            <a:extLst>
              <a:ext uri="{FF2B5EF4-FFF2-40B4-BE49-F238E27FC236}">
                <a16:creationId xmlns:a16="http://schemas.microsoft.com/office/drawing/2014/main" id="{EAF1B284-5A7B-7D59-A7F7-9E42C1DCB6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DB7A46-A3FC-AC2D-9668-9B679C8B760E}"/>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1400080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70B28-73F3-EDF5-7DF0-E9FE363A3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A3C8D3-8769-DDCC-F8A0-3C0B1AF8E3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E74B11-14C7-1E2E-0ABE-6F65EC4C6B7C}"/>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5" name="Footer Placeholder 4">
            <a:extLst>
              <a:ext uri="{FF2B5EF4-FFF2-40B4-BE49-F238E27FC236}">
                <a16:creationId xmlns:a16="http://schemas.microsoft.com/office/drawing/2014/main" id="{FACE064F-BDA0-44D5-7535-FE35184A6F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32709-4FC1-4291-1ECD-8EB2337A7752}"/>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3677146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90516-ED96-EC80-F008-40992F612F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B1FB3A-7C32-B382-A350-B89E813F5D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5310CE-0E9A-C009-A220-D0A3AD5E3FCE}"/>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5" name="Footer Placeholder 4">
            <a:extLst>
              <a:ext uri="{FF2B5EF4-FFF2-40B4-BE49-F238E27FC236}">
                <a16:creationId xmlns:a16="http://schemas.microsoft.com/office/drawing/2014/main" id="{03AFDF4E-01F2-819F-90AD-D5ACF666EB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2FAA91-493D-2723-220D-28A4F5393DD6}"/>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1486808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2E7F7-2A03-D09C-A706-737AFB4996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3D3E93-08DD-6F6A-7726-0FB238CC8D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CF0C5C-16C2-5A7F-9AD6-CE5786BDFE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D97A2F-EE81-9648-8E11-64F944628DCF}"/>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6" name="Footer Placeholder 5">
            <a:extLst>
              <a:ext uri="{FF2B5EF4-FFF2-40B4-BE49-F238E27FC236}">
                <a16:creationId xmlns:a16="http://schemas.microsoft.com/office/drawing/2014/main" id="{B39F24DB-0295-D11B-1C2D-D02C7855C0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E6904-DE8C-3D1B-C4F6-7731E893CF3A}"/>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3214309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A6581-B16B-2DD1-3156-9FB5428605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A72F09-8FDA-873F-E7FC-FCA71E11F0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9291E4-D890-0D0B-0200-34A5E81357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D10832-206F-E823-6A90-5EC8B80E96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D83592-C6F0-79EF-441A-BF94AE4FDD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E24DBC-AB4E-36A7-E355-B82D26333B9C}"/>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8" name="Footer Placeholder 7">
            <a:extLst>
              <a:ext uri="{FF2B5EF4-FFF2-40B4-BE49-F238E27FC236}">
                <a16:creationId xmlns:a16="http://schemas.microsoft.com/office/drawing/2014/main" id="{8B02A118-F4F5-01F1-CB56-7F2B1CBFB0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A87774-83DF-69ED-91D0-33D0771B446B}"/>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1867449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33E2D-3A4C-C630-9329-DF9130BE62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528E44-F1B9-603D-C91F-D3C632746DF7}"/>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4" name="Footer Placeholder 3">
            <a:extLst>
              <a:ext uri="{FF2B5EF4-FFF2-40B4-BE49-F238E27FC236}">
                <a16:creationId xmlns:a16="http://schemas.microsoft.com/office/drawing/2014/main" id="{ABE45975-5977-70FC-D5C0-8ADF6D61D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DCCA52-0F1D-D4CD-554D-847E2FD3C423}"/>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250101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4465BF-0084-2AE9-0944-7912D1627614}"/>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3" name="Footer Placeholder 2">
            <a:extLst>
              <a:ext uri="{FF2B5EF4-FFF2-40B4-BE49-F238E27FC236}">
                <a16:creationId xmlns:a16="http://schemas.microsoft.com/office/drawing/2014/main" id="{541FF983-59F9-28DA-4A70-480BDF4782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C49DFA-E865-2110-C49E-86E49DFDB13A}"/>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2066735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9F71D-7DDA-CDFD-A92E-31A08CEF13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A4707F-AC3C-4A0F-8905-D909A7CD4E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F66CC6-A483-0086-CF04-6CA27F3314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A1C021-95C8-4D15-4CB5-0CD8DC4CC1DE}"/>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6" name="Footer Placeholder 5">
            <a:extLst>
              <a:ext uri="{FF2B5EF4-FFF2-40B4-BE49-F238E27FC236}">
                <a16:creationId xmlns:a16="http://schemas.microsoft.com/office/drawing/2014/main" id="{00AA1B26-B8C0-2BD4-853C-6932EF66B9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165DDC-FEF1-1EB0-8758-47E70650BF98}"/>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3447933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8357-93CA-EFA8-97B2-79685A62AD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85B622-B31F-ACD7-3739-E36671C3A0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42AD77-7EAB-A30D-E722-22BCA41FE3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E53BF-BDD7-6C5E-04CB-1DBE3094E93F}"/>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6" name="Footer Placeholder 5">
            <a:extLst>
              <a:ext uri="{FF2B5EF4-FFF2-40B4-BE49-F238E27FC236}">
                <a16:creationId xmlns:a16="http://schemas.microsoft.com/office/drawing/2014/main" id="{050630F0-A182-5AE5-A4A2-6B1E2AC27F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C95B22-DA6C-26C4-0FF6-5CFB64141E16}"/>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866375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3F3D2-7DB8-DB57-3F4E-F27E17E663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AB936C-E939-3643-C37A-AA9E7EFD27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10E210-1039-1E79-7BDC-DB3BE927AE45}"/>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5" name="Footer Placeholder 4">
            <a:extLst>
              <a:ext uri="{FF2B5EF4-FFF2-40B4-BE49-F238E27FC236}">
                <a16:creationId xmlns:a16="http://schemas.microsoft.com/office/drawing/2014/main" id="{41FC4069-34A7-B161-1647-F94B13B500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2A0842-255A-6165-2E03-7C3878224138}"/>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179153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4882E5-BB5C-C8D5-E83C-89657C748E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3405B6-69E5-6FC9-D13B-309C80A7DB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AD911E-AB62-0F1F-AEC5-1090DCA6DADA}"/>
              </a:ext>
            </a:extLst>
          </p:cNvPr>
          <p:cNvSpPr>
            <a:spLocks noGrp="1"/>
          </p:cNvSpPr>
          <p:nvPr>
            <p:ph type="dt" sz="half" idx="10"/>
          </p:nvPr>
        </p:nvSpPr>
        <p:spPr/>
        <p:txBody>
          <a:bodyPr/>
          <a:lstStyle/>
          <a:p>
            <a:fld id="{3C29841A-68EE-4DDA-BAB1-DEF1170D1F86}" type="datetimeFigureOut">
              <a:rPr lang="en-US" smtClean="0"/>
              <a:t>9/12/2024</a:t>
            </a:fld>
            <a:endParaRPr lang="en-US"/>
          </a:p>
        </p:txBody>
      </p:sp>
      <p:sp>
        <p:nvSpPr>
          <p:cNvPr id="5" name="Footer Placeholder 4">
            <a:extLst>
              <a:ext uri="{FF2B5EF4-FFF2-40B4-BE49-F238E27FC236}">
                <a16:creationId xmlns:a16="http://schemas.microsoft.com/office/drawing/2014/main" id="{632E89CD-5C22-41F6-9408-403E8481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7EB542-F91E-63CC-2ACD-E819AB26473F}"/>
              </a:ext>
            </a:extLst>
          </p:cNvPr>
          <p:cNvSpPr>
            <a:spLocks noGrp="1"/>
          </p:cNvSpPr>
          <p:nvPr>
            <p:ph type="sldNum" sz="quarter" idx="12"/>
          </p:nvPr>
        </p:nvSpPr>
        <p:spPr/>
        <p:txBody>
          <a:bodyPr/>
          <a:lstStyle/>
          <a:p>
            <a:fld id="{2B906883-8C0E-4AB3-8A92-F5C309200397}" type="slidenum">
              <a:rPr lang="en-US" smtClean="0"/>
              <a:t>‹#›</a:t>
            </a:fld>
            <a:endParaRPr lang="en-US"/>
          </a:p>
        </p:txBody>
      </p:sp>
    </p:spTree>
    <p:extLst>
      <p:ext uri="{BB962C8B-B14F-4D97-AF65-F5344CB8AC3E}">
        <p14:creationId xmlns:p14="http://schemas.microsoft.com/office/powerpoint/2010/main" val="2652623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C6E504-CD5F-8E89-5FA8-72B1A7E63B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743CFB-7115-2D75-2014-B98C3851BF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23E3D3-A243-4024-A570-92E6083D52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29841A-68EE-4DDA-BAB1-DEF1170D1F86}" type="datetimeFigureOut">
              <a:rPr lang="en-US" smtClean="0"/>
              <a:t>9/12/2024</a:t>
            </a:fld>
            <a:endParaRPr lang="en-US"/>
          </a:p>
        </p:txBody>
      </p:sp>
      <p:sp>
        <p:nvSpPr>
          <p:cNvPr id="5" name="Footer Placeholder 4">
            <a:extLst>
              <a:ext uri="{FF2B5EF4-FFF2-40B4-BE49-F238E27FC236}">
                <a16:creationId xmlns:a16="http://schemas.microsoft.com/office/drawing/2014/main" id="{7115411C-B02B-BF2E-191E-BF7C74BC00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2157DF-6404-7FE4-82DA-64570FC5AC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906883-8C0E-4AB3-8A92-F5C309200397}" type="slidenum">
              <a:rPr lang="en-US" smtClean="0"/>
              <a:t>‹#›</a:t>
            </a:fld>
            <a:endParaRPr lang="en-US"/>
          </a:p>
        </p:txBody>
      </p:sp>
    </p:spTree>
    <p:extLst>
      <p:ext uri="{BB962C8B-B14F-4D97-AF65-F5344CB8AC3E}">
        <p14:creationId xmlns:p14="http://schemas.microsoft.com/office/powerpoint/2010/main" val="43623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DE3B64-432C-802E-F8EF-A9F7B0F3A1CE}"/>
              </a:ext>
            </a:extLst>
          </p:cNvPr>
          <p:cNvSpPr txBox="1"/>
          <p:nvPr/>
        </p:nvSpPr>
        <p:spPr>
          <a:xfrm>
            <a:off x="3047223" y="2097107"/>
            <a:ext cx="6097554" cy="2148793"/>
          </a:xfrm>
          <a:prstGeom prst="rect">
            <a:avLst/>
          </a:prstGeom>
          <a:noFill/>
        </p:spPr>
        <p:txBody>
          <a:bodyPr wrap="square">
            <a:spAutoFit/>
          </a:bodyPr>
          <a:lstStyle/>
          <a:p>
            <a:pPr marL="457200" marR="0" indent="-228600" algn="ctr">
              <a:lnSpc>
                <a:spcPct val="115000"/>
              </a:lnSpc>
              <a:spcBef>
                <a:spcPts val="0"/>
              </a:spcBef>
              <a:spcAft>
                <a:spcPts val="0"/>
              </a:spcAft>
            </a:pPr>
            <a:r>
              <a:rPr lang="en-US" sz="6000" dirty="0">
                <a:effectLst/>
                <a:latin typeface="Times New Roman" panose="02020603050405020304" pitchFamily="18" charset="0"/>
                <a:ea typeface="Calibri" panose="020F0502020204030204" pitchFamily="34" charset="0"/>
                <a:cs typeface="Times New Roman" panose="02020603050405020304" pitchFamily="18" charset="0"/>
              </a:rPr>
              <a:t>Creating Functions</a:t>
            </a:r>
            <a:endParaRPr lang="en-US" sz="6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07717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the Zodiac Elements Mean: Are You Fire, Earth, Air or Water?">
            <a:extLst>
              <a:ext uri="{FF2B5EF4-FFF2-40B4-BE49-F238E27FC236}">
                <a16:creationId xmlns:a16="http://schemas.microsoft.com/office/drawing/2014/main" id="{18B9D58E-4004-1593-D1E3-DB21D21C41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416" y="0"/>
            <a:ext cx="1048760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666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CF407C-3761-453E-0810-28B77A587555}"/>
                  </a:ext>
                </a:extLst>
              </p:cNvPr>
              <p:cNvSpPr txBox="1"/>
              <p:nvPr/>
            </p:nvSpPr>
            <p:spPr>
              <a:xfrm>
                <a:off x="217715" y="1612915"/>
                <a:ext cx="11504022" cy="2689582"/>
              </a:xfrm>
              <a:prstGeom prst="rect">
                <a:avLst/>
              </a:prstGeom>
              <a:noFill/>
            </p:spPr>
            <p:txBody>
              <a:bodyPr wrap="square">
                <a:spAutoFit/>
              </a:bodyPr>
              <a:lstStyle/>
              <a:p>
                <a:pPr marL="0" marR="0" algn="ctr">
                  <a:lnSpc>
                    <a:spcPct val="200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BMR estimation formulas: The Mifflin St Jeor equation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200000"/>
                  </a:lnSpc>
                  <a:spcBef>
                    <a:spcPts val="0"/>
                  </a:spcBef>
                  <a:spcAft>
                    <a:spcPts val="800"/>
                  </a:spcAft>
                </a:pPr>
                <a14:m>
                  <m:oMathPara xmlns:m="http://schemas.openxmlformats.org/officeDocument/2006/math">
                    <m:oMathParaPr>
                      <m:jc m:val="centerGroup"/>
                    </m:oMathParaPr>
                    <m:oMath xmlns:m="http://schemas.openxmlformats.org/officeDocument/2006/math">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𝑝𝑟𝑒𝑑𝑖𝑐𝑡𝑒𝑑</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𝑐𝑎𝑙𝑜𝑟𝑖𝑒𝑠</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 = 10∗</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𝑤𝑒𝑖𝑔h𝑡</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𝑖𝑛</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𝑘𝑔</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 + 6.25∗</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h𝑒𝑖𝑔h𝑡</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𝑖𝑛</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𝑐𝑚</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 − 5∗</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𝑎𝑔𝑒</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𝑖𝑛</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𝑦𝑒𝑎𝑟𝑠</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 + </m:t>
                      </m:r>
                      <m:r>
                        <a:rPr lang="en-US" sz="2200" i="1" kern="100">
                          <a:effectLst/>
                          <a:latin typeface="Cambria Math" panose="02040503050406030204" pitchFamily="18" charset="0"/>
                          <a:ea typeface="Calibri" panose="020F0502020204030204" pitchFamily="34" charset="0"/>
                          <a:cs typeface="Times New Roman" panose="02020603050405020304" pitchFamily="18" charset="0"/>
                        </a:rPr>
                        <m:t>𝑠</m:t>
                      </m:r>
                    </m:oMath>
                  </m:oMathPara>
                </a14:m>
                <a:endParaRPr lang="en-US" sz="2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200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where </a:t>
                </a:r>
                <a14:m>
                  <m:oMath xmlns:m="http://schemas.openxmlformats.org/officeDocument/2006/math">
                    <m:r>
                      <a:rPr lang="en-US" sz="3000" i="1" kern="100">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is a constant equal to </a:t>
                </a:r>
                <a14:m>
                  <m:oMath xmlns:m="http://schemas.openxmlformats.org/officeDocument/2006/math">
                    <m:r>
                      <a:rPr lang="en-US" sz="3000" i="1" kern="100">
                        <a:effectLst/>
                        <a:latin typeface="Cambria Math" panose="02040503050406030204" pitchFamily="18" charset="0"/>
                        <a:ea typeface="Calibri" panose="020F0502020204030204" pitchFamily="34" charset="0"/>
                        <a:cs typeface="Times New Roman" panose="02020603050405020304" pitchFamily="18" charset="0"/>
                      </a:rPr>
                      <m:t>−161</m:t>
                    </m:r>
                  </m:oMath>
                </a14:m>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for women and </a:t>
                </a:r>
                <a14:m>
                  <m:oMath xmlns:m="http://schemas.openxmlformats.org/officeDocument/2006/math">
                    <m:r>
                      <a:rPr lang="en-US" sz="3000" i="1" kern="100">
                        <a:effectLst/>
                        <a:latin typeface="Cambria Math" panose="02040503050406030204" pitchFamily="18" charset="0"/>
                        <a:ea typeface="Calibri" panose="020F0502020204030204" pitchFamily="34" charset="0"/>
                        <a:cs typeface="Times New Roman" panose="02020603050405020304" pitchFamily="18" charset="0"/>
                      </a:rPr>
                      <m:t>5</m:t>
                    </m:r>
                  </m:oMath>
                </a14:m>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for men.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B3CF407C-3761-453E-0810-28B77A587555}"/>
                  </a:ext>
                </a:extLst>
              </p:cNvPr>
              <p:cNvSpPr txBox="1">
                <a:spLocks noRot="1" noChangeAspect="1" noMove="1" noResize="1" noEditPoints="1" noAdjustHandles="1" noChangeArrowheads="1" noChangeShapeType="1" noTextEdit="1"/>
              </p:cNvSpPr>
              <p:nvPr/>
            </p:nvSpPr>
            <p:spPr>
              <a:xfrm>
                <a:off x="217715" y="1612915"/>
                <a:ext cx="11504022" cy="2689582"/>
              </a:xfrm>
              <a:prstGeom prst="rect">
                <a:avLst/>
              </a:prstGeom>
              <a:blipFill>
                <a:blip r:embed="rId2"/>
                <a:stretch>
                  <a:fillRect b="-5896"/>
                </a:stretch>
              </a:blipFill>
            </p:spPr>
            <p:txBody>
              <a:bodyPr/>
              <a:lstStyle/>
              <a:p>
                <a:r>
                  <a:rPr lang="en-US">
                    <a:noFill/>
                  </a:rPr>
                  <a:t> </a:t>
                </a:r>
              </a:p>
            </p:txBody>
          </p:sp>
        </mc:Fallback>
      </mc:AlternateContent>
    </p:spTree>
    <p:extLst>
      <p:ext uri="{BB962C8B-B14F-4D97-AF65-F5344CB8AC3E}">
        <p14:creationId xmlns:p14="http://schemas.microsoft.com/office/powerpoint/2010/main" val="3192131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F641C5-F412-B06C-4989-A628014365ED}"/>
              </a:ext>
            </a:extLst>
          </p:cNvPr>
          <p:cNvSpPr txBox="1"/>
          <p:nvPr/>
        </p:nvSpPr>
        <p:spPr>
          <a:xfrm>
            <a:off x="348343" y="962494"/>
            <a:ext cx="11425645" cy="718466"/>
          </a:xfrm>
          <a:prstGeom prst="rect">
            <a:avLst/>
          </a:prstGeom>
          <a:noFill/>
        </p:spPr>
        <p:txBody>
          <a:bodyPr wrap="square">
            <a:spAutoFit/>
          </a:bodyPr>
          <a:lstStyle/>
          <a:p>
            <a:pPr marL="0" marR="0" algn="ctr">
              <a:lnSpc>
                <a:spcPct val="107000"/>
              </a:lnSpc>
              <a:spcBef>
                <a:spcPts val="0"/>
              </a:spcBef>
              <a:spcAft>
                <a:spcPts val="800"/>
              </a:spcAft>
            </a:pPr>
            <a:r>
              <a:rPr lang="en-US" sz="4000" b="1" kern="100" dirty="0">
                <a:effectLst/>
                <a:latin typeface="Times New Roman" panose="02020603050405020304" pitchFamily="18" charset="0"/>
                <a:ea typeface="Calibri" panose="020F0502020204030204" pitchFamily="34" charset="0"/>
                <a:cs typeface="Times New Roman" panose="02020603050405020304" pitchFamily="18" charset="0"/>
              </a:rPr>
              <a:t>Function Syntax</a:t>
            </a:r>
            <a:endParaRPr lang="en-US" sz="4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BAC3A9E-6A16-9AC2-CC22-016BBA20850A}"/>
              </a:ext>
            </a:extLst>
          </p:cNvPr>
          <p:cNvSpPr txBox="1"/>
          <p:nvPr/>
        </p:nvSpPr>
        <p:spPr>
          <a:xfrm>
            <a:off x="418012" y="2714757"/>
            <a:ext cx="11355976" cy="2255874"/>
          </a:xfrm>
          <a:prstGeom prst="rect">
            <a:avLst/>
          </a:prstGeom>
          <a:noFill/>
        </p:spPr>
        <p:txBody>
          <a:bodyPr wrap="square">
            <a:spAutoFit/>
          </a:bodyPr>
          <a:lstStyle/>
          <a:p>
            <a:pPr marL="0" marR="0" algn="just">
              <a:lnSpc>
                <a:spcPct val="107000"/>
              </a:lnSpc>
              <a:spcBef>
                <a:spcPts val="0"/>
              </a:spcBef>
              <a:spcAft>
                <a:spcPts val="800"/>
              </a:spcAft>
            </a:pPr>
            <a:r>
              <a:rPr lang="en-US" sz="3000" kern="100" dirty="0">
                <a:effectLst/>
                <a:latin typeface="Lucida Console" panose="020B0609040504020204" pitchFamily="49" charset="0"/>
                <a:ea typeface="Calibri" panose="020F0502020204030204" pitchFamily="34" charset="0"/>
                <a:cs typeface="Times New Roman" panose="02020603050405020304" pitchFamily="18" charset="0"/>
              </a:rPr>
              <a:t> </a:t>
            </a:r>
            <a:r>
              <a:rPr lang="en-US" sz="2800" kern="100" dirty="0" err="1">
                <a:solidFill>
                  <a:srgbClr val="00B0F0"/>
                </a:solidFill>
                <a:effectLst/>
                <a:latin typeface="Lucida Console" panose="020B0609040504020204" pitchFamily="49" charset="0"/>
                <a:ea typeface="Calibri" panose="020F0502020204030204" pitchFamily="34" charset="0"/>
                <a:cs typeface="Times New Roman" panose="02020603050405020304" pitchFamily="18" charset="0"/>
              </a:rPr>
              <a:t>function_name</a:t>
            </a:r>
            <a:r>
              <a:rPr lang="en-US" sz="2800" kern="100" dirty="0">
                <a:effectLst/>
                <a:latin typeface="Lucida Console" panose="020B0609040504020204" pitchFamily="49" charset="0"/>
                <a:ea typeface="Calibri" panose="020F0502020204030204" pitchFamily="34" charset="0"/>
                <a:cs typeface="Times New Roman" panose="02020603050405020304" pitchFamily="18" charset="0"/>
              </a:rPr>
              <a:t>&lt;-function(</a:t>
            </a:r>
            <a:r>
              <a:rPr lang="en-US" sz="2800" kern="100" dirty="0">
                <a:solidFill>
                  <a:srgbClr val="FF0000"/>
                </a:solidFill>
                <a:effectLst/>
                <a:latin typeface="Lucida Console" panose="020B0609040504020204" pitchFamily="49" charset="0"/>
                <a:ea typeface="Calibri" panose="020F0502020204030204" pitchFamily="34" charset="0"/>
                <a:cs typeface="Times New Roman" panose="02020603050405020304" pitchFamily="18" charset="0"/>
              </a:rPr>
              <a:t>argument1, argument2,...</a:t>
            </a:r>
            <a:r>
              <a:rPr lang="en-US" sz="2800" kern="100" dirty="0">
                <a:effectLst/>
                <a:latin typeface="Lucida Console" panose="020B0609040504020204" pitchFamily="49" charset="0"/>
                <a:ea typeface="Calibri" panose="020F0502020204030204" pitchFamily="34" charset="0"/>
                <a:cs typeface="Times New Roman" panose="02020603050405020304" pitchFamily="18" charset="0"/>
              </a:rPr>
              <a:t>) {</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kern="100" dirty="0">
                <a:effectLst/>
                <a:latin typeface="Lucida Console" panose="020B0609040504020204" pitchFamily="49" charset="0"/>
                <a:ea typeface="Calibri" panose="020F0502020204030204" pitchFamily="34" charset="0"/>
                <a:cs typeface="Times New Roman" panose="02020603050405020304" pitchFamily="18" charset="0"/>
              </a:rPr>
              <a:t>    </a:t>
            </a:r>
            <a:r>
              <a:rPr lang="en-US" sz="28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Code to perform the task</a:t>
            </a:r>
            <a:endParaRPr lang="en-US" sz="28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kern="100" dirty="0">
                <a:effectLst/>
                <a:latin typeface="Lucida Console" panose="020B0609040504020204" pitchFamily="49" charset="0"/>
                <a:ea typeface="Calibri" panose="020F0502020204030204" pitchFamily="34" charset="0"/>
                <a:cs typeface="Times New Roman" panose="02020603050405020304" pitchFamily="18" charset="0"/>
              </a:rPr>
              <a:t>    </a:t>
            </a:r>
            <a:r>
              <a:rPr lang="en-US" sz="2800" kern="100" dirty="0">
                <a:solidFill>
                  <a:srgbClr val="7030A0"/>
                </a:solidFill>
                <a:effectLst/>
                <a:latin typeface="Lucida Console" panose="020B0609040504020204" pitchFamily="49" charset="0"/>
                <a:ea typeface="Calibri" panose="020F0502020204030204" pitchFamily="34" charset="0"/>
                <a:cs typeface="Times New Roman" panose="02020603050405020304" pitchFamily="18" charset="0"/>
              </a:rPr>
              <a:t>return</a:t>
            </a:r>
            <a:r>
              <a:rPr lang="en-US" sz="2800" kern="100" dirty="0">
                <a:effectLst/>
                <a:latin typeface="Lucida Console" panose="020B0609040504020204" pitchFamily="49" charset="0"/>
                <a:ea typeface="Calibri" panose="020F0502020204030204" pitchFamily="34" charset="0"/>
                <a:cs typeface="Times New Roman" panose="02020603050405020304" pitchFamily="18" charset="0"/>
              </a:rPr>
              <a:t>(result)</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800" kern="100" dirty="0">
                <a:effectLst/>
                <a:latin typeface="Lucida Console" panose="020B0609040504020204" pitchFamily="49" charset="0"/>
                <a:ea typeface="Calibri" panose="020F0502020204030204" pitchFamily="34" charset="0"/>
                <a:cs typeface="Times New Roman" panose="02020603050405020304" pitchFamily="18" charset="0"/>
              </a:rPr>
              <a:t>  }</a:t>
            </a:r>
            <a:endParaRPr lang="en-US" sz="2800" dirty="0"/>
          </a:p>
        </p:txBody>
      </p:sp>
    </p:spTree>
    <p:extLst>
      <p:ext uri="{BB962C8B-B14F-4D97-AF65-F5344CB8AC3E}">
        <p14:creationId xmlns:p14="http://schemas.microsoft.com/office/powerpoint/2010/main" val="2771012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A21BBE-E195-C8EF-0EED-A0E4730616A8}"/>
              </a:ext>
            </a:extLst>
          </p:cNvPr>
          <p:cNvSpPr txBox="1"/>
          <p:nvPr/>
        </p:nvSpPr>
        <p:spPr>
          <a:xfrm>
            <a:off x="853440" y="465969"/>
            <a:ext cx="10641874" cy="1055930"/>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1:</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Create a function that computes the predicted number of calories required by women.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705641D-2885-517E-CD22-C631B8AB7F78}"/>
                  </a:ext>
                </a:extLst>
              </p:cNvPr>
              <p:cNvSpPr txBox="1"/>
              <p:nvPr/>
            </p:nvSpPr>
            <p:spPr>
              <a:xfrm>
                <a:off x="853440" y="2679176"/>
                <a:ext cx="10580914" cy="3594189"/>
              </a:xfrm>
              <a:prstGeom prst="rect">
                <a:avLst/>
              </a:prstGeom>
              <a:noFill/>
            </p:spPr>
            <p:txBody>
              <a:bodyPr wrap="square">
                <a:spAutoFit/>
              </a:bodyPr>
              <a:lstStyle/>
              <a:p>
                <a:pPr marL="0" marR="0" algn="ctr">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BMR estimation formulas: The Mifflin St Jeor equation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2000" i="1" kern="100" dirty="0">
                  <a:effectLst/>
                  <a:latin typeface="Cambria Math" panose="020405030504060302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𝑝𝑟𝑒𝑑𝑖𝑐𝑡𝑒𝑑</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𝑐𝑎𝑙𝑜𝑟𝑖𝑒𝑠</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 = 10∗</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𝑤𝑒𝑖𝑔h𝑡</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𝑖𝑛</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𝑘𝑔</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 + 6.25∗</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h𝑒𝑖𝑔h𝑡</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𝑖𝑛</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𝑐𝑚</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 − 5∗</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𝑎𝑔𝑒</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𝑖𝑛</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 </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𝑦𝑒𝑎𝑟𝑠</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 + </m:t>
                      </m:r>
                      <m:r>
                        <a:rPr lang="en-US" sz="2000" i="1" kern="100">
                          <a:effectLst/>
                          <a:latin typeface="Cambria Math" panose="02040503050406030204" pitchFamily="18" charset="0"/>
                          <a:ea typeface="Calibri" panose="020F0502020204030204" pitchFamily="34" charset="0"/>
                          <a:cs typeface="Times New Roman" panose="02020603050405020304" pitchFamily="18" charset="0"/>
                        </a:rPr>
                        <m:t>𝑠</m:t>
                      </m:r>
                    </m:oMath>
                  </m:oMathPara>
                </a14:m>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3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where </a:t>
                </a:r>
                <a14:m>
                  <m:oMath xmlns:m="http://schemas.openxmlformats.org/officeDocument/2006/math">
                    <m:r>
                      <a:rPr lang="en-US" sz="3000" i="1" kern="100">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is a constant equal to </a:t>
                </a:r>
                <a14:m>
                  <m:oMath xmlns:m="http://schemas.openxmlformats.org/officeDocument/2006/math">
                    <m:r>
                      <a:rPr lang="en-US" sz="3000" i="1" kern="100">
                        <a:effectLst/>
                        <a:latin typeface="Cambria Math" panose="02040503050406030204" pitchFamily="18" charset="0"/>
                        <a:ea typeface="Calibri" panose="020F0502020204030204" pitchFamily="34" charset="0"/>
                        <a:cs typeface="Times New Roman" panose="02020603050405020304" pitchFamily="18" charset="0"/>
                      </a:rPr>
                      <m:t>−161</m:t>
                    </m:r>
                  </m:oMath>
                </a14:m>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for women and </a:t>
                </a:r>
                <a14:m>
                  <m:oMath xmlns:m="http://schemas.openxmlformats.org/officeDocument/2006/math">
                    <m:r>
                      <a:rPr lang="en-US" sz="3000" i="1" kern="100">
                        <a:effectLst/>
                        <a:latin typeface="Cambria Math" panose="02040503050406030204" pitchFamily="18" charset="0"/>
                        <a:ea typeface="Calibri" panose="020F0502020204030204" pitchFamily="34" charset="0"/>
                        <a:cs typeface="Times New Roman" panose="02020603050405020304" pitchFamily="18" charset="0"/>
                      </a:rPr>
                      <m:t>5</m:t>
                    </m:r>
                  </m:oMath>
                </a14:m>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for men.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p:sp>
            <p:nvSpPr>
              <p:cNvPr id="5" name="TextBox 4">
                <a:extLst>
                  <a:ext uri="{FF2B5EF4-FFF2-40B4-BE49-F238E27FC236}">
                    <a16:creationId xmlns:a16="http://schemas.microsoft.com/office/drawing/2014/main" id="{0705641D-2885-517E-CD22-C631B8AB7F78}"/>
                  </a:ext>
                </a:extLst>
              </p:cNvPr>
              <p:cNvSpPr txBox="1">
                <a:spLocks noRot="1" noChangeAspect="1" noMove="1" noResize="1" noEditPoints="1" noAdjustHandles="1" noChangeArrowheads="1" noChangeShapeType="1" noTextEdit="1"/>
              </p:cNvSpPr>
              <p:nvPr/>
            </p:nvSpPr>
            <p:spPr>
              <a:xfrm>
                <a:off x="853440" y="2679176"/>
                <a:ext cx="10580914" cy="3594189"/>
              </a:xfrm>
              <a:prstGeom prst="rect">
                <a:avLst/>
              </a:prstGeom>
              <a:blipFill>
                <a:blip r:embed="rId2"/>
                <a:stretch>
                  <a:fillRect t="-2203"/>
                </a:stretch>
              </a:blipFill>
            </p:spPr>
            <p:txBody>
              <a:bodyPr/>
              <a:lstStyle/>
              <a:p>
                <a:r>
                  <a:rPr lang="en-US">
                    <a:noFill/>
                  </a:rPr>
                  <a:t> </a:t>
                </a:r>
              </a:p>
            </p:txBody>
          </p:sp>
        </mc:Fallback>
      </mc:AlternateContent>
    </p:spTree>
    <p:extLst>
      <p:ext uri="{BB962C8B-B14F-4D97-AF65-F5344CB8AC3E}">
        <p14:creationId xmlns:p14="http://schemas.microsoft.com/office/powerpoint/2010/main" val="3407689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05641D-2885-517E-CD22-C631B8AB7F78}"/>
              </a:ext>
            </a:extLst>
          </p:cNvPr>
          <p:cNvSpPr txBox="1"/>
          <p:nvPr/>
        </p:nvSpPr>
        <p:spPr>
          <a:xfrm>
            <a:off x="409303" y="240776"/>
            <a:ext cx="11277599" cy="6317370"/>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Codes: </a:t>
            </a:r>
          </a:p>
          <a:p>
            <a:pPr marL="0" marR="0" algn="just">
              <a:lnSpc>
                <a:spcPct val="107000"/>
              </a:lnSpc>
              <a:spcBef>
                <a:spcPts val="0"/>
              </a:spcBef>
              <a:spcAft>
                <a:spcPts val="800"/>
              </a:spcAft>
            </a:pPr>
            <a:r>
              <a:rPr lang="en-US" sz="2000" kern="100" dirty="0" err="1">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calories_women</a:t>
            </a:r>
            <a:r>
              <a:rPr lang="en-US" sz="2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 &lt;- function(weight, height, age){</a:t>
            </a:r>
            <a:endParaRPr lang="en-US" sz="2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    calories &lt;- (10 * weight) + (6.25 * height) - (5 * age) - 161</a:t>
            </a:r>
            <a:endParaRPr lang="en-US" sz="2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    return(calories)</a:t>
            </a:r>
            <a:endParaRPr lang="en-US" sz="2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a:t>
            </a:r>
          </a:p>
          <a:p>
            <a:pPr marL="0" marR="0" algn="just">
              <a:lnSpc>
                <a:spcPct val="107000"/>
              </a:lnSpc>
              <a:spcBef>
                <a:spcPts val="0"/>
              </a:spcBef>
              <a:spcAft>
                <a:spcPts val="800"/>
              </a:spcAft>
            </a:pP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2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500" kern="100" dirty="0">
                <a:effectLst/>
                <a:latin typeface="Times New Roman" panose="02020603050405020304" pitchFamily="18" charset="0"/>
                <a:ea typeface="Calibri" panose="020F0502020204030204" pitchFamily="34" charset="0"/>
                <a:cs typeface="Times New Roman" panose="02020603050405020304" pitchFamily="18" charset="0"/>
              </a:rPr>
              <a:t>What is the output when I run this line after I ran the code that defines my function?</a:t>
            </a:r>
            <a:endParaRPr lang="en-US" sz="25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500" kern="100" dirty="0" err="1">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calories_women</a:t>
            </a:r>
            <a:r>
              <a:rPr lang="en-US" sz="25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(weight = 65, height = 170, age = 35)</a:t>
            </a:r>
            <a:endParaRPr lang="en-US" sz="25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500" kern="100" dirty="0">
                <a:effectLst/>
                <a:latin typeface="Lucida Console" panose="020B0609040504020204" pitchFamily="49" charset="0"/>
                <a:ea typeface="Calibri" panose="020F0502020204030204" pitchFamily="34" charset="0"/>
                <a:cs typeface="Times New Roman" panose="02020603050405020304" pitchFamily="18" charset="0"/>
              </a:rPr>
              <a:t> </a:t>
            </a:r>
            <a:endParaRPr lang="en-US" sz="25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500" b="1"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25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500" kern="100" dirty="0">
                <a:effectLst/>
                <a:latin typeface="Lucida Console" panose="020B0609040504020204" pitchFamily="49" charset="0"/>
                <a:ea typeface="Calibri" panose="020F0502020204030204" pitchFamily="34"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13012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092A70-F92D-6633-7C3A-85D78EA8DF0B}"/>
              </a:ext>
            </a:extLst>
          </p:cNvPr>
          <p:cNvSpPr txBox="1"/>
          <p:nvPr/>
        </p:nvSpPr>
        <p:spPr>
          <a:xfrm>
            <a:off x="635724" y="671113"/>
            <a:ext cx="10458995" cy="4191084"/>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Using default values</a:t>
            </a:r>
          </a:p>
          <a:p>
            <a:pPr marL="0" marR="0" algn="just">
              <a:lnSpc>
                <a:spcPct val="107000"/>
              </a:lnSpc>
              <a:spcBef>
                <a:spcPts val="0"/>
              </a:spcBef>
              <a:spcAft>
                <a:spcPts val="800"/>
              </a:spcAft>
            </a:pP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err="1">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calories_women_fixed</a:t>
            </a:r>
            <a:r>
              <a:rPr lang="en-US" sz="2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 &lt;- function(weight, height, age = 30){</a:t>
            </a:r>
            <a:endParaRPr lang="en-US" sz="2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    calories &lt;- (10 * weight) + (6.25 * height) - (5 * age) - 161</a:t>
            </a:r>
            <a:endParaRPr lang="en-US" sz="2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    return(calories)</a:t>
            </a:r>
            <a:endParaRPr lang="en-US" sz="2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  </a:t>
            </a:r>
            <a:endParaRPr lang="en-US" sz="2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a:solidFill>
                  <a:schemeClr val="accent6"/>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err="1">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calories_women_fixed</a:t>
            </a:r>
            <a:r>
              <a:rPr lang="en-US" sz="2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(weight = 65, height = 170)</a:t>
            </a:r>
            <a:endParaRPr lang="en-US" sz="2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2000" kern="100" dirty="0" err="1">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calories_women_fixed</a:t>
            </a:r>
            <a:r>
              <a:rPr lang="en-US" sz="2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(weight = 65, height = 170, age = 35)</a:t>
            </a:r>
            <a:endParaRPr lang="en-US" sz="2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477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C422A9-0E2F-C21B-509B-E60B8A141B55}"/>
              </a:ext>
            </a:extLst>
          </p:cNvPr>
          <p:cNvSpPr txBox="1"/>
          <p:nvPr/>
        </p:nvSpPr>
        <p:spPr>
          <a:xfrm>
            <a:off x="339634" y="598167"/>
            <a:ext cx="11225348" cy="4140685"/>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2: </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Create a function for which the two arguments are two numbers a and b. Name this function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find_max</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Your function should print the maximum value between the two numbers or it should print that the two values are equal in the case that the two numbers are the same.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Code: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800" kern="100" dirty="0">
                <a:effectLst/>
                <a:latin typeface="Lucida Console" panose="020B0609040504020204" pitchFamily="49" charset="0"/>
                <a:ea typeface="Calibri" panose="020F0502020204030204" pitchFamily="34" charset="0"/>
                <a:cs typeface="Times New Roman" panose="02020603050405020304" pitchFamily="18" charset="0"/>
              </a:rPr>
              <a:t>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1789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336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4572037-AFA6-9B5B-2C25-333B80D3159A}"/>
              </a:ext>
            </a:extLst>
          </p:cNvPr>
          <p:cNvSpPr>
            <a:spLocks noChangeArrowheads="1"/>
          </p:cNvSpPr>
          <p:nvPr/>
        </p:nvSpPr>
        <p:spPr bwMode="auto">
          <a:xfrm>
            <a:off x="905691" y="1312432"/>
            <a:ext cx="10171612" cy="32316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What would your function print if you ran these codes?</a:t>
            </a:r>
            <a:endParaRPr kumimoji="0" lang="en-US"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0" b="0" i="0" u="none" strike="noStrike" cap="none" normalizeH="0" baseline="0" dirty="0">
              <a:ln>
                <a:noFill/>
              </a:ln>
              <a:solidFill>
                <a:schemeClr val="tx1"/>
              </a:solidFill>
              <a:effectLst/>
              <a:latin typeface="Lucida Console" panose="020B0609040504020204" pitchFamily="49"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err="1">
                <a:ln>
                  <a:noFill/>
                </a:ln>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find_max</a:t>
            </a:r>
            <a:r>
              <a:rPr kumimoji="0" lang="en-US" altLang="en-US" sz="3000" b="0" i="0" u="none" strike="noStrike" cap="none" normalizeH="0" baseline="0" dirty="0">
                <a:ln>
                  <a:noFill/>
                </a:ln>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(1,2) </a:t>
            </a:r>
            <a:r>
              <a:rPr kumimoji="0" lang="en-US" altLang="en-US" sz="3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Output: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err="1">
                <a:ln>
                  <a:noFill/>
                </a:ln>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find_max</a:t>
            </a:r>
            <a:r>
              <a:rPr kumimoji="0" lang="en-US" altLang="en-US" sz="3000" b="0" i="0" u="none" strike="noStrike" cap="none" normalizeH="0" baseline="0" dirty="0">
                <a:ln>
                  <a:noFill/>
                </a:ln>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(5,3) </a:t>
            </a:r>
            <a:r>
              <a:rPr kumimoji="0" lang="en-US" altLang="en-US" sz="3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Output: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0" b="0" i="0" u="none" strike="noStrike" cap="none" normalizeH="0" baseline="0" dirty="0">
              <a:ln>
                <a:noFill/>
              </a:ln>
              <a:solidFill>
                <a:srgbClr val="000000"/>
              </a:solidFill>
              <a:effectLst/>
              <a:latin typeface="Lucida Console" panose="020B0609040504020204" pitchFamily="49"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err="1">
                <a:ln>
                  <a:noFill/>
                </a:ln>
                <a:solidFill>
                  <a:schemeClr val="accent6"/>
                </a:solidFill>
                <a:effectLst/>
                <a:latin typeface="Lucida Console" panose="020B0609040504020204" pitchFamily="49" charset="0"/>
                <a:ea typeface="Times New Roman" panose="02020603050405020304" pitchFamily="18" charset="0"/>
                <a:cs typeface="Times New Roman" panose="02020603050405020304" pitchFamily="18" charset="0"/>
              </a:rPr>
              <a:t>find_max</a:t>
            </a:r>
            <a:r>
              <a:rPr kumimoji="0" lang="en-US" altLang="en-US" sz="3000" b="0" i="0" u="none" strike="noStrike" cap="none" normalizeH="0" baseline="0" dirty="0">
                <a:ln>
                  <a:noFill/>
                </a:ln>
                <a:solidFill>
                  <a:schemeClr val="accent6"/>
                </a:solidFill>
                <a:effectLst/>
                <a:latin typeface="Lucida Console" panose="020B0609040504020204" pitchFamily="49" charset="0"/>
                <a:ea typeface="Times New Roman" panose="02020603050405020304" pitchFamily="18" charset="0"/>
                <a:cs typeface="Times New Roman" panose="02020603050405020304" pitchFamily="18" charset="0"/>
              </a:rPr>
              <a:t>(6,6) </a:t>
            </a:r>
            <a:r>
              <a:rPr kumimoji="0" lang="en-US" altLang="en-US" sz="3000" b="1"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Output: </a:t>
            </a:r>
            <a:endParaRPr kumimoji="0" lang="en-US" altLang="en-US" sz="3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7423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ACAEE6-391A-3F37-6520-43E189D3C03E}"/>
              </a:ext>
            </a:extLst>
          </p:cNvPr>
          <p:cNvSpPr txBox="1"/>
          <p:nvPr/>
        </p:nvSpPr>
        <p:spPr>
          <a:xfrm>
            <a:off x="531223" y="475773"/>
            <a:ext cx="10937966" cy="4225003"/>
          </a:xfrm>
          <a:prstGeom prst="rect">
            <a:avLst/>
          </a:prstGeom>
          <a:noFill/>
        </p:spPr>
        <p:txBody>
          <a:bodyPr wrap="square">
            <a:spAutoFit/>
          </a:bodyPr>
          <a:lstStyle/>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Example 3:</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Create a function that computes the mean of a vector. You have to build this function without the use of the default “mean” function provided by R. You should name this function </a:t>
            </a:r>
            <a:r>
              <a:rPr lang="en-US" sz="3000" kern="100" dirty="0" err="1">
                <a:effectLst/>
                <a:latin typeface="Times New Roman" panose="02020603050405020304" pitchFamily="18" charset="0"/>
                <a:ea typeface="Calibri" panose="020F0502020204030204" pitchFamily="34" charset="0"/>
                <a:cs typeface="Times New Roman" panose="02020603050405020304" pitchFamily="18" charset="0"/>
              </a:rPr>
              <a:t>mean_yourname</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Hint: To sum the elements of a vector you can use </a:t>
            </a:r>
            <a:r>
              <a:rPr lang="en-US" sz="3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sum</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and to calculate the number of elements in a vector, you can use </a:t>
            </a:r>
            <a:r>
              <a:rPr lang="en-US" sz="3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length</a:t>
            </a: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Codes:</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3081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241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A4F4F2-BBAC-0224-603C-910EEF1E0801}"/>
              </a:ext>
            </a:extLst>
          </p:cNvPr>
          <p:cNvSpPr txBox="1"/>
          <p:nvPr/>
        </p:nvSpPr>
        <p:spPr>
          <a:xfrm>
            <a:off x="705395" y="660152"/>
            <a:ext cx="9675222" cy="2948243"/>
          </a:xfrm>
          <a:prstGeom prst="rect">
            <a:avLst/>
          </a:prstGeom>
          <a:noFill/>
        </p:spPr>
        <p:txBody>
          <a:bodyPr wrap="square">
            <a:spAutoFit/>
          </a:bodyPr>
          <a:lstStyle/>
          <a:p>
            <a:pPr marL="0" marR="0" algn="just">
              <a:lnSpc>
                <a:spcPct val="107000"/>
              </a:lnSpc>
              <a:spcBef>
                <a:spcPts val="0"/>
              </a:spcBef>
              <a:spcAft>
                <a:spcPts val="800"/>
              </a:spcAft>
            </a:pPr>
            <a:r>
              <a:rPr lang="en-US" sz="3000" kern="100" dirty="0">
                <a:effectLst/>
                <a:latin typeface="Times New Roman" panose="02020603050405020304" pitchFamily="18" charset="0"/>
                <a:ea typeface="Calibri" panose="020F0502020204030204" pitchFamily="34" charset="0"/>
                <a:cs typeface="Times New Roman" panose="02020603050405020304" pitchFamily="18" charset="0"/>
              </a:rPr>
              <a:t>What output would you get if you ran these lines: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v &lt;- 1:4</a:t>
            </a:r>
            <a:endParaRPr lang="en-US" sz="3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kern="100" dirty="0" err="1">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mean_abdalla</a:t>
            </a:r>
            <a:r>
              <a:rPr lang="en-US" sz="3000" kern="100" dirty="0">
                <a:solidFill>
                  <a:schemeClr val="accent6"/>
                </a:solidFill>
                <a:effectLst/>
                <a:latin typeface="Lucida Console" panose="020B0609040504020204" pitchFamily="49" charset="0"/>
                <a:ea typeface="Calibri" panose="020F0502020204030204" pitchFamily="34" charset="0"/>
                <a:cs typeface="Times New Roman" panose="02020603050405020304" pitchFamily="18" charset="0"/>
              </a:rPr>
              <a:t>(v)</a:t>
            </a:r>
            <a:endParaRPr lang="en-US" sz="3000" kern="100" dirty="0">
              <a:solidFill>
                <a:schemeClr val="accent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3000" b="1" kern="100" dirty="0">
                <a:effectLst/>
                <a:latin typeface="Times New Roman" panose="02020603050405020304" pitchFamily="18" charset="0"/>
                <a:ea typeface="Calibri" panose="020F0502020204030204" pitchFamily="34" charset="0"/>
                <a:cs typeface="Times New Roman" panose="02020603050405020304" pitchFamily="18" charset="0"/>
              </a:rPr>
              <a:t>Output: </a:t>
            </a:r>
            <a:endParaRPr lang="en-US" sz="3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61699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518</Words>
  <Application>Microsoft Office PowerPoint</Application>
  <PresentationFormat>Widescreen</PresentationFormat>
  <Paragraphs>56</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Cambria Math</vt:lpstr>
      <vt:lpstr>Lucida Console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Abdalla Mukhaimer, Widad</dc:creator>
  <cp:lastModifiedBy>Abdalla Mukhaimer, Widad</cp:lastModifiedBy>
  <cp:revision>1</cp:revision>
  <dcterms:created xsi:type="dcterms:W3CDTF">2024-09-12T23:27:20Z</dcterms:created>
  <dcterms:modified xsi:type="dcterms:W3CDTF">2024-09-13T02:22:54Z</dcterms:modified>
</cp:coreProperties>
</file>