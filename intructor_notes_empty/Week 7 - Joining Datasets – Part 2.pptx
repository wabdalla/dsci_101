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47" r:id="rId4"/>
    <p:sldId id="352" r:id="rId5"/>
    <p:sldId id="365" r:id="rId6"/>
    <p:sldId id="366" r:id="rId7"/>
    <p:sldId id="329" r:id="rId8"/>
    <p:sldId id="367" r:id="rId9"/>
    <p:sldId id="368" r:id="rId10"/>
    <p:sldId id="369" r:id="rId11"/>
    <p:sldId id="370" r:id="rId12"/>
    <p:sldId id="371" r:id="rId13"/>
    <p:sldId id="372" r:id="rId14"/>
    <p:sldId id="374" r:id="rId15"/>
    <p:sldId id="375" r:id="rId16"/>
    <p:sldId id="373" r:id="rId17"/>
    <p:sldId id="376" r:id="rId18"/>
    <p:sldId id="378" r:id="rId19"/>
    <p:sldId id="377" r:id="rId20"/>
    <p:sldId id="3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D57EA-41BE-4EE6-AEAF-FC6B0E7E0E44}" v="25" dt="2024-10-11T04:32:04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336D57EA-41BE-4EE6-AEAF-FC6B0E7E0E44}"/>
    <pc:docChg chg="undo custSel addSld delSld modSld">
      <pc:chgData name="Abdalla Mukhaimer, Widad" userId="eed79641-8d75-4c66-a669-438ad56aff06" providerId="ADAL" clId="{336D57EA-41BE-4EE6-AEAF-FC6B0E7E0E44}" dt="2024-10-11T04:38:50.985" v="190" actId="1076"/>
      <pc:docMkLst>
        <pc:docMk/>
      </pc:docMkLst>
      <pc:sldChg chg="modSp mod">
        <pc:chgData name="Abdalla Mukhaimer, Widad" userId="eed79641-8d75-4c66-a669-438ad56aff06" providerId="ADAL" clId="{336D57EA-41BE-4EE6-AEAF-FC6B0E7E0E44}" dt="2024-10-11T04:21:18.648" v="0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336D57EA-41BE-4EE6-AEAF-FC6B0E7E0E44}" dt="2024-10-11T04:21:18.648" v="0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7:07.131" v="156" actId="255"/>
        <pc:sldMkLst>
          <pc:docMk/>
          <pc:sldMk cId="851128216" sldId="311"/>
        </pc:sldMkLst>
        <pc:spChg chg="mod">
          <ac:chgData name="Abdalla Mukhaimer, Widad" userId="eed79641-8d75-4c66-a669-438ad56aff06" providerId="ADAL" clId="{336D57EA-41BE-4EE6-AEAF-FC6B0E7E0E44}" dt="2024-10-11T04:21:57.252" v="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7:07.131" v="156" actId="255"/>
          <ac:spMkLst>
            <pc:docMk/>
            <pc:sldMk cId="851128216" sldId="311"/>
            <ac:spMk id="4" creationId="{084441A6-B6DB-56B1-A2DA-CBBD5194D608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38.777" v="109" actId="255"/>
        <pc:sldMkLst>
          <pc:docMk/>
          <pc:sldMk cId="2677483640" sldId="329"/>
        </pc:sldMkLst>
        <pc:spChg chg="mod">
          <ac:chgData name="Abdalla Mukhaimer, Widad" userId="eed79641-8d75-4c66-a669-438ad56aff06" providerId="ADAL" clId="{336D57EA-41BE-4EE6-AEAF-FC6B0E7E0E44}" dt="2024-10-11T04:34:38.777" v="109" actId="255"/>
          <ac:spMkLst>
            <pc:docMk/>
            <pc:sldMk cId="2677483640" sldId="329"/>
            <ac:spMk id="4" creationId="{99AA4E15-D520-9572-D149-63EF088C5C1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18.120" v="106" actId="1076"/>
        <pc:sldMkLst>
          <pc:docMk/>
          <pc:sldMk cId="3269285106" sldId="352"/>
        </pc:sldMkLst>
        <pc:spChg chg="mod">
          <ac:chgData name="Abdalla Mukhaimer, Widad" userId="eed79641-8d75-4c66-a669-438ad56aff06" providerId="ADAL" clId="{336D57EA-41BE-4EE6-AEAF-FC6B0E7E0E44}" dt="2024-10-11T04:34:18.120" v="106" actId="1076"/>
          <ac:spMkLst>
            <pc:docMk/>
            <pc:sldMk cId="3269285106" sldId="352"/>
            <ac:spMk id="3" creationId="{A38CBEDA-CA71-269F-BB50-98AE9481AF11}"/>
          </ac:spMkLst>
        </pc:spChg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270377533" sldId="362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323151770" sldId="363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1407713648" sldId="364"/>
        </pc:sldMkLst>
      </pc:sldChg>
      <pc:sldChg chg="addSp delSp modSp mod">
        <pc:chgData name="Abdalla Mukhaimer, Widad" userId="eed79641-8d75-4c66-a669-438ad56aff06" providerId="ADAL" clId="{336D57EA-41BE-4EE6-AEAF-FC6B0E7E0E44}" dt="2024-10-11T04:26:26.955" v="15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336D57EA-41BE-4EE6-AEAF-FC6B0E7E0E44}" dt="2024-10-11T04:26:17.800" v="12"/>
          <ac:picMkLst>
            <pc:docMk/>
            <pc:sldMk cId="3844324509" sldId="366"/>
            <ac:picMk id="2" creationId="{16CC243F-6081-8631-B953-A33DD384F579}"/>
          </ac:picMkLst>
        </pc:picChg>
        <pc:picChg chg="mod">
          <ac:chgData name="Abdalla Mukhaimer, Widad" userId="eed79641-8d75-4c66-a669-438ad56aff06" providerId="ADAL" clId="{336D57EA-41BE-4EE6-AEAF-FC6B0E7E0E44}" dt="2024-10-11T04:26:26.955" v="15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336D57EA-41BE-4EE6-AEAF-FC6B0E7E0E44}" dt="2024-10-11T04:26:24.908" v="14" actId="1076"/>
          <ac:picMkLst>
            <pc:docMk/>
            <pc:sldMk cId="3844324509" sldId="366"/>
            <ac:picMk id="4" creationId="{DA6BC1AF-CB80-7D5F-ED44-517D0878E37C}"/>
          </ac:picMkLst>
        </pc:picChg>
        <pc:picChg chg="del">
          <ac:chgData name="Abdalla Mukhaimer, Widad" userId="eed79641-8d75-4c66-a669-438ad56aff06" providerId="ADAL" clId="{336D57EA-41BE-4EE6-AEAF-FC6B0E7E0E44}" dt="2024-10-11T04:26:09.289" v="9" actId="478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delSp modSp mod">
        <pc:chgData name="Abdalla Mukhaimer, Widad" userId="eed79641-8d75-4c66-a669-438ad56aff06" providerId="ADAL" clId="{336D57EA-41BE-4EE6-AEAF-FC6B0E7E0E44}" dt="2024-10-11T04:27:49.440" v="35" actId="1076"/>
        <pc:sldMkLst>
          <pc:docMk/>
          <pc:sldMk cId="2915669867" sldId="367"/>
        </pc:sldMkLst>
        <pc:spChg chg="mod">
          <ac:chgData name="Abdalla Mukhaimer, Widad" userId="eed79641-8d75-4c66-a669-438ad56aff06" providerId="ADAL" clId="{336D57EA-41BE-4EE6-AEAF-FC6B0E7E0E44}" dt="2024-10-11T04:27:39.145" v="30" actId="1076"/>
          <ac:spMkLst>
            <pc:docMk/>
            <pc:sldMk cId="2915669867" sldId="367"/>
            <ac:spMk id="2" creationId="{D408F121-F82E-BBDE-F7AD-F1CC383C69AB}"/>
          </ac:spMkLst>
        </pc:spChg>
        <pc:picChg chg="del">
          <ac:chgData name="Abdalla Mukhaimer, Widad" userId="eed79641-8d75-4c66-a669-438ad56aff06" providerId="ADAL" clId="{336D57EA-41BE-4EE6-AEAF-FC6B0E7E0E44}" dt="2024-10-11T04:27:01.201" v="18" actId="478"/>
          <ac:picMkLst>
            <pc:docMk/>
            <pc:sldMk cId="2915669867" sldId="367"/>
            <ac:picMk id="3" creationId="{90853174-353B-5495-F6F2-2F7C881F34D7}"/>
          </ac:picMkLst>
        </pc:picChg>
        <pc:picChg chg="del">
          <ac:chgData name="Abdalla Mukhaimer, Widad" userId="eed79641-8d75-4c66-a669-438ad56aff06" providerId="ADAL" clId="{336D57EA-41BE-4EE6-AEAF-FC6B0E7E0E44}" dt="2024-10-11T04:27:28.305" v="24" actId="478"/>
          <ac:picMkLst>
            <pc:docMk/>
            <pc:sldMk cId="2915669867" sldId="367"/>
            <ac:picMk id="4" creationId="{2A9ECD11-3153-3B58-20F3-E49840BE0965}"/>
          </ac:picMkLst>
        </pc:picChg>
        <pc:picChg chg="del">
          <ac:chgData name="Abdalla Mukhaimer, Widad" userId="eed79641-8d75-4c66-a669-438ad56aff06" providerId="ADAL" clId="{336D57EA-41BE-4EE6-AEAF-FC6B0E7E0E44}" dt="2024-10-11T04:27:02.757" v="19" actId="478"/>
          <ac:picMkLst>
            <pc:docMk/>
            <pc:sldMk cId="2915669867" sldId="367"/>
            <ac:picMk id="5" creationId="{97272905-A3A3-EB9C-3825-5C46AC5CE45D}"/>
          </ac:picMkLst>
        </pc:picChg>
        <pc:picChg chg="add mod">
          <ac:chgData name="Abdalla Mukhaimer, Widad" userId="eed79641-8d75-4c66-a669-438ad56aff06" providerId="ADAL" clId="{336D57EA-41BE-4EE6-AEAF-FC6B0E7E0E44}" dt="2024-10-11T04:27:33.173" v="27" actId="1076"/>
          <ac:picMkLst>
            <pc:docMk/>
            <pc:sldMk cId="2915669867" sldId="367"/>
            <ac:picMk id="6" creationId="{00F832F2-C583-1F10-CF4D-F16EF3D9CCF8}"/>
          </ac:picMkLst>
        </pc:picChg>
        <pc:picChg chg="add mod">
          <ac:chgData name="Abdalla Mukhaimer, Widad" userId="eed79641-8d75-4c66-a669-438ad56aff06" providerId="ADAL" clId="{336D57EA-41BE-4EE6-AEAF-FC6B0E7E0E44}" dt="2024-10-11T04:27:34.574" v="28" actId="1076"/>
          <ac:picMkLst>
            <pc:docMk/>
            <pc:sldMk cId="2915669867" sldId="367"/>
            <ac:picMk id="7" creationId="{67F8E319-6A39-E620-9E41-95AAB674272B}"/>
          </ac:picMkLst>
        </pc:picChg>
        <pc:picChg chg="add mod">
          <ac:chgData name="Abdalla Mukhaimer, Widad" userId="eed79641-8d75-4c66-a669-438ad56aff06" providerId="ADAL" clId="{336D57EA-41BE-4EE6-AEAF-FC6B0E7E0E44}" dt="2024-10-11T04:27:49.440" v="35" actId="1076"/>
          <ac:picMkLst>
            <pc:docMk/>
            <pc:sldMk cId="2915669867" sldId="367"/>
            <ac:picMk id="9" creationId="{E37CD964-A2CF-FD04-AE39-97862CBAF85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4:53.072" v="113" actId="1076"/>
        <pc:sldMkLst>
          <pc:docMk/>
          <pc:sldMk cId="1565146811" sldId="368"/>
        </pc:sldMkLst>
        <pc:picChg chg="add mod">
          <ac:chgData name="Abdalla Mukhaimer, Widad" userId="eed79641-8d75-4c66-a669-438ad56aff06" providerId="ADAL" clId="{336D57EA-41BE-4EE6-AEAF-FC6B0E7E0E44}" dt="2024-10-11T04:34:47.805" v="111" actId="1076"/>
          <ac:picMkLst>
            <pc:docMk/>
            <pc:sldMk cId="1565146811" sldId="368"/>
            <ac:picMk id="2" creationId="{D1A6005B-72DA-2FD0-1B16-89DDDEF4E8AA}"/>
          </ac:picMkLst>
        </pc:picChg>
        <pc:picChg chg="add mod">
          <ac:chgData name="Abdalla Mukhaimer, Widad" userId="eed79641-8d75-4c66-a669-438ad56aff06" providerId="ADAL" clId="{336D57EA-41BE-4EE6-AEAF-FC6B0E7E0E44}" dt="2024-10-11T04:34:53.072" v="113" actId="1076"/>
          <ac:picMkLst>
            <pc:docMk/>
            <pc:sldMk cId="1565146811" sldId="368"/>
            <ac:picMk id="3" creationId="{2F248CD4-9324-BC06-961E-8A67EBD4E50B}"/>
          </ac:picMkLst>
        </pc:picChg>
      </pc:sldChg>
      <pc:sldChg chg="del">
        <pc:chgData name="Abdalla Mukhaimer, Widad" userId="eed79641-8d75-4c66-a669-438ad56aff06" providerId="ADAL" clId="{336D57EA-41BE-4EE6-AEAF-FC6B0E7E0E44}" dt="2024-10-11T04:27:53.877" v="36" actId="47"/>
        <pc:sldMkLst>
          <pc:docMk/>
          <pc:sldMk cId="2145447126" sldId="368"/>
        </pc:sldMkLst>
      </pc:sldChg>
      <pc:sldChg chg="del">
        <pc:chgData name="Abdalla Mukhaimer, Widad" userId="eed79641-8d75-4c66-a669-438ad56aff06" providerId="ADAL" clId="{336D57EA-41BE-4EE6-AEAF-FC6B0E7E0E44}" dt="2024-10-11T04:27:55.696" v="37" actId="47"/>
        <pc:sldMkLst>
          <pc:docMk/>
          <pc:sldMk cId="3875100456" sldId="369"/>
        </pc:sldMkLst>
      </pc:sldChg>
      <pc:sldChg chg="addSp modSp add mod">
        <pc:chgData name="Abdalla Mukhaimer, Widad" userId="eed79641-8d75-4c66-a669-438ad56aff06" providerId="ADAL" clId="{336D57EA-41BE-4EE6-AEAF-FC6B0E7E0E44}" dt="2024-10-11T04:35:17.585" v="119" actId="20577"/>
        <pc:sldMkLst>
          <pc:docMk/>
          <pc:sldMk cId="3960164508" sldId="369"/>
        </pc:sldMkLst>
        <pc:spChg chg="add mod">
          <ac:chgData name="Abdalla Mukhaimer, Widad" userId="eed79641-8d75-4c66-a669-438ad56aff06" providerId="ADAL" clId="{336D57EA-41BE-4EE6-AEAF-FC6B0E7E0E44}" dt="2024-10-11T04:35:17.585" v="119" actId="20577"/>
          <ac:spMkLst>
            <pc:docMk/>
            <pc:sldMk cId="3960164508" sldId="369"/>
            <ac:spMk id="3" creationId="{F77817B6-B65D-DBA4-9E46-304E1C87FEEC}"/>
          </ac:spMkLst>
        </pc:spChg>
      </pc:sldChg>
      <pc:sldChg chg="del">
        <pc:chgData name="Abdalla Mukhaimer, Widad" userId="eed79641-8d75-4c66-a669-438ad56aff06" providerId="ADAL" clId="{336D57EA-41BE-4EE6-AEAF-FC6B0E7E0E44}" dt="2024-10-11T04:27:57.351" v="38" actId="47"/>
        <pc:sldMkLst>
          <pc:docMk/>
          <pc:sldMk cId="2873096860" sldId="370"/>
        </pc:sldMkLst>
      </pc:sldChg>
      <pc:sldChg chg="addSp modSp add mod">
        <pc:chgData name="Abdalla Mukhaimer, Widad" userId="eed79641-8d75-4c66-a669-438ad56aff06" providerId="ADAL" clId="{336D57EA-41BE-4EE6-AEAF-FC6B0E7E0E44}" dt="2024-10-11T04:35:45.699" v="131" actId="1076"/>
        <pc:sldMkLst>
          <pc:docMk/>
          <pc:sldMk cId="4155470605" sldId="370"/>
        </pc:sldMkLst>
        <pc:spChg chg="add mod">
          <ac:chgData name="Abdalla Mukhaimer, Widad" userId="eed79641-8d75-4c66-a669-438ad56aff06" providerId="ADAL" clId="{336D57EA-41BE-4EE6-AEAF-FC6B0E7E0E44}" dt="2024-10-11T04:35:45.699" v="131" actId="1076"/>
          <ac:spMkLst>
            <pc:docMk/>
            <pc:sldMk cId="4155470605" sldId="370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5:30.550" v="124" actId="1076"/>
          <ac:picMkLst>
            <pc:docMk/>
            <pc:sldMk cId="4155470605" sldId="370"/>
            <ac:picMk id="3" creationId="{1B376A64-E0B6-3396-4D37-707313049DE8}"/>
          </ac:picMkLst>
        </pc:picChg>
        <pc:picChg chg="add mod">
          <ac:chgData name="Abdalla Mukhaimer, Widad" userId="eed79641-8d75-4c66-a669-438ad56aff06" providerId="ADAL" clId="{336D57EA-41BE-4EE6-AEAF-FC6B0E7E0E44}" dt="2024-10-11T04:35:34.487" v="126" actId="1076"/>
          <ac:picMkLst>
            <pc:docMk/>
            <pc:sldMk cId="4155470605" sldId="370"/>
            <ac:picMk id="5" creationId="{64DAA36C-7F48-B0F6-7FE0-596D0651BB0F}"/>
          </ac:picMkLst>
        </pc:picChg>
        <pc:picChg chg="add mod">
          <ac:chgData name="Abdalla Mukhaimer, Widad" userId="eed79641-8d75-4c66-a669-438ad56aff06" providerId="ADAL" clId="{336D57EA-41BE-4EE6-AEAF-FC6B0E7E0E44}" dt="2024-10-11T04:35:41.728" v="130" actId="1076"/>
          <ac:picMkLst>
            <pc:docMk/>
            <pc:sldMk cId="4155470605" sldId="370"/>
            <ac:picMk id="6" creationId="{69304831-AB8B-0705-B655-42375F5D41F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5:59.397" v="137" actId="1076"/>
        <pc:sldMkLst>
          <pc:docMk/>
          <pc:sldMk cId="1457466673" sldId="371"/>
        </pc:sldMkLst>
        <pc:picChg chg="add mod">
          <ac:chgData name="Abdalla Mukhaimer, Widad" userId="eed79641-8d75-4c66-a669-438ad56aff06" providerId="ADAL" clId="{336D57EA-41BE-4EE6-AEAF-FC6B0E7E0E44}" dt="2024-10-11T04:35:50.859" v="133" actId="1076"/>
          <ac:picMkLst>
            <pc:docMk/>
            <pc:sldMk cId="1457466673" sldId="371"/>
            <ac:picMk id="2" creationId="{56ACA6FB-51DB-8491-4F75-773FD2237A1C}"/>
          </ac:picMkLst>
        </pc:picChg>
        <pc:picChg chg="add mod">
          <ac:chgData name="Abdalla Mukhaimer, Widad" userId="eed79641-8d75-4c66-a669-438ad56aff06" providerId="ADAL" clId="{336D57EA-41BE-4EE6-AEAF-FC6B0E7E0E44}" dt="2024-10-11T04:35:59.397" v="137" actId="1076"/>
          <ac:picMkLst>
            <pc:docMk/>
            <pc:sldMk cId="1457466673" sldId="371"/>
            <ac:picMk id="3" creationId="{F7429DF1-269F-6079-52BA-B0FD0929718F}"/>
          </ac:picMkLst>
        </pc:picChg>
      </pc:sldChg>
      <pc:sldChg chg="addSp modSp add mod">
        <pc:chgData name="Abdalla Mukhaimer, Widad" userId="eed79641-8d75-4c66-a669-438ad56aff06" providerId="ADAL" clId="{336D57EA-41BE-4EE6-AEAF-FC6B0E7E0E44}" dt="2024-10-11T04:36:23.066" v="144" actId="1076"/>
        <pc:sldMkLst>
          <pc:docMk/>
          <pc:sldMk cId="3059629507" sldId="372"/>
        </pc:sldMkLst>
        <pc:spChg chg="add mod">
          <ac:chgData name="Abdalla Mukhaimer, Widad" userId="eed79641-8d75-4c66-a669-438ad56aff06" providerId="ADAL" clId="{336D57EA-41BE-4EE6-AEAF-FC6B0E7E0E44}" dt="2024-10-11T04:36:23.066" v="144" actId="1076"/>
          <ac:spMkLst>
            <pc:docMk/>
            <pc:sldMk cId="3059629507" sldId="372"/>
            <ac:spMk id="3" creationId="{E5F2A7F3-E620-C83A-781C-3DA11293DA67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21.548" v="162" actId="1076"/>
        <pc:sldMkLst>
          <pc:docMk/>
          <pc:sldMk cId="4146373273" sldId="373"/>
        </pc:sldMkLst>
        <pc:picChg chg="add mod">
          <ac:chgData name="Abdalla Mukhaimer, Widad" userId="eed79641-8d75-4c66-a669-438ad56aff06" providerId="ADAL" clId="{336D57EA-41BE-4EE6-AEAF-FC6B0E7E0E44}" dt="2024-10-11T04:37:19.861" v="161" actId="1076"/>
          <ac:picMkLst>
            <pc:docMk/>
            <pc:sldMk cId="4146373273" sldId="373"/>
            <ac:picMk id="2" creationId="{352E3B47-ABFF-3C15-AB44-BF27EE7A01E2}"/>
          </ac:picMkLst>
        </pc:picChg>
        <pc:picChg chg="add mod">
          <ac:chgData name="Abdalla Mukhaimer, Widad" userId="eed79641-8d75-4c66-a669-438ad56aff06" providerId="ADAL" clId="{336D57EA-41BE-4EE6-AEAF-FC6B0E7E0E44}" dt="2024-10-11T04:37:21.548" v="162" actId="1076"/>
          <ac:picMkLst>
            <pc:docMk/>
            <pc:sldMk cId="4146373273" sldId="373"/>
            <ac:picMk id="3" creationId="{421953DD-B4C9-BF74-B2CD-D5A522878926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6:43.989" v="153" actId="1076"/>
        <pc:sldMkLst>
          <pc:docMk/>
          <pc:sldMk cId="401152935" sldId="374"/>
        </pc:sldMkLst>
        <pc:spChg chg="mod">
          <ac:chgData name="Abdalla Mukhaimer, Widad" userId="eed79641-8d75-4c66-a669-438ad56aff06" providerId="ADAL" clId="{336D57EA-41BE-4EE6-AEAF-FC6B0E7E0E44}" dt="2024-10-11T04:36:34.695" v="149" actId="1076"/>
          <ac:spMkLst>
            <pc:docMk/>
            <pc:sldMk cId="401152935" sldId="374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6:27.723" v="146" actId="1076"/>
          <ac:picMkLst>
            <pc:docMk/>
            <pc:sldMk cId="401152935" sldId="374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6:43.989" v="153" actId="1076"/>
          <ac:picMkLst>
            <pc:docMk/>
            <pc:sldMk cId="401152935" sldId="374"/>
            <ac:picMk id="3" creationId="{1B376A64-E0B6-3396-4D37-707313049DE8}"/>
          </ac:picMkLst>
        </pc:picChg>
        <pc:picChg chg="del">
          <ac:chgData name="Abdalla Mukhaimer, Widad" userId="eed79641-8d75-4c66-a669-438ad56aff06" providerId="ADAL" clId="{336D57EA-41BE-4EE6-AEAF-FC6B0E7E0E44}" dt="2024-10-11T04:29:54.289" v="63" actId="478"/>
          <ac:picMkLst>
            <pc:docMk/>
            <pc:sldMk cId="401152935" sldId="374"/>
            <ac:picMk id="5" creationId="{64DAA36C-7F48-B0F6-7FE0-596D0651BB0F}"/>
          </ac:picMkLst>
        </pc:picChg>
        <pc:picChg chg="del">
          <ac:chgData name="Abdalla Mukhaimer, Widad" userId="eed79641-8d75-4c66-a669-438ad56aff06" providerId="ADAL" clId="{336D57EA-41BE-4EE6-AEAF-FC6B0E7E0E44}" dt="2024-10-11T04:29:55.321" v="64" actId="478"/>
          <ac:picMkLst>
            <pc:docMk/>
            <pc:sldMk cId="401152935" sldId="374"/>
            <ac:picMk id="6" creationId="{69304831-AB8B-0705-B655-42375F5D41FC}"/>
          </ac:picMkLst>
        </pc:picChg>
        <pc:picChg chg="add mod">
          <ac:chgData name="Abdalla Mukhaimer, Widad" userId="eed79641-8d75-4c66-a669-438ad56aff06" providerId="ADAL" clId="{336D57EA-41BE-4EE6-AEAF-FC6B0E7E0E44}" dt="2024-10-11T04:36:32.679" v="148" actId="1076"/>
          <ac:picMkLst>
            <pc:docMk/>
            <pc:sldMk cId="401152935" sldId="374"/>
            <ac:picMk id="7" creationId="{F573834E-67DF-7E05-F45D-22D94D220572}"/>
          </ac:picMkLst>
        </pc:picChg>
      </pc:sldChg>
      <pc:sldChg chg="modSp add mod">
        <pc:chgData name="Abdalla Mukhaimer, Widad" userId="eed79641-8d75-4c66-a669-438ad56aff06" providerId="ADAL" clId="{336D57EA-41BE-4EE6-AEAF-FC6B0E7E0E44}" dt="2024-10-11T04:36:57.718" v="155" actId="255"/>
        <pc:sldMkLst>
          <pc:docMk/>
          <pc:sldMk cId="2051847613" sldId="375"/>
        </pc:sldMkLst>
        <pc:spChg chg="mod">
          <ac:chgData name="Abdalla Mukhaimer, Widad" userId="eed79641-8d75-4c66-a669-438ad56aff06" providerId="ADAL" clId="{336D57EA-41BE-4EE6-AEAF-FC6B0E7E0E44}" dt="2024-10-11T04:30:24.306" v="74" actId="20577"/>
          <ac:spMkLst>
            <pc:docMk/>
            <pc:sldMk cId="2051847613" sldId="375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6:57.718" v="155" actId="255"/>
          <ac:spMkLst>
            <pc:docMk/>
            <pc:sldMk cId="2051847613" sldId="375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45.879" v="170" actId="255"/>
        <pc:sldMkLst>
          <pc:docMk/>
          <pc:sldMk cId="2009859311" sldId="376"/>
        </pc:sldMkLst>
        <pc:spChg chg="add mod">
          <ac:chgData name="Abdalla Mukhaimer, Widad" userId="eed79641-8d75-4c66-a669-438ad56aff06" providerId="ADAL" clId="{336D57EA-41BE-4EE6-AEAF-FC6B0E7E0E44}" dt="2024-10-11T04:37:45.879" v="170" actId="255"/>
          <ac:spMkLst>
            <pc:docMk/>
            <pc:sldMk cId="2009859311" sldId="376"/>
            <ac:spMk id="3" creationId="{A86ADFBC-C3AB-0567-C8D0-F3724027682E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8:27.960" v="182" actId="1076"/>
        <pc:sldMkLst>
          <pc:docMk/>
          <pc:sldMk cId="413467510" sldId="377"/>
        </pc:sldMkLst>
        <pc:spChg chg="add mod">
          <ac:chgData name="Abdalla Mukhaimer, Widad" userId="eed79641-8d75-4c66-a669-438ad56aff06" providerId="ADAL" clId="{336D57EA-41BE-4EE6-AEAF-FC6B0E7E0E44}" dt="2024-10-11T04:38:17.131" v="179" actId="255"/>
          <ac:spMkLst>
            <pc:docMk/>
            <pc:sldMk cId="413467510" sldId="377"/>
            <ac:spMk id="3" creationId="{27562520-615B-296A-0850-9F0B9EE3F8EB}"/>
          </ac:spMkLst>
        </pc:spChg>
        <pc:spChg chg="add mod">
          <ac:chgData name="Abdalla Mukhaimer, Widad" userId="eed79641-8d75-4c66-a669-438ad56aff06" providerId="ADAL" clId="{336D57EA-41BE-4EE6-AEAF-FC6B0E7E0E44}" dt="2024-10-11T04:38:27.960" v="182" actId="1076"/>
          <ac:spMkLst>
            <pc:docMk/>
            <pc:sldMk cId="413467510" sldId="377"/>
            <ac:spMk id="7" creationId="{B8A81FF6-32AB-14C4-212D-E781BDC5C945}"/>
          </ac:spMkLst>
        </pc:spChg>
        <pc:picChg chg="add mod">
          <ac:chgData name="Abdalla Mukhaimer, Widad" userId="eed79641-8d75-4c66-a669-438ad56aff06" providerId="ADAL" clId="{336D57EA-41BE-4EE6-AEAF-FC6B0E7E0E44}" dt="2024-10-11T04:38:19.210" v="180" actId="1076"/>
          <ac:picMkLst>
            <pc:docMk/>
            <pc:sldMk cId="413467510" sldId="377"/>
            <ac:picMk id="5" creationId="{EEEE1E4E-0B43-328D-7950-FFAA6E5FA77B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8:03.307" v="177" actId="1076"/>
        <pc:sldMkLst>
          <pc:docMk/>
          <pc:sldMk cId="3473627254" sldId="378"/>
        </pc:sldMkLst>
        <pc:picChg chg="add del mod">
          <ac:chgData name="Abdalla Mukhaimer, Widad" userId="eed79641-8d75-4c66-a669-438ad56aff06" providerId="ADAL" clId="{336D57EA-41BE-4EE6-AEAF-FC6B0E7E0E44}" dt="2024-10-11T04:37:52.434" v="172" actId="1076"/>
          <ac:picMkLst>
            <pc:docMk/>
            <pc:sldMk cId="3473627254" sldId="378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8:03.307" v="177" actId="1076"/>
          <ac:picMkLst>
            <pc:docMk/>
            <pc:sldMk cId="3473627254" sldId="378"/>
            <ac:picMk id="3" creationId="{1B376A64-E0B6-3396-4D37-707313049DE8}"/>
          </ac:picMkLst>
        </pc:picChg>
        <pc:picChg chg="add del mod">
          <ac:chgData name="Abdalla Mukhaimer, Widad" userId="eed79641-8d75-4c66-a669-438ad56aff06" providerId="ADAL" clId="{336D57EA-41BE-4EE6-AEAF-FC6B0E7E0E44}" dt="2024-10-11T04:37:57.238" v="174" actId="1076"/>
          <ac:picMkLst>
            <pc:docMk/>
            <pc:sldMk cId="3473627254" sldId="378"/>
            <ac:picMk id="7" creationId="{F573834E-67DF-7E05-F45D-22D94D220572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8:50.985" v="190" actId="1076"/>
        <pc:sldMkLst>
          <pc:docMk/>
          <pc:sldMk cId="2042449734" sldId="379"/>
        </pc:sldMkLst>
        <pc:spChg chg="add mod">
          <ac:chgData name="Abdalla Mukhaimer, Widad" userId="eed79641-8d75-4c66-a669-438ad56aff06" providerId="ADAL" clId="{336D57EA-41BE-4EE6-AEAF-FC6B0E7E0E44}" dt="2024-10-11T04:38:49.752" v="189" actId="1076"/>
          <ac:spMkLst>
            <pc:docMk/>
            <pc:sldMk cId="2042449734" sldId="379"/>
            <ac:spMk id="3" creationId="{30FCA5BA-E86A-6D02-3AA0-A1755C3D8A44}"/>
          </ac:spMkLst>
        </pc:spChg>
        <pc:picChg chg="add mod">
          <ac:chgData name="Abdalla Mukhaimer, Widad" userId="eed79641-8d75-4c66-a669-438ad56aff06" providerId="ADAL" clId="{336D57EA-41BE-4EE6-AEAF-FC6B0E7E0E44}" dt="2024-10-11T04:38:50.985" v="190" actId="1076"/>
          <ac:picMkLst>
            <pc:docMk/>
            <pc:sldMk cId="2042449734" sldId="379"/>
            <ac:picMk id="5" creationId="{526D8DEA-A0C8-E242-F6AB-3F8EA6A971AC}"/>
          </ac:picMkLst>
        </pc:picChg>
      </pc:sldChg>
    </pc:docChg>
  </pc:docChgLst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  <pc:docChgLst>
    <pc:chgData name="Abdalla Mukhaimer, Widad" userId="eed79641-8d75-4c66-a669-438ad56aff06" providerId="ADAL" clId="{B59EF3AA-33AD-492F-9989-11440E5A1A15}"/>
    <pc:docChg chg="undo custSel addSld delSld modSld">
      <pc:chgData name="Abdalla Mukhaimer, Widad" userId="eed79641-8d75-4c66-a669-438ad56aff06" providerId="ADAL" clId="{B59EF3AA-33AD-492F-9989-11440E5A1A15}" dt="2024-10-09T04:54:23.156" v="150" actId="1076"/>
      <pc:docMkLst>
        <pc:docMk/>
      </pc:docMkLst>
      <pc:sldChg chg="modSp mod">
        <pc:chgData name="Abdalla Mukhaimer, Widad" userId="eed79641-8d75-4c66-a669-438ad56aff06" providerId="ADAL" clId="{B59EF3AA-33AD-492F-9989-11440E5A1A15}" dt="2024-10-09T04:45:30.704" v="19" actId="6549"/>
        <pc:sldMkLst>
          <pc:docMk/>
          <pc:sldMk cId="2107717852" sldId="256"/>
        </pc:sldMkLst>
        <pc:spChg chg="mod">
          <ac:chgData name="Abdalla Mukhaimer, Widad" userId="eed79641-8d75-4c66-a669-438ad56aff06" providerId="ADAL" clId="{B59EF3AA-33AD-492F-9989-11440E5A1A15}" dt="2024-10-09T04:45:30.704" v="19" actId="6549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B59EF3AA-33AD-492F-9989-11440E5A1A15}" dt="2024-10-09T04:47:45.665" v="60" actId="207"/>
        <pc:sldMkLst>
          <pc:docMk/>
          <pc:sldMk cId="851128216" sldId="311"/>
        </pc:sldMkLst>
        <pc:spChg chg="mod">
          <ac:chgData name="Abdalla Mukhaimer, Widad" userId="eed79641-8d75-4c66-a669-438ad56aff06" providerId="ADAL" clId="{B59EF3AA-33AD-492F-9989-11440E5A1A15}" dt="2024-10-09T04:47:16.425" v="52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B59EF3AA-33AD-492F-9989-11440E5A1A15}" dt="2024-10-09T04:47:45.665" v="60" actId="207"/>
          <ac:spMkLst>
            <pc:docMk/>
            <pc:sldMk cId="851128216" sldId="311"/>
            <ac:spMk id="4" creationId="{084441A6-B6DB-56B1-A2DA-CBBD5194D608}"/>
          </ac:spMkLst>
        </pc:spChg>
      </pc:sldChg>
      <pc:sldChg chg="delSp modSp mod">
        <pc:chgData name="Abdalla Mukhaimer, Widad" userId="eed79641-8d75-4c66-a669-438ad56aff06" providerId="ADAL" clId="{B59EF3AA-33AD-492F-9989-11440E5A1A15}" dt="2024-10-09T04:51:56.651" v="108" actId="207"/>
        <pc:sldMkLst>
          <pc:docMk/>
          <pc:sldMk cId="2677483640" sldId="329"/>
        </pc:sldMkLst>
        <pc:spChg chg="mod">
          <ac:chgData name="Abdalla Mukhaimer, Widad" userId="eed79641-8d75-4c66-a669-438ad56aff06" providerId="ADAL" clId="{B59EF3AA-33AD-492F-9989-11440E5A1A15}" dt="2024-10-09T04:51:56.651" v="108" actId="207"/>
          <ac:spMkLst>
            <pc:docMk/>
            <pc:sldMk cId="2677483640" sldId="329"/>
            <ac:spMk id="4" creationId="{99AA4E15-D520-9572-D149-63EF088C5C1E}"/>
          </ac:spMkLst>
        </pc:spChg>
        <pc:picChg chg="del">
          <ac:chgData name="Abdalla Mukhaimer, Widad" userId="eed79641-8d75-4c66-a669-438ad56aff06" providerId="ADAL" clId="{B59EF3AA-33AD-492F-9989-11440E5A1A15}" dt="2024-10-09T04:51:42.978" v="104" actId="478"/>
          <ac:picMkLst>
            <pc:docMk/>
            <pc:sldMk cId="2677483640" sldId="329"/>
            <ac:picMk id="2" creationId="{C8A1F417-93D6-39B1-F672-64504A2FA2C1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627757429" sldId="331"/>
        </pc:sldMkLst>
      </pc:sldChg>
      <pc:sldChg chg="addSp delSp modSp mod">
        <pc:chgData name="Abdalla Mukhaimer, Widad" userId="eed79641-8d75-4c66-a669-438ad56aff06" providerId="ADAL" clId="{B59EF3AA-33AD-492F-9989-11440E5A1A15}" dt="2024-10-09T04:48:52.098" v="72" actId="1076"/>
        <pc:sldMkLst>
          <pc:docMk/>
          <pc:sldMk cId="3489527663" sldId="347"/>
        </pc:sldMkLst>
        <pc:spChg chg="del mod">
          <ac:chgData name="Abdalla Mukhaimer, Widad" userId="eed79641-8d75-4c66-a669-438ad56aff06" providerId="ADAL" clId="{B59EF3AA-33AD-492F-9989-11440E5A1A15}" dt="2024-10-09T04:48:24.044" v="63" actId="478"/>
          <ac:spMkLst>
            <pc:docMk/>
            <pc:sldMk cId="3489527663" sldId="347"/>
            <ac:spMk id="3" creationId="{3127D9CC-6269-0708-4FA9-91212ACF60E6}"/>
          </ac:spMkLst>
        </pc:spChg>
        <pc:picChg chg="add mod">
          <ac:chgData name="Abdalla Mukhaimer, Widad" userId="eed79641-8d75-4c66-a669-438ad56aff06" providerId="ADAL" clId="{B59EF3AA-33AD-492F-9989-11440E5A1A15}" dt="2024-10-09T04:48:28.300" v="66" actId="1076"/>
          <ac:picMkLst>
            <pc:docMk/>
            <pc:sldMk cId="3489527663" sldId="347"/>
            <ac:picMk id="4" creationId="{CC1A5561-C15C-66AA-0280-3307B9565A58}"/>
          </ac:picMkLst>
        </pc:picChg>
        <pc:picChg chg="del">
          <ac:chgData name="Abdalla Mukhaimer, Widad" userId="eed79641-8d75-4c66-a669-438ad56aff06" providerId="ADAL" clId="{B59EF3AA-33AD-492F-9989-11440E5A1A15}" dt="2024-10-09T04:48:22.187" v="61" actId="478"/>
          <ac:picMkLst>
            <pc:docMk/>
            <pc:sldMk cId="3489527663" sldId="347"/>
            <ac:picMk id="5" creationId="{3FEF8F92-1F65-7C93-C270-95B0D776F1E7}"/>
          </ac:picMkLst>
        </pc:picChg>
        <pc:picChg chg="add mod">
          <ac:chgData name="Abdalla Mukhaimer, Widad" userId="eed79641-8d75-4c66-a669-438ad56aff06" providerId="ADAL" clId="{B59EF3AA-33AD-492F-9989-11440E5A1A15}" dt="2024-10-09T04:48:52.098" v="72" actId="1076"/>
          <ac:picMkLst>
            <pc:docMk/>
            <pc:sldMk cId="3489527663" sldId="347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1360637267" sldId="350"/>
        </pc:sldMkLst>
      </pc:sldChg>
      <pc:sldChg chg="delSp modSp mod">
        <pc:chgData name="Abdalla Mukhaimer, Widad" userId="eed79641-8d75-4c66-a669-438ad56aff06" providerId="ADAL" clId="{B59EF3AA-33AD-492F-9989-11440E5A1A15}" dt="2024-10-09T04:49:40.564" v="80" actId="478"/>
        <pc:sldMkLst>
          <pc:docMk/>
          <pc:sldMk cId="3269285106" sldId="352"/>
        </pc:sldMkLst>
        <pc:spChg chg="mod">
          <ac:chgData name="Abdalla Mukhaimer, Widad" userId="eed79641-8d75-4c66-a669-438ad56aff06" providerId="ADAL" clId="{B59EF3AA-33AD-492F-9989-11440E5A1A15}" dt="2024-10-09T04:49:38.313" v="79" actId="207"/>
          <ac:spMkLst>
            <pc:docMk/>
            <pc:sldMk cId="3269285106" sldId="352"/>
            <ac:spMk id="3" creationId="{A38CBEDA-CA71-269F-BB50-98AE9481AF11}"/>
          </ac:spMkLst>
        </pc:spChg>
        <pc:picChg chg="del">
          <ac:chgData name="Abdalla Mukhaimer, Widad" userId="eed79641-8d75-4c66-a669-438ad56aff06" providerId="ADAL" clId="{B59EF3AA-33AD-492F-9989-11440E5A1A15}" dt="2024-10-09T04:49:40.564" v="80" actId="478"/>
          <ac:picMkLst>
            <pc:docMk/>
            <pc:sldMk cId="3269285106" sldId="352"/>
            <ac:picMk id="4" creationId="{B42A1628-C08D-ADA3-1CB7-5F3FA98D3D2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635085747" sldId="355"/>
        </pc:sldMkLst>
      </pc:sldChg>
      <pc:sldChg chg="del">
        <pc:chgData name="Abdalla Mukhaimer, Widad" userId="eed79641-8d75-4c66-a669-438ad56aff06" providerId="ADAL" clId="{B59EF3AA-33AD-492F-9989-11440E5A1A15}" dt="2024-10-09T04:50:29.138" v="92" actId="47"/>
        <pc:sldMkLst>
          <pc:docMk/>
          <pc:sldMk cId="687456252" sldId="356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608685576" sldId="357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74095298" sldId="358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272232165" sldId="360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575277982" sldId="361"/>
        </pc:sldMkLst>
      </pc:sldChg>
      <pc:sldChg chg="addSp modSp new mod">
        <pc:chgData name="Abdalla Mukhaimer, Widad" userId="eed79641-8d75-4c66-a669-438ad56aff06" providerId="ADAL" clId="{B59EF3AA-33AD-492F-9989-11440E5A1A15}" dt="2024-10-09T04:46:08.830" v="28" actId="1076"/>
        <pc:sldMkLst>
          <pc:docMk/>
          <pc:sldMk cId="270377533" sldId="362"/>
        </pc:sldMkLst>
        <pc:spChg chg="add mod">
          <ac:chgData name="Abdalla Mukhaimer, Widad" userId="eed79641-8d75-4c66-a669-438ad56aff06" providerId="ADAL" clId="{B59EF3AA-33AD-492F-9989-11440E5A1A15}" dt="2024-10-09T04:46:08.830" v="28" actId="1076"/>
          <ac:spMkLst>
            <pc:docMk/>
            <pc:sldMk cId="270377533" sldId="362"/>
            <ac:spMk id="5" creationId="{E60F471F-BC8D-7BC3-F962-2F1DF7B56C3A}"/>
          </ac:spMkLst>
        </pc:spChg>
        <pc:picChg chg="add mod">
          <ac:chgData name="Abdalla Mukhaimer, Widad" userId="eed79641-8d75-4c66-a669-438ad56aff06" providerId="ADAL" clId="{B59EF3AA-33AD-492F-9989-11440E5A1A15}" dt="2024-10-09T04:45:57.341" v="24" actId="1076"/>
          <ac:picMkLst>
            <pc:docMk/>
            <pc:sldMk cId="270377533" sldId="362"/>
            <ac:picMk id="3" creationId="{69FCAC2A-997F-DD3A-57EC-BEC643E31FF1}"/>
          </ac:picMkLst>
        </pc:picChg>
      </pc:sldChg>
      <pc:sldChg chg="addSp delSp modSp add mod">
        <pc:chgData name="Abdalla Mukhaimer, Widad" userId="eed79641-8d75-4c66-a669-438ad56aff06" providerId="ADAL" clId="{B59EF3AA-33AD-492F-9989-11440E5A1A15}" dt="2024-10-09T04:46:32.019" v="35" actId="1076"/>
        <pc:sldMkLst>
          <pc:docMk/>
          <pc:sldMk cId="323151770" sldId="363"/>
        </pc:sldMkLst>
        <pc:spChg chg="del">
          <ac:chgData name="Abdalla Mukhaimer, Widad" userId="eed79641-8d75-4c66-a669-438ad56aff06" providerId="ADAL" clId="{B59EF3AA-33AD-492F-9989-11440E5A1A15}" dt="2024-10-09T04:46:17.546" v="30" actId="478"/>
          <ac:spMkLst>
            <pc:docMk/>
            <pc:sldMk cId="323151770" sldId="363"/>
            <ac:spMk id="5" creationId="{E60F471F-BC8D-7BC3-F962-2F1DF7B56C3A}"/>
          </ac:spMkLst>
        </pc:spChg>
        <pc:picChg chg="mod">
          <ac:chgData name="Abdalla Mukhaimer, Widad" userId="eed79641-8d75-4c66-a669-438ad56aff06" providerId="ADAL" clId="{B59EF3AA-33AD-492F-9989-11440E5A1A15}" dt="2024-10-09T04:46:19.816" v="31" actId="1076"/>
          <ac:picMkLst>
            <pc:docMk/>
            <pc:sldMk cId="323151770" sldId="363"/>
            <ac:picMk id="3" creationId="{69FCAC2A-997F-DD3A-57EC-BEC643E31FF1}"/>
          </ac:picMkLst>
        </pc:picChg>
        <pc:picChg chg="add mod">
          <ac:chgData name="Abdalla Mukhaimer, Widad" userId="eed79641-8d75-4c66-a669-438ad56aff06" providerId="ADAL" clId="{B59EF3AA-33AD-492F-9989-11440E5A1A15}" dt="2024-10-09T04:46:32.019" v="35" actId="1076"/>
          <ac:picMkLst>
            <pc:docMk/>
            <pc:sldMk cId="323151770" sldId="363"/>
            <ac:picMk id="4" creationId="{88A97736-FE3F-0D1C-691A-42B0A3ADB8C0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46:56.312" v="39" actId="1076"/>
        <pc:sldMkLst>
          <pc:docMk/>
          <pc:sldMk cId="1407713648" sldId="364"/>
        </pc:sldMkLst>
        <pc:picChg chg="add mod">
          <ac:chgData name="Abdalla Mukhaimer, Widad" userId="eed79641-8d75-4c66-a669-438ad56aff06" providerId="ADAL" clId="{B59EF3AA-33AD-492F-9989-11440E5A1A15}" dt="2024-10-09T04:46:56.312" v="39" actId="1076"/>
          <ac:picMkLst>
            <pc:docMk/>
            <pc:sldMk cId="1407713648" sldId="364"/>
            <ac:picMk id="3" creationId="{3E867BBE-4380-B6A1-EC8C-AA20EA24A4C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0:25.382" v="91" actId="1076"/>
        <pc:sldMkLst>
          <pc:docMk/>
          <pc:sldMk cId="1952497357" sldId="365"/>
        </pc:sldMkLst>
        <pc:spChg chg="add mod">
          <ac:chgData name="Abdalla Mukhaimer, Widad" userId="eed79641-8d75-4c66-a669-438ad56aff06" providerId="ADAL" clId="{B59EF3AA-33AD-492F-9989-11440E5A1A15}" dt="2024-10-09T04:50:25.382" v="91" actId="1076"/>
          <ac:spMkLst>
            <pc:docMk/>
            <pc:sldMk cId="1952497357" sldId="365"/>
            <ac:spMk id="5" creationId="{129EF3E2-6FB2-2058-FA7E-D16541D91A9B}"/>
          </ac:spMkLst>
        </pc:spChg>
        <pc:picChg chg="add mod">
          <ac:chgData name="Abdalla Mukhaimer, Widad" userId="eed79641-8d75-4c66-a669-438ad56aff06" providerId="ADAL" clId="{B59EF3AA-33AD-492F-9989-11440E5A1A15}" dt="2024-10-09T04:50:22.743" v="90" actId="1076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B59EF3AA-33AD-492F-9989-11440E5A1A15}" dt="2024-10-09T04:49:51.855" v="82" actId="1076"/>
          <ac:picMkLst>
            <pc:docMk/>
            <pc:sldMk cId="1952497357" sldId="365"/>
            <ac:picMk id="4" creationId="{CC1A5561-C15C-66AA-0280-3307B9565A58}"/>
          </ac:picMkLst>
        </pc:picChg>
        <pc:picChg chg="mod">
          <ac:chgData name="Abdalla Mukhaimer, Widad" userId="eed79641-8d75-4c66-a669-438ad56aff06" providerId="ADAL" clId="{B59EF3AA-33AD-492F-9989-11440E5A1A15}" dt="2024-10-09T04:49:54.205" v="83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1:16.620" v="101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B59EF3AA-33AD-492F-9989-11440E5A1A15}" dt="2024-10-09T04:50:57.992" v="96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1:16.620" v="101" actId="1076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2:20.574" v="114" actId="1076"/>
        <pc:sldMkLst>
          <pc:docMk/>
          <pc:sldMk cId="2915669867" sldId="367"/>
        </pc:sldMkLst>
        <pc:spChg chg="add mod">
          <ac:chgData name="Abdalla Mukhaimer, Widad" userId="eed79641-8d75-4c66-a669-438ad56aff06" providerId="ADAL" clId="{B59EF3AA-33AD-492F-9989-11440E5A1A15}" dt="2024-10-09T04:52:13.460" v="112"/>
          <ac:spMkLst>
            <pc:docMk/>
            <pc:sldMk cId="2915669867" sldId="367"/>
            <ac:spMk id="2" creationId="{D408F121-F82E-BBDE-F7AD-F1CC383C69AB}"/>
          </ac:spMkLst>
        </pc:spChg>
        <pc:picChg chg="mod">
          <ac:chgData name="Abdalla Mukhaimer, Widad" userId="eed79641-8d75-4c66-a669-438ad56aff06" providerId="ADAL" clId="{B59EF3AA-33AD-492F-9989-11440E5A1A15}" dt="2024-10-09T04:52:07.484" v="110" actId="1076"/>
          <ac:picMkLst>
            <pc:docMk/>
            <pc:sldMk cId="2915669867" sldId="367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2:20.574" v="114" actId="1076"/>
          <ac:picMkLst>
            <pc:docMk/>
            <pc:sldMk cId="2915669867" sldId="367"/>
            <ac:picMk id="4" creationId="{2A9ECD11-3153-3B58-20F3-E49840BE0965}"/>
          </ac:picMkLst>
        </pc:picChg>
        <pc:picChg chg="mod">
          <ac:chgData name="Abdalla Mukhaimer, Widad" userId="eed79641-8d75-4c66-a669-438ad56aff06" providerId="ADAL" clId="{B59EF3AA-33AD-492F-9989-11440E5A1A15}" dt="2024-10-09T04:52:08.934" v="111" actId="1076"/>
          <ac:picMkLst>
            <pc:docMk/>
            <pc:sldMk cId="2915669867" sldId="367"/>
            <ac:picMk id="5" creationId="{97272905-A3A3-EB9C-3825-5C46AC5CE45D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2:58.735" v="124" actId="1076"/>
        <pc:sldMkLst>
          <pc:docMk/>
          <pc:sldMk cId="2145447126" sldId="368"/>
        </pc:sldMkLst>
        <pc:spChg chg="add mod">
          <ac:chgData name="Abdalla Mukhaimer, Widad" userId="eed79641-8d75-4c66-a669-438ad56aff06" providerId="ADAL" clId="{B59EF3AA-33AD-492F-9989-11440E5A1A15}" dt="2024-10-09T04:52:58.735" v="124" actId="1076"/>
          <ac:spMkLst>
            <pc:docMk/>
            <pc:sldMk cId="2145447126" sldId="368"/>
            <ac:spMk id="3" creationId="{A3CC3E97-99BD-5638-81F2-61758DB7D038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3:39.524" v="140" actId="1076"/>
        <pc:sldMkLst>
          <pc:docMk/>
          <pc:sldMk cId="3875100456" sldId="369"/>
        </pc:sldMkLst>
        <pc:spChg chg="add mod">
          <ac:chgData name="Abdalla Mukhaimer, Widad" userId="eed79641-8d75-4c66-a669-438ad56aff06" providerId="ADAL" clId="{B59EF3AA-33AD-492F-9989-11440E5A1A15}" dt="2024-10-09T04:53:39.524" v="140" actId="1076"/>
          <ac:spMkLst>
            <pc:docMk/>
            <pc:sldMk cId="3875100456" sldId="369"/>
            <ac:spMk id="3" creationId="{FB18D251-E618-7744-66A9-B98B60AD5D05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4:23.156" v="150" actId="1076"/>
        <pc:sldMkLst>
          <pc:docMk/>
          <pc:sldMk cId="2873096860" sldId="370"/>
        </pc:sldMkLst>
        <pc:spChg chg="add mod">
          <ac:chgData name="Abdalla Mukhaimer, Widad" userId="eed79641-8d75-4c66-a669-438ad56aff06" providerId="ADAL" clId="{B59EF3AA-33AD-492F-9989-11440E5A1A15}" dt="2024-10-09T04:54:23.156" v="150" actId="1076"/>
          <ac:spMkLst>
            <pc:docMk/>
            <pc:sldMk cId="2873096860" sldId="370"/>
            <ac:spMk id="3" creationId="{26244362-E426-D51D-0152-24645744F6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Joining Datasets  Part 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</a:t>
            </a: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_join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79268" y="2426667"/>
            <a:ext cx="11077304" cy="256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dataframe_left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left_join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dataframe_right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c("colname_1" = "colname_2"))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263015"/>
            <a:ext cx="4815568" cy="3005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43" y="1263015"/>
            <a:ext cx="5573512" cy="39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2" y="676414"/>
            <a:ext cx="11007635" cy="371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a left join where Illustration_Data_1 is the left data and Illustration_Data_2 is the right data.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Illustration_Data_1 %&gt;%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left_join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(Illustration_Data_2, by = c("Name" = 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8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2" y="296364"/>
            <a:ext cx="4815568" cy="3005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803" y="130901"/>
            <a:ext cx="5573512" cy="39093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DEF591-36A0-46CD-1DB6-6B509CDC1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92" y="4733487"/>
            <a:ext cx="9222285" cy="2004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9EF3E2-6FB2-2058-FA7E-D16541D91A9B}"/>
              </a:ext>
            </a:extLst>
          </p:cNvPr>
          <p:cNvSpPr txBox="1"/>
          <p:nvPr/>
        </p:nvSpPr>
        <p:spPr>
          <a:xfrm>
            <a:off x="526986" y="4171538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9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53174-353B-5495-F6F2-2F7C881F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785" y="893522"/>
            <a:ext cx="5164727" cy="3202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6BC1AF-CB80-7D5F-ED44-517D0878E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88" y="1017309"/>
            <a:ext cx="5573512" cy="39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2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375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 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a left join where Illustration_Data_2 is the left data and Illustration_Data_1 is the right data.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Illustration_Data_2 %&gt;%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left_join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(Illustration_Data_1, by = c("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 = "Name"))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8F121-F82E-BBDE-F7AD-F1CC383C69AB}"/>
              </a:ext>
            </a:extLst>
          </p:cNvPr>
          <p:cNvSpPr txBox="1"/>
          <p:nvPr/>
        </p:nvSpPr>
        <p:spPr>
          <a:xfrm>
            <a:off x="509569" y="383347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F832F2-C583-1F10-CF4D-F16EF3D9C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4" y="58535"/>
            <a:ext cx="5573512" cy="3909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8E319-6A39-E620-9E41-95AAB6742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533" y="0"/>
            <a:ext cx="5164727" cy="3202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7CD964-A2CF-FD04-AE39-97862CBAF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579" y="4395426"/>
            <a:ext cx="8516983" cy="241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6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6005B-72DA-2FD0-1B16-89DDDEF4E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09" y="1431198"/>
            <a:ext cx="4832422" cy="33149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248CD4-9324-BC06-961E-8A67EBD4E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67" y="1316128"/>
            <a:ext cx="4757460" cy="281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4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7817B6-B65D-DBA4-9E46-304E1C87FEEC}"/>
              </a:ext>
            </a:extLst>
          </p:cNvPr>
          <p:cNvSpPr txBox="1"/>
          <p:nvPr/>
        </p:nvSpPr>
        <p:spPr>
          <a:xfrm>
            <a:off x="461553" y="615855"/>
            <a:ext cx="11103429" cy="3186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a left join where Illustration_Data_3 is the left data and Illustration_Data_1 is the right data.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Illustration_Data_3 %&gt;%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left_join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(Illustration_Data_1, by = c("Name" = "Name"))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6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76A64-E0B6-3396-4D37-70731304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51" y="4395426"/>
            <a:ext cx="9128897" cy="2327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9E031-765B-321F-5225-49448A4B6066}"/>
              </a:ext>
            </a:extLst>
          </p:cNvPr>
          <p:cNvSpPr txBox="1"/>
          <p:nvPr/>
        </p:nvSpPr>
        <p:spPr>
          <a:xfrm>
            <a:off x="492152" y="3587706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AA36C-7F48-B0F6-7FE0-596D0651B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4" y="226150"/>
            <a:ext cx="4668974" cy="3202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04831-AB8B-0705-B655-42375F5D4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993" y="226150"/>
            <a:ext cx="4052564" cy="239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7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ACA6FB-51DB-8491-4F75-773FD2237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52" y="1372007"/>
            <a:ext cx="4574502" cy="2703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429DF1-269F-6079-52BA-B0FD09297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349" y="1311047"/>
            <a:ext cx="5457099" cy="37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F2A7F3-E620-C83A-781C-3DA11293DA67}"/>
              </a:ext>
            </a:extLst>
          </p:cNvPr>
          <p:cNvSpPr txBox="1"/>
          <p:nvPr/>
        </p:nvSpPr>
        <p:spPr>
          <a:xfrm>
            <a:off x="570411" y="1041756"/>
            <a:ext cx="11051177" cy="2589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a left join where Illustration_Data_1 is the left and Illustration_Data_3 is the right.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Illustration_Data_1 %&gt;%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left_join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(Illustration_Data_3, by = c("Name" = "Name"))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2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76A64-E0B6-3396-4D37-70731304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53" y="4526055"/>
            <a:ext cx="8217693" cy="2298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9E031-765B-321F-5225-49448A4B6066}"/>
              </a:ext>
            </a:extLst>
          </p:cNvPr>
          <p:cNvSpPr txBox="1"/>
          <p:nvPr/>
        </p:nvSpPr>
        <p:spPr>
          <a:xfrm>
            <a:off x="483443" y="3964106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D54BA-7817-21B4-CFF2-701EE7E2E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13" y="418367"/>
            <a:ext cx="4688316" cy="2770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73834E-67DF-7E05-F45D-22D94D220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072" y="418367"/>
            <a:ext cx="5319715" cy="36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2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right</a:t>
            </a: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_join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44434" y="2426667"/>
            <a:ext cx="11077304" cy="256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dataframe_left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right_join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dataframe_right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c("colname_1" = "colname_2"))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847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2E3B47-ABFF-3C15-AB44-BF27EE7A0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09" y="1211626"/>
            <a:ext cx="4389086" cy="25940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1953DD-B4C9-BF74-B2CD-D5A522878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03" y="1183323"/>
            <a:ext cx="5210691" cy="357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73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6ADFBC-C3AB-0567-C8D0-F3724027682E}"/>
              </a:ext>
            </a:extLst>
          </p:cNvPr>
          <p:cNvSpPr txBox="1"/>
          <p:nvPr/>
        </p:nvSpPr>
        <p:spPr>
          <a:xfrm>
            <a:off x="587828" y="702941"/>
            <a:ext cx="11016343" cy="2654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a right join where Illustration_Data_1 is the left and Illustration_Data_3 is the right.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example_5 &lt;- Illustration_Data_1 %&gt;%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right_join</a:t>
            </a:r>
            <a:r>
              <a:rPr lang="en-US" sz="24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(Illustration_Data_3, by = c("Name" = "Name"))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859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76A64-E0B6-3396-4D37-70731304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98" y="4395426"/>
            <a:ext cx="9668828" cy="2414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9E031-765B-321F-5225-49448A4B6066}"/>
              </a:ext>
            </a:extLst>
          </p:cNvPr>
          <p:cNvSpPr txBox="1"/>
          <p:nvPr/>
        </p:nvSpPr>
        <p:spPr>
          <a:xfrm>
            <a:off x="509569" y="3833477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D54BA-7817-21B4-CFF2-701EE7E2E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13" y="414065"/>
            <a:ext cx="4795527" cy="2834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73834E-67DF-7E05-F45D-22D94D220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701" y="482926"/>
            <a:ext cx="4884286" cy="335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2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62520-615B-296A-0850-9F0B9EE3F8EB}"/>
              </a:ext>
            </a:extLst>
          </p:cNvPr>
          <p:cNvSpPr txBox="1"/>
          <p:nvPr/>
        </p:nvSpPr>
        <p:spPr>
          <a:xfrm>
            <a:off x="3048000" y="596733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Summarizing NA's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E1E4E-0B43-328D-7950-FFAA6E5F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28" y="2451190"/>
            <a:ext cx="10999543" cy="3619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81FF6-32AB-14C4-212D-E781BDC5C945}"/>
              </a:ext>
            </a:extLst>
          </p:cNvPr>
          <p:cNvSpPr txBox="1"/>
          <p:nvPr/>
        </p:nvSpPr>
        <p:spPr>
          <a:xfrm>
            <a:off x="596228" y="1702295"/>
            <a:ext cx="6097554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 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67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CA5BA-E86A-6D02-3AA0-A1755C3D8A44}"/>
              </a:ext>
            </a:extLst>
          </p:cNvPr>
          <p:cNvSpPr txBox="1"/>
          <p:nvPr/>
        </p:nvSpPr>
        <p:spPr>
          <a:xfrm>
            <a:off x="872972" y="593983"/>
            <a:ext cx="10326082" cy="344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Summarize the NA's for the left joined data from Example 2         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example_6 &lt;- example_2 %&gt;%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summarize(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num_people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n(),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num_na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sum(is.na(Age)),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num_not_na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sum(!is.na(Age)))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D8DEA-A0C8-E242-F6AB-3F8EA6A9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72" y="4496486"/>
            <a:ext cx="10471084" cy="13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4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489</Words>
  <Application>Microsoft Office PowerPoint</Application>
  <PresentationFormat>Widescreen</PresentationFormat>
  <Paragraphs>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8</cp:revision>
  <dcterms:created xsi:type="dcterms:W3CDTF">2024-08-27T22:14:52Z</dcterms:created>
  <dcterms:modified xsi:type="dcterms:W3CDTF">2024-10-11T04:38:54Z</dcterms:modified>
</cp:coreProperties>
</file>