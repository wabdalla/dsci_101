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  <p:sldId id="306" r:id="rId5"/>
    <p:sldId id="307" r:id="rId6"/>
    <p:sldId id="323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27" r:id="rId16"/>
    <p:sldId id="316" r:id="rId17"/>
    <p:sldId id="317" r:id="rId18"/>
    <p:sldId id="324" r:id="rId19"/>
    <p:sldId id="318" r:id="rId20"/>
    <p:sldId id="319" r:id="rId21"/>
    <p:sldId id="320" r:id="rId22"/>
    <p:sldId id="321" r:id="rId23"/>
    <p:sldId id="328" r:id="rId24"/>
    <p:sldId id="322" r:id="rId25"/>
    <p:sldId id="32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C1B31-6EA1-499B-8796-0A61D9DC3041}" v="43" dt="2024-11-22T07:50:03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0EEC1B31-6EA1-499B-8796-0A61D9DC3041}"/>
    <pc:docChg chg="undo redo custSel addSld delSld modSld">
      <pc:chgData name="Abdalla Mukhaimer, Widad" userId="eed79641-8d75-4c66-a669-438ad56aff06" providerId="ADAL" clId="{0EEC1B31-6EA1-499B-8796-0A61D9DC3041}" dt="2024-11-22T07:51:22.725" v="304" actId="47"/>
      <pc:docMkLst>
        <pc:docMk/>
      </pc:docMkLst>
      <pc:sldChg chg="modSp mod">
        <pc:chgData name="Abdalla Mukhaimer, Widad" userId="eed79641-8d75-4c66-a669-438ad56aff06" providerId="ADAL" clId="{0EEC1B31-6EA1-499B-8796-0A61D9DC3041}" dt="2024-11-22T07:34:16.452" v="29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0EEC1B31-6EA1-499B-8796-0A61D9DC3041}" dt="2024-11-22T07:34:16.452" v="29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582378336" sldId="29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84782567" sldId="293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036121130" sldId="294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964176475" sldId="295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837546798" sldId="296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805035487" sldId="297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667614113" sldId="298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1697096242" sldId="299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812773127" sldId="300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075854152" sldId="301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48971976" sldId="30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93044576" sldId="303"/>
        </pc:sldMkLst>
      </pc:sldChg>
      <pc:sldChg chg="addSp modSp mod">
        <pc:chgData name="Abdalla Mukhaimer, Widad" userId="eed79641-8d75-4c66-a669-438ad56aff06" providerId="ADAL" clId="{0EEC1B31-6EA1-499B-8796-0A61D9DC3041}" dt="2024-11-22T07:41:18.640" v="126" actId="2710"/>
        <pc:sldMkLst>
          <pc:docMk/>
          <pc:sldMk cId="1829655451" sldId="304"/>
        </pc:sldMkLst>
        <pc:spChg chg="add mod">
          <ac:chgData name="Abdalla Mukhaimer, Widad" userId="eed79641-8d75-4c66-a669-438ad56aff06" providerId="ADAL" clId="{0EEC1B31-6EA1-499B-8796-0A61D9DC3041}" dt="2024-11-22T07:41:18.640" v="126" actId="2710"/>
          <ac:spMkLst>
            <pc:docMk/>
            <pc:sldMk cId="1829655451" sldId="304"/>
            <ac:spMk id="3" creationId="{3AA0CA2A-0CA6-DFFC-8FF6-FE3BCC875149}"/>
          </ac:spMkLst>
        </pc:spChg>
      </pc:sldChg>
      <pc:sldChg chg="addSp modSp add mod">
        <pc:chgData name="Abdalla Mukhaimer, Widad" userId="eed79641-8d75-4c66-a669-438ad56aff06" providerId="ADAL" clId="{0EEC1B31-6EA1-499B-8796-0A61D9DC3041}" dt="2024-11-22T07:41:34.366" v="134" actId="1076"/>
        <pc:sldMkLst>
          <pc:docMk/>
          <pc:sldMk cId="2067137686" sldId="305"/>
        </pc:sldMkLst>
        <pc:picChg chg="add mod">
          <ac:chgData name="Abdalla Mukhaimer, Widad" userId="eed79641-8d75-4c66-a669-438ad56aff06" providerId="ADAL" clId="{0EEC1B31-6EA1-499B-8796-0A61D9DC3041}" dt="2024-11-22T07:41:34.366" v="134" actId="1076"/>
          <ac:picMkLst>
            <pc:docMk/>
            <pc:sldMk cId="2067137686" sldId="305"/>
            <ac:picMk id="3" creationId="{F0DBDD5C-3B0C-237D-B996-822B507AE703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1:55.515" v="142" actId="1076"/>
        <pc:sldMkLst>
          <pc:docMk/>
          <pc:sldMk cId="1665463979" sldId="306"/>
        </pc:sldMkLst>
        <pc:spChg chg="add mod">
          <ac:chgData name="Abdalla Mukhaimer, Widad" userId="eed79641-8d75-4c66-a669-438ad56aff06" providerId="ADAL" clId="{0EEC1B31-6EA1-499B-8796-0A61D9DC3041}" dt="2024-11-22T07:41:55.515" v="142" actId="1076"/>
          <ac:spMkLst>
            <pc:docMk/>
            <pc:sldMk cId="1665463979" sldId="306"/>
            <ac:spMk id="3" creationId="{375B5D95-5D4D-4032-FCEC-1089A2CC9FD1}"/>
          </ac:spMkLst>
        </pc:spChg>
        <pc:picChg chg="add mod">
          <ac:chgData name="Abdalla Mukhaimer, Widad" userId="eed79641-8d75-4c66-a669-438ad56aff06" providerId="ADAL" clId="{0EEC1B31-6EA1-499B-8796-0A61D9DC3041}" dt="2024-11-22T07:41:52.215" v="141" actId="1076"/>
          <ac:picMkLst>
            <pc:docMk/>
            <pc:sldMk cId="1665463979" sldId="306"/>
            <ac:picMk id="4" creationId="{5F45464B-BB65-5EE0-7737-08DE62E593FC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2:03.968" v="144" actId="1076"/>
        <pc:sldMkLst>
          <pc:docMk/>
          <pc:sldMk cId="2601494979" sldId="307"/>
        </pc:sldMkLst>
        <pc:spChg chg="add mod">
          <ac:chgData name="Abdalla Mukhaimer, Widad" userId="eed79641-8d75-4c66-a669-438ad56aff06" providerId="ADAL" clId="{0EEC1B31-6EA1-499B-8796-0A61D9DC3041}" dt="2024-11-22T07:42:03.968" v="144" actId="1076"/>
          <ac:spMkLst>
            <pc:docMk/>
            <pc:sldMk cId="2601494979" sldId="307"/>
            <ac:spMk id="4" creationId="{9D86E9C8-7846-C6E7-5661-2F6E11408CCA}"/>
          </ac:spMkLst>
        </pc:spChg>
        <pc:picChg chg="add del mod">
          <ac:chgData name="Abdalla Mukhaimer, Widad" userId="eed79641-8d75-4c66-a669-438ad56aff06" providerId="ADAL" clId="{0EEC1B31-6EA1-499B-8796-0A61D9DC3041}" dt="2024-11-22T07:36:36.294" v="60" actId="478"/>
          <ac:picMkLst>
            <pc:docMk/>
            <pc:sldMk cId="2601494979" sldId="307"/>
            <ac:picMk id="2" creationId="{42AFE5BB-A11C-3859-2834-EBFFDF6B810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27.973" v="166" actId="1076"/>
        <pc:sldMkLst>
          <pc:docMk/>
          <pc:sldMk cId="758595871" sldId="308"/>
        </pc:sldMkLst>
        <pc:spChg chg="add mod">
          <ac:chgData name="Abdalla Mukhaimer, Widad" userId="eed79641-8d75-4c66-a669-438ad56aff06" providerId="ADAL" clId="{0EEC1B31-6EA1-499B-8796-0A61D9DC3041}" dt="2024-11-22T07:43:10.999" v="162" actId="255"/>
          <ac:spMkLst>
            <pc:docMk/>
            <pc:sldMk cId="758595871" sldId="308"/>
            <ac:spMk id="4" creationId="{509DDCE0-3F32-E7BF-0D1D-2CFB5A515624}"/>
          </ac:spMkLst>
        </pc:spChg>
        <pc:picChg chg="add mod">
          <ac:chgData name="Abdalla Mukhaimer, Widad" userId="eed79641-8d75-4c66-a669-438ad56aff06" providerId="ADAL" clId="{0EEC1B31-6EA1-499B-8796-0A61D9DC3041}" dt="2024-11-22T07:43:27.973" v="166" actId="1076"/>
          <ac:picMkLst>
            <pc:docMk/>
            <pc:sldMk cId="758595871" sldId="308"/>
            <ac:picMk id="2" creationId="{9D9EB081-625D-8B44-3BEE-FA24068CD05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50.215" v="173" actId="1076"/>
        <pc:sldMkLst>
          <pc:docMk/>
          <pc:sldMk cId="3122493143" sldId="309"/>
        </pc:sldMkLst>
        <pc:spChg chg="add mod">
          <ac:chgData name="Abdalla Mukhaimer, Widad" userId="eed79641-8d75-4c66-a669-438ad56aff06" providerId="ADAL" clId="{0EEC1B31-6EA1-499B-8796-0A61D9DC3041}" dt="2024-11-22T07:43:45.360" v="170" actId="14100"/>
          <ac:spMkLst>
            <pc:docMk/>
            <pc:sldMk cId="3122493143" sldId="309"/>
            <ac:spMk id="4" creationId="{5616EB3B-A4C8-D1AB-1FD4-33C2CA038EA6}"/>
          </ac:spMkLst>
        </pc:spChg>
        <pc:picChg chg="add mod">
          <ac:chgData name="Abdalla Mukhaimer, Widad" userId="eed79641-8d75-4c66-a669-438ad56aff06" providerId="ADAL" clId="{0EEC1B31-6EA1-499B-8796-0A61D9DC3041}" dt="2024-11-22T07:43:50.215" v="173" actId="1076"/>
          <ac:picMkLst>
            <pc:docMk/>
            <pc:sldMk cId="3122493143" sldId="309"/>
            <ac:picMk id="2" creationId="{5E2E4512-31AE-D8D6-1625-F58D04F7D11D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14.870" v="181" actId="1076"/>
        <pc:sldMkLst>
          <pc:docMk/>
          <pc:sldMk cId="3665015453" sldId="310"/>
        </pc:sldMkLst>
        <pc:spChg chg="add mod">
          <ac:chgData name="Abdalla Mukhaimer, Widad" userId="eed79641-8d75-4c66-a669-438ad56aff06" providerId="ADAL" clId="{0EEC1B31-6EA1-499B-8796-0A61D9DC3041}" dt="2024-11-22T07:44:07.158" v="176" actId="14100"/>
          <ac:spMkLst>
            <pc:docMk/>
            <pc:sldMk cId="3665015453" sldId="310"/>
            <ac:spMk id="4" creationId="{64ABC08E-9F7C-232C-4DFE-14FB4FEB45AE}"/>
          </ac:spMkLst>
        </pc:spChg>
        <pc:picChg chg="add mod">
          <ac:chgData name="Abdalla Mukhaimer, Widad" userId="eed79641-8d75-4c66-a669-438ad56aff06" providerId="ADAL" clId="{0EEC1B31-6EA1-499B-8796-0A61D9DC3041}" dt="2024-11-22T07:44:14.870" v="181" actId="1076"/>
          <ac:picMkLst>
            <pc:docMk/>
            <pc:sldMk cId="3665015453" sldId="310"/>
            <ac:picMk id="2" creationId="{B6955B74-B074-F837-85B7-B771F3A06A16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49.906" v="188" actId="1076"/>
        <pc:sldMkLst>
          <pc:docMk/>
          <pc:sldMk cId="3366116291" sldId="311"/>
        </pc:sldMkLst>
        <pc:spChg chg="add mod">
          <ac:chgData name="Abdalla Mukhaimer, Widad" userId="eed79641-8d75-4c66-a669-438ad56aff06" providerId="ADAL" clId="{0EEC1B31-6EA1-499B-8796-0A61D9DC3041}" dt="2024-11-22T07:44:43.040" v="184" actId="14100"/>
          <ac:spMkLst>
            <pc:docMk/>
            <pc:sldMk cId="3366116291" sldId="311"/>
            <ac:spMk id="4" creationId="{F0B7C3F1-2AED-31F3-B471-8158734BC1F3}"/>
          </ac:spMkLst>
        </pc:spChg>
        <pc:picChg chg="add mod">
          <ac:chgData name="Abdalla Mukhaimer, Widad" userId="eed79641-8d75-4c66-a669-438ad56aff06" providerId="ADAL" clId="{0EEC1B31-6EA1-499B-8796-0A61D9DC3041}" dt="2024-11-22T07:44:49.906" v="188" actId="1076"/>
          <ac:picMkLst>
            <pc:docMk/>
            <pc:sldMk cId="3366116291" sldId="311"/>
            <ac:picMk id="2" creationId="{E1D169F0-1E15-D548-311E-89C823D85E4F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08.761" v="198" actId="1076"/>
        <pc:sldMkLst>
          <pc:docMk/>
          <pc:sldMk cId="1155657700" sldId="312"/>
        </pc:sldMkLst>
        <pc:spChg chg="add mod">
          <ac:chgData name="Abdalla Mukhaimer, Widad" userId="eed79641-8d75-4c66-a669-438ad56aff06" providerId="ADAL" clId="{0EEC1B31-6EA1-499B-8796-0A61D9DC3041}" dt="2024-11-22T07:44:59.533" v="191" actId="14100"/>
          <ac:spMkLst>
            <pc:docMk/>
            <pc:sldMk cId="1155657700" sldId="312"/>
            <ac:spMk id="4" creationId="{26D21071-920F-D902-4DE6-D685BFD496DB}"/>
          </ac:spMkLst>
        </pc:spChg>
        <pc:picChg chg="add mod">
          <ac:chgData name="Abdalla Mukhaimer, Widad" userId="eed79641-8d75-4c66-a669-438ad56aff06" providerId="ADAL" clId="{0EEC1B31-6EA1-499B-8796-0A61D9DC3041}" dt="2024-11-22T07:45:08.761" v="198" actId="1076"/>
          <ac:picMkLst>
            <pc:docMk/>
            <pc:sldMk cId="1155657700" sldId="312"/>
            <ac:picMk id="2" creationId="{513C577A-9350-7CA7-B7B7-F70FDBFB524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22.244" v="202" actId="1076"/>
        <pc:sldMkLst>
          <pc:docMk/>
          <pc:sldMk cId="1132476670" sldId="313"/>
        </pc:sldMkLst>
        <pc:spChg chg="add mod">
          <ac:chgData name="Abdalla Mukhaimer, Widad" userId="eed79641-8d75-4c66-a669-438ad56aff06" providerId="ADAL" clId="{0EEC1B31-6EA1-499B-8796-0A61D9DC3041}" dt="2024-11-22T07:45:22.244" v="202" actId="1076"/>
          <ac:spMkLst>
            <pc:docMk/>
            <pc:sldMk cId="1132476670" sldId="313"/>
            <ac:spMk id="3" creationId="{2E0338EC-099F-82B0-5A8D-1FE7C83DE61F}"/>
          </ac:spMkLst>
        </pc:spChg>
        <pc:picChg chg="add mod">
          <ac:chgData name="Abdalla Mukhaimer, Widad" userId="eed79641-8d75-4c66-a669-438ad56aff06" providerId="ADAL" clId="{0EEC1B31-6EA1-499B-8796-0A61D9DC3041}" dt="2024-11-22T07:45:15.396" v="200" actId="1076"/>
          <ac:picMkLst>
            <pc:docMk/>
            <pc:sldMk cId="1132476670" sldId="313"/>
            <ac:picMk id="4" creationId="{6579DC0A-7AA0-07FD-FDB4-5D72D22D552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36.754" v="208" actId="1076"/>
        <pc:sldMkLst>
          <pc:docMk/>
          <pc:sldMk cId="894309510" sldId="314"/>
        </pc:sldMkLst>
        <pc:spChg chg="add mod">
          <ac:chgData name="Abdalla Mukhaimer, Widad" userId="eed79641-8d75-4c66-a669-438ad56aff06" providerId="ADAL" clId="{0EEC1B31-6EA1-499B-8796-0A61D9DC3041}" dt="2024-11-22T07:45:31.869" v="205" actId="14100"/>
          <ac:spMkLst>
            <pc:docMk/>
            <pc:sldMk cId="894309510" sldId="314"/>
            <ac:spMk id="4" creationId="{392BB4D2-A165-A5CC-E281-0EBC996BB6C2}"/>
          </ac:spMkLst>
        </pc:spChg>
        <pc:picChg chg="add mod">
          <ac:chgData name="Abdalla Mukhaimer, Widad" userId="eed79641-8d75-4c66-a669-438ad56aff06" providerId="ADAL" clId="{0EEC1B31-6EA1-499B-8796-0A61D9DC3041}" dt="2024-11-22T07:45:36.754" v="208" actId="1076"/>
          <ac:picMkLst>
            <pc:docMk/>
            <pc:sldMk cId="894309510" sldId="314"/>
            <ac:picMk id="2" creationId="{17E19A22-AE53-9ABE-C3DB-96D014F87C8F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6:51.511" v="219" actId="14100"/>
        <pc:sldMkLst>
          <pc:docMk/>
          <pc:sldMk cId="3279899016" sldId="315"/>
        </pc:sldMkLst>
        <pc:spChg chg="add del mod ord">
          <ac:chgData name="Abdalla Mukhaimer, Widad" userId="eed79641-8d75-4c66-a669-438ad56aff06" providerId="ADAL" clId="{0EEC1B31-6EA1-499B-8796-0A61D9DC3041}" dt="2024-11-22T07:46:38.187" v="215" actId="167"/>
          <ac:spMkLst>
            <pc:docMk/>
            <pc:sldMk cId="3279899016" sldId="315"/>
            <ac:spMk id="4" creationId="{352EA93B-242B-3959-ABD6-243CE0B85425}"/>
          </ac:spMkLst>
        </pc:spChg>
        <pc:picChg chg="add mod">
          <ac:chgData name="Abdalla Mukhaimer, Widad" userId="eed79641-8d75-4c66-a669-438ad56aff06" providerId="ADAL" clId="{0EEC1B31-6EA1-499B-8796-0A61D9DC3041}" dt="2024-11-22T07:46:51.511" v="219" actId="14100"/>
          <ac:picMkLst>
            <pc:docMk/>
            <pc:sldMk cId="3279899016" sldId="315"/>
            <ac:picMk id="2" creationId="{FB979F40-8049-534C-C5B5-41045DE992A8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7:48.621" v="238" actId="1076"/>
        <pc:sldMkLst>
          <pc:docMk/>
          <pc:sldMk cId="1621354024" sldId="316"/>
        </pc:sldMkLst>
        <pc:spChg chg="add mod">
          <ac:chgData name="Abdalla Mukhaimer, Widad" userId="eed79641-8d75-4c66-a669-438ad56aff06" providerId="ADAL" clId="{0EEC1B31-6EA1-499B-8796-0A61D9DC3041}" dt="2024-11-22T07:47:43.878" v="235" actId="1076"/>
          <ac:spMkLst>
            <pc:docMk/>
            <pc:sldMk cId="1621354024" sldId="316"/>
            <ac:spMk id="4" creationId="{0549C31F-310F-EBE1-A6C6-1424C9049E73}"/>
          </ac:spMkLst>
        </pc:spChg>
        <pc:picChg chg="add mod">
          <ac:chgData name="Abdalla Mukhaimer, Widad" userId="eed79641-8d75-4c66-a669-438ad56aff06" providerId="ADAL" clId="{0EEC1B31-6EA1-499B-8796-0A61D9DC3041}" dt="2024-11-22T07:47:48.621" v="238" actId="1076"/>
          <ac:picMkLst>
            <pc:docMk/>
            <pc:sldMk cId="1621354024" sldId="316"/>
            <ac:picMk id="2" creationId="{326F0EED-471B-CC57-1349-F11046DA26A0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8:06.135" v="240" actId="1076"/>
        <pc:sldMkLst>
          <pc:docMk/>
          <pc:sldMk cId="3250260127" sldId="317"/>
        </pc:sldMkLst>
        <pc:spChg chg="add mod">
          <ac:chgData name="Abdalla Mukhaimer, Widad" userId="eed79641-8d75-4c66-a669-438ad56aff06" providerId="ADAL" clId="{0EEC1B31-6EA1-499B-8796-0A61D9DC3041}" dt="2024-11-22T07:48:06.135" v="240" actId="1076"/>
          <ac:spMkLst>
            <pc:docMk/>
            <pc:sldMk cId="3250260127" sldId="317"/>
            <ac:spMk id="4" creationId="{83395AE6-2FED-9093-995D-DB60966C8AD4}"/>
          </ac:spMkLst>
        </pc:spChg>
        <pc:picChg chg="add del mod">
          <ac:chgData name="Abdalla Mukhaimer, Widad" userId="eed79641-8d75-4c66-a669-438ad56aff06" providerId="ADAL" clId="{0EEC1B31-6EA1-499B-8796-0A61D9DC3041}" dt="2024-11-22T07:39:08.952" v="95" actId="478"/>
          <ac:picMkLst>
            <pc:docMk/>
            <pc:sldMk cId="3250260127" sldId="317"/>
            <ac:picMk id="2" creationId="{C0D17E0F-0805-B3C0-B03C-3B7CAF5DBFA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8:50.947" v="256" actId="1076"/>
        <pc:sldMkLst>
          <pc:docMk/>
          <pc:sldMk cId="1921509192" sldId="318"/>
        </pc:sldMkLst>
        <pc:spChg chg="add mod">
          <ac:chgData name="Abdalla Mukhaimer, Widad" userId="eed79641-8d75-4c66-a669-438ad56aff06" providerId="ADAL" clId="{0EEC1B31-6EA1-499B-8796-0A61D9DC3041}" dt="2024-11-22T07:48:45.490" v="252" actId="14100"/>
          <ac:spMkLst>
            <pc:docMk/>
            <pc:sldMk cId="1921509192" sldId="318"/>
            <ac:spMk id="4" creationId="{37B085ED-935A-BCCE-2655-3B5839BA1936}"/>
          </ac:spMkLst>
        </pc:spChg>
        <pc:picChg chg="add mod">
          <ac:chgData name="Abdalla Mukhaimer, Widad" userId="eed79641-8d75-4c66-a669-438ad56aff06" providerId="ADAL" clId="{0EEC1B31-6EA1-499B-8796-0A61D9DC3041}" dt="2024-11-22T07:48:50.947" v="256" actId="1076"/>
          <ac:picMkLst>
            <pc:docMk/>
            <pc:sldMk cId="1921509192" sldId="318"/>
            <ac:picMk id="2" creationId="{0525CE6B-C03D-47AA-626F-A0022C596BE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17.832" v="269" actId="1076"/>
        <pc:sldMkLst>
          <pc:docMk/>
          <pc:sldMk cId="2088231010" sldId="319"/>
        </pc:sldMkLst>
        <pc:spChg chg="add mod">
          <ac:chgData name="Abdalla Mukhaimer, Widad" userId="eed79641-8d75-4c66-a669-438ad56aff06" providerId="ADAL" clId="{0EEC1B31-6EA1-499B-8796-0A61D9DC3041}" dt="2024-11-22T07:49:03.774" v="260" actId="14100"/>
          <ac:spMkLst>
            <pc:docMk/>
            <pc:sldMk cId="2088231010" sldId="319"/>
            <ac:spMk id="4" creationId="{7E37A1C6-63A4-7AE5-0FED-2293B6FD29EA}"/>
          </ac:spMkLst>
        </pc:spChg>
        <pc:picChg chg="add mod">
          <ac:chgData name="Abdalla Mukhaimer, Widad" userId="eed79641-8d75-4c66-a669-438ad56aff06" providerId="ADAL" clId="{0EEC1B31-6EA1-499B-8796-0A61D9DC3041}" dt="2024-11-22T07:49:17.832" v="269" actId="1076"/>
          <ac:picMkLst>
            <pc:docMk/>
            <pc:sldMk cId="2088231010" sldId="319"/>
            <ac:picMk id="2" creationId="{054DA042-2C67-51A5-DA24-FDF028EE9445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34.414" v="276" actId="1076"/>
        <pc:sldMkLst>
          <pc:docMk/>
          <pc:sldMk cId="624010047" sldId="320"/>
        </pc:sldMkLst>
        <pc:spChg chg="add mod">
          <ac:chgData name="Abdalla Mukhaimer, Widad" userId="eed79641-8d75-4c66-a669-438ad56aff06" providerId="ADAL" clId="{0EEC1B31-6EA1-499B-8796-0A61D9DC3041}" dt="2024-11-22T07:49:34.414" v="276" actId="1076"/>
          <ac:spMkLst>
            <pc:docMk/>
            <pc:sldMk cId="624010047" sldId="320"/>
            <ac:spMk id="4" creationId="{F11DEFB7-DD58-02C5-9309-2F9102619E51}"/>
          </ac:spMkLst>
        </pc:spChg>
        <pc:picChg chg="add mod">
          <ac:chgData name="Abdalla Mukhaimer, Widad" userId="eed79641-8d75-4c66-a669-438ad56aff06" providerId="ADAL" clId="{0EEC1B31-6EA1-499B-8796-0A61D9DC3041}" dt="2024-11-22T07:49:27.854" v="274" actId="1076"/>
          <ac:picMkLst>
            <pc:docMk/>
            <pc:sldMk cId="624010047" sldId="320"/>
            <ac:picMk id="2" creationId="{0F79D849-C1AC-A2CD-DEDA-4DCF40F6CD0B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50:34.743" v="293" actId="1076"/>
        <pc:sldMkLst>
          <pc:docMk/>
          <pc:sldMk cId="3857908509" sldId="321"/>
        </pc:sldMkLst>
        <pc:spChg chg="add mod ord">
          <ac:chgData name="Abdalla Mukhaimer, Widad" userId="eed79641-8d75-4c66-a669-438ad56aff06" providerId="ADAL" clId="{0EEC1B31-6EA1-499B-8796-0A61D9DC3041}" dt="2024-11-22T07:50:34.743" v="293" actId="1076"/>
          <ac:spMkLst>
            <pc:docMk/>
            <pc:sldMk cId="3857908509" sldId="321"/>
            <ac:spMk id="4" creationId="{C680A148-1B0C-1BF0-CCF7-E1438CFC8A36}"/>
          </ac:spMkLst>
        </pc:spChg>
        <pc:picChg chg="add del mod">
          <ac:chgData name="Abdalla Mukhaimer, Widad" userId="eed79641-8d75-4c66-a669-438ad56aff06" providerId="ADAL" clId="{0EEC1B31-6EA1-499B-8796-0A61D9DC3041}" dt="2024-11-22T07:50:27.163" v="290" actId="478"/>
          <ac:picMkLst>
            <pc:docMk/>
            <pc:sldMk cId="3857908509" sldId="321"/>
            <ac:picMk id="2" creationId="{27A7DFDB-5D03-A698-BFFB-DFB969B3A2B1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51:13.481" v="303" actId="255"/>
        <pc:sldMkLst>
          <pc:docMk/>
          <pc:sldMk cId="570646333" sldId="322"/>
        </pc:sldMkLst>
        <pc:spChg chg="add mod">
          <ac:chgData name="Abdalla Mukhaimer, Widad" userId="eed79641-8d75-4c66-a669-438ad56aff06" providerId="ADAL" clId="{0EEC1B31-6EA1-499B-8796-0A61D9DC3041}" dt="2024-11-22T07:51:13.481" v="303" actId="255"/>
          <ac:spMkLst>
            <pc:docMk/>
            <pc:sldMk cId="570646333" sldId="322"/>
            <ac:spMk id="3" creationId="{0789A991-1752-F425-D8E5-ACB3E6AF9579}"/>
          </ac:spMkLst>
        </pc:spChg>
      </pc:sldChg>
      <pc:sldChg chg="modSp add mod">
        <pc:chgData name="Abdalla Mukhaimer, Widad" userId="eed79641-8d75-4c66-a669-438ad56aff06" providerId="ADAL" clId="{0EEC1B31-6EA1-499B-8796-0A61D9DC3041}" dt="2024-11-22T07:42:44.745" v="157" actId="1076"/>
        <pc:sldMkLst>
          <pc:docMk/>
          <pc:sldMk cId="1947668842" sldId="323"/>
        </pc:sldMkLst>
        <pc:spChg chg="mod">
          <ac:chgData name="Abdalla Mukhaimer, Widad" userId="eed79641-8d75-4c66-a669-438ad56aff06" providerId="ADAL" clId="{0EEC1B31-6EA1-499B-8796-0A61D9DC3041}" dt="2024-11-22T07:42:32.791" v="152" actId="255"/>
          <ac:spMkLst>
            <pc:docMk/>
            <pc:sldMk cId="1947668842" sldId="323"/>
            <ac:spMk id="4" creationId="{9D86E9C8-7846-C6E7-5661-2F6E11408CCA}"/>
          </ac:spMkLst>
        </pc:spChg>
        <pc:picChg chg="mod">
          <ac:chgData name="Abdalla Mukhaimer, Widad" userId="eed79641-8d75-4c66-a669-438ad56aff06" providerId="ADAL" clId="{0EEC1B31-6EA1-499B-8796-0A61D9DC3041}" dt="2024-11-22T07:42:44.745" v="157" actId="1076"/>
          <ac:picMkLst>
            <pc:docMk/>
            <pc:sldMk cId="1947668842" sldId="323"/>
            <ac:picMk id="2" creationId="{42AFE5BB-A11C-3859-2834-EBFFDF6B8102}"/>
          </ac:picMkLst>
        </pc:picChg>
      </pc:sldChg>
      <pc:sldChg chg="modSp add mod">
        <pc:chgData name="Abdalla Mukhaimer, Widad" userId="eed79641-8d75-4c66-a669-438ad56aff06" providerId="ADAL" clId="{0EEC1B31-6EA1-499B-8796-0A61D9DC3041}" dt="2024-11-22T07:48:27.723" v="248" actId="1076"/>
        <pc:sldMkLst>
          <pc:docMk/>
          <pc:sldMk cId="1086270051" sldId="324"/>
        </pc:sldMkLst>
        <pc:spChg chg="mod">
          <ac:chgData name="Abdalla Mukhaimer, Widad" userId="eed79641-8d75-4c66-a669-438ad56aff06" providerId="ADAL" clId="{0EEC1B31-6EA1-499B-8796-0A61D9DC3041}" dt="2024-11-22T07:48:22.765" v="244" actId="14100"/>
          <ac:spMkLst>
            <pc:docMk/>
            <pc:sldMk cId="1086270051" sldId="324"/>
            <ac:spMk id="4" creationId="{83395AE6-2FED-9093-995D-DB60966C8AD4}"/>
          </ac:spMkLst>
        </pc:spChg>
        <pc:picChg chg="mod">
          <ac:chgData name="Abdalla Mukhaimer, Widad" userId="eed79641-8d75-4c66-a669-438ad56aff06" providerId="ADAL" clId="{0EEC1B31-6EA1-499B-8796-0A61D9DC3041}" dt="2024-11-22T07:48:27.723" v="248" actId="1076"/>
          <ac:picMkLst>
            <pc:docMk/>
            <pc:sldMk cId="1086270051" sldId="324"/>
            <ac:picMk id="2" creationId="{C0D17E0F-0805-B3C0-B03C-3B7CAF5DBFA2}"/>
          </ac:picMkLst>
        </pc:picChg>
      </pc:sldChg>
      <pc:sldChg chg="add">
        <pc:chgData name="Abdalla Mukhaimer, Widad" userId="eed79641-8d75-4c66-a669-438ad56aff06" providerId="ADAL" clId="{0EEC1B31-6EA1-499B-8796-0A61D9DC3041}" dt="2024-11-22T07:40:13.948" v="107"/>
        <pc:sldMkLst>
          <pc:docMk/>
          <pc:sldMk cId="2195951705" sldId="325"/>
        </pc:sldMkLst>
      </pc:sldChg>
      <pc:sldChg chg="add del">
        <pc:chgData name="Abdalla Mukhaimer, Widad" userId="eed79641-8d75-4c66-a669-438ad56aff06" providerId="ADAL" clId="{0EEC1B31-6EA1-499B-8796-0A61D9DC3041}" dt="2024-11-22T07:51:22.725" v="304" actId="47"/>
        <pc:sldMkLst>
          <pc:docMk/>
          <pc:sldMk cId="1388013446" sldId="326"/>
        </pc:sldMkLst>
      </pc:sldChg>
      <pc:sldChg chg="addSp delSp modSp add mod">
        <pc:chgData name="Abdalla Mukhaimer, Widad" userId="eed79641-8d75-4c66-a669-438ad56aff06" providerId="ADAL" clId="{0EEC1B31-6EA1-499B-8796-0A61D9DC3041}" dt="2024-11-22T07:47:19.071" v="229"/>
        <pc:sldMkLst>
          <pc:docMk/>
          <pc:sldMk cId="1005967621" sldId="327"/>
        </pc:sldMkLst>
        <pc:spChg chg="mod">
          <ac:chgData name="Abdalla Mukhaimer, Widad" userId="eed79641-8d75-4c66-a669-438ad56aff06" providerId="ADAL" clId="{0EEC1B31-6EA1-499B-8796-0A61D9DC3041}" dt="2024-11-22T07:47:06.770" v="224" actId="1076"/>
          <ac:spMkLst>
            <pc:docMk/>
            <pc:sldMk cId="1005967621" sldId="327"/>
            <ac:spMk id="4" creationId="{352EA93B-242B-3959-ABD6-243CE0B85425}"/>
          </ac:spMkLst>
        </pc:spChg>
        <pc:picChg chg="del mod">
          <ac:chgData name="Abdalla Mukhaimer, Widad" userId="eed79641-8d75-4c66-a669-438ad56aff06" providerId="ADAL" clId="{0EEC1B31-6EA1-499B-8796-0A61D9DC3041}" dt="2024-11-22T07:47:18.708" v="228" actId="478"/>
          <ac:picMkLst>
            <pc:docMk/>
            <pc:sldMk cId="1005967621" sldId="327"/>
            <ac:picMk id="2" creationId="{FB979F40-8049-534C-C5B5-41045DE992A8}"/>
          </ac:picMkLst>
        </pc:picChg>
        <pc:picChg chg="add mod">
          <ac:chgData name="Abdalla Mukhaimer, Widad" userId="eed79641-8d75-4c66-a669-438ad56aff06" providerId="ADAL" clId="{0EEC1B31-6EA1-499B-8796-0A61D9DC3041}" dt="2024-11-22T07:47:19.071" v="229"/>
          <ac:picMkLst>
            <pc:docMk/>
            <pc:sldMk cId="1005967621" sldId="327"/>
            <ac:picMk id="3" creationId="{5340431F-9561-6DB2-BBA7-244A199AD757}"/>
          </ac:picMkLst>
        </pc:picChg>
      </pc:sldChg>
      <pc:sldChg chg="delSp modSp add mod">
        <pc:chgData name="Abdalla Mukhaimer, Widad" userId="eed79641-8d75-4c66-a669-438ad56aff06" providerId="ADAL" clId="{0EEC1B31-6EA1-499B-8796-0A61D9DC3041}" dt="2024-11-22T07:50:17.161" v="288" actId="1076"/>
        <pc:sldMkLst>
          <pc:docMk/>
          <pc:sldMk cId="774171943" sldId="328"/>
        </pc:sldMkLst>
        <pc:spChg chg="del mod">
          <ac:chgData name="Abdalla Mukhaimer, Widad" userId="eed79641-8d75-4c66-a669-438ad56aff06" providerId="ADAL" clId="{0EEC1B31-6EA1-499B-8796-0A61D9DC3041}" dt="2024-11-22T07:50:11.676" v="284" actId="478"/>
          <ac:spMkLst>
            <pc:docMk/>
            <pc:sldMk cId="774171943" sldId="328"/>
            <ac:spMk id="4" creationId="{C680A148-1B0C-1BF0-CCF7-E1438CFC8A36}"/>
          </ac:spMkLst>
        </pc:spChg>
        <pc:picChg chg="mod">
          <ac:chgData name="Abdalla Mukhaimer, Widad" userId="eed79641-8d75-4c66-a669-438ad56aff06" providerId="ADAL" clId="{0EEC1B31-6EA1-499B-8796-0A61D9DC3041}" dt="2024-11-22T07:50:17.161" v="288" actId="1076"/>
          <ac:picMkLst>
            <pc:docMk/>
            <pc:sldMk cId="774171943" sldId="328"/>
            <ac:picMk id="2" creationId="{27A7DFDB-5D03-A698-BFFB-DFB969B3A2B1}"/>
          </ac:picMkLst>
        </pc:picChg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1BB8E9B1-EC43-443C-AC18-C5EF5303C6DE}"/>
    <pc:docChg chg="undo custSel addSld delSld modSld">
      <pc:chgData name="Abdalla Mukhaimer, Widad" userId="eed79641-8d75-4c66-a669-438ad56aff06" providerId="ADAL" clId="{1BB8E9B1-EC43-443C-AC18-C5EF5303C6DE}" dt="2024-11-18T12:16:21.633" v="167" actId="47"/>
      <pc:docMkLst>
        <pc:docMk/>
      </pc:docMkLst>
      <pc:sldChg chg="modSp mod">
        <pc:chgData name="Abdalla Mukhaimer, Widad" userId="eed79641-8d75-4c66-a669-438ad56aff06" providerId="ADAL" clId="{1BB8E9B1-EC43-443C-AC18-C5EF5303C6DE}" dt="2024-11-18T12:07:50.917" v="26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1BB8E9B1-EC43-443C-AC18-C5EF5303C6DE}" dt="2024-11-18T12:07:50.917" v="26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820640788" sldId="271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538123124" sldId="27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696604132" sldId="282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835784765" sldId="283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227682707" sldId="284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229502476" sldId="285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073410153" sldId="286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80435928" sldId="287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687132133" sldId="288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21863016" sldId="28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27603062" sldId="290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539226381" sldId="291"/>
        </pc:sldMkLst>
      </pc:sldChg>
      <pc:sldChg chg="addSp modSp mod">
        <pc:chgData name="Abdalla Mukhaimer, Widad" userId="eed79641-8d75-4c66-a669-438ad56aff06" providerId="ADAL" clId="{1BB8E9B1-EC43-443C-AC18-C5EF5303C6DE}" dt="2024-11-18T12:11:29.040" v="85" actId="1076"/>
        <pc:sldMkLst>
          <pc:docMk/>
          <pc:sldMk cId="3582378336" sldId="292"/>
        </pc:sldMkLst>
        <pc:spChg chg="add mod">
          <ac:chgData name="Abdalla Mukhaimer, Widad" userId="eed79641-8d75-4c66-a669-438ad56aff06" providerId="ADAL" clId="{1BB8E9B1-EC43-443C-AC18-C5EF5303C6DE}" dt="2024-11-18T12:11:29.040" v="85" actId="1076"/>
          <ac:spMkLst>
            <pc:docMk/>
            <pc:sldMk cId="3582378336" sldId="292"/>
            <ac:spMk id="3" creationId="{17940136-5DD0-ECFB-95EF-4DFC4E517129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1:47.639" v="95" actId="1076"/>
        <pc:sldMkLst>
          <pc:docMk/>
          <pc:sldMk cId="484782567" sldId="293"/>
        </pc:sldMkLst>
        <pc:picChg chg="add mod">
          <ac:chgData name="Abdalla Mukhaimer, Widad" userId="eed79641-8d75-4c66-a669-438ad56aff06" providerId="ADAL" clId="{1BB8E9B1-EC43-443C-AC18-C5EF5303C6DE}" dt="2024-11-18T12:11:42.232" v="93" actId="1076"/>
          <ac:picMkLst>
            <pc:docMk/>
            <pc:sldMk cId="484782567" sldId="293"/>
            <ac:picMk id="2" creationId="{13CEAEAB-677F-B22D-7D81-CD8D47A4A685}"/>
          </ac:picMkLst>
        </pc:picChg>
        <pc:picChg chg="add mod">
          <ac:chgData name="Abdalla Mukhaimer, Widad" userId="eed79641-8d75-4c66-a669-438ad56aff06" providerId="ADAL" clId="{1BB8E9B1-EC43-443C-AC18-C5EF5303C6DE}" dt="2024-11-18T12:11:47.639" v="95" actId="1076"/>
          <ac:picMkLst>
            <pc:docMk/>
            <pc:sldMk cId="484782567" sldId="293"/>
            <ac:picMk id="3" creationId="{B8D6FBD0-98D8-2E87-62FA-0994035FA024}"/>
          </ac:picMkLst>
        </pc:picChg>
        <pc:picChg chg="add mod">
          <ac:chgData name="Abdalla Mukhaimer, Widad" userId="eed79641-8d75-4c66-a669-438ad56aff06" providerId="ADAL" clId="{1BB8E9B1-EC43-443C-AC18-C5EF5303C6DE}" dt="2024-11-18T12:11:38.186" v="90" actId="1076"/>
          <ac:picMkLst>
            <pc:docMk/>
            <pc:sldMk cId="484782567" sldId="293"/>
            <ac:picMk id="4" creationId="{A2C7BC17-3FF9-460A-22F9-90AF77B2574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2:47.490" v="110" actId="1076"/>
        <pc:sldMkLst>
          <pc:docMk/>
          <pc:sldMk cId="2036121130" sldId="294"/>
        </pc:sldMkLst>
        <pc:spChg chg="add mod ord">
          <ac:chgData name="Abdalla Mukhaimer, Widad" userId="eed79641-8d75-4c66-a669-438ad56aff06" providerId="ADAL" clId="{1BB8E9B1-EC43-443C-AC18-C5EF5303C6DE}" dt="2024-11-18T12:12:41.345" v="109" actId="1076"/>
          <ac:spMkLst>
            <pc:docMk/>
            <pc:sldMk cId="2036121130" sldId="294"/>
            <ac:spMk id="4" creationId="{6A0F90B9-D2E2-ED1B-4F4D-53B5A0D47F95}"/>
          </ac:spMkLst>
        </pc:spChg>
        <pc:picChg chg="add mod ord">
          <ac:chgData name="Abdalla Mukhaimer, Widad" userId="eed79641-8d75-4c66-a669-438ad56aff06" providerId="ADAL" clId="{1BB8E9B1-EC43-443C-AC18-C5EF5303C6DE}" dt="2024-11-18T12:12:47.490" v="110" actId="1076"/>
          <ac:picMkLst>
            <pc:docMk/>
            <pc:sldMk cId="2036121130" sldId="294"/>
            <ac:picMk id="2" creationId="{88FC5889-D42C-9D5B-A0A6-3C7AB85B55B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14.207" v="117" actId="1076"/>
        <pc:sldMkLst>
          <pc:docMk/>
          <pc:sldMk cId="964176475" sldId="295"/>
        </pc:sldMkLst>
        <pc:spChg chg="add mod ord">
          <ac:chgData name="Abdalla Mukhaimer, Widad" userId="eed79641-8d75-4c66-a669-438ad56aff06" providerId="ADAL" clId="{1BB8E9B1-EC43-443C-AC18-C5EF5303C6DE}" dt="2024-11-18T12:13:09.186" v="114" actId="167"/>
          <ac:spMkLst>
            <pc:docMk/>
            <pc:sldMk cId="964176475" sldId="295"/>
            <ac:spMk id="4" creationId="{1B1FD16B-4E3F-AFFF-7660-96E8792A3C3B}"/>
          </ac:spMkLst>
        </pc:spChg>
        <pc:picChg chg="add mod">
          <ac:chgData name="Abdalla Mukhaimer, Widad" userId="eed79641-8d75-4c66-a669-438ad56aff06" providerId="ADAL" clId="{1BB8E9B1-EC43-443C-AC18-C5EF5303C6DE}" dt="2024-11-18T12:13:14.207" v="117" actId="1076"/>
          <ac:picMkLst>
            <pc:docMk/>
            <pc:sldMk cId="964176475" sldId="295"/>
            <ac:picMk id="2" creationId="{086E9754-9D6F-4298-A1C8-0668A329830C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39.721" v="124" actId="1076"/>
        <pc:sldMkLst>
          <pc:docMk/>
          <pc:sldMk cId="3837546798" sldId="296"/>
        </pc:sldMkLst>
        <pc:spChg chg="add mod ord">
          <ac:chgData name="Abdalla Mukhaimer, Widad" userId="eed79641-8d75-4c66-a669-438ad56aff06" providerId="ADAL" clId="{1BB8E9B1-EC43-443C-AC18-C5EF5303C6DE}" dt="2024-11-18T12:13:34.926" v="121" actId="167"/>
          <ac:spMkLst>
            <pc:docMk/>
            <pc:sldMk cId="3837546798" sldId="296"/>
            <ac:spMk id="4" creationId="{A228E6A1-0E11-7694-E35C-97BF77B1DFB7}"/>
          </ac:spMkLst>
        </pc:spChg>
        <pc:picChg chg="add mod">
          <ac:chgData name="Abdalla Mukhaimer, Widad" userId="eed79641-8d75-4c66-a669-438ad56aff06" providerId="ADAL" clId="{1BB8E9B1-EC43-443C-AC18-C5EF5303C6DE}" dt="2024-11-18T12:13:39.721" v="124" actId="1076"/>
          <ac:picMkLst>
            <pc:docMk/>
            <pc:sldMk cId="3837546798" sldId="296"/>
            <ac:picMk id="2" creationId="{9CD54E14-6DFF-37C1-A9D5-28F0B76D9FC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59.321" v="128" actId="255"/>
        <pc:sldMkLst>
          <pc:docMk/>
          <pc:sldMk cId="805035487" sldId="297"/>
        </pc:sldMkLst>
        <pc:spChg chg="add mod">
          <ac:chgData name="Abdalla Mukhaimer, Widad" userId="eed79641-8d75-4c66-a669-438ad56aff06" providerId="ADAL" clId="{1BB8E9B1-EC43-443C-AC18-C5EF5303C6DE}" dt="2024-11-18T12:13:59.321" v="128" actId="255"/>
          <ac:spMkLst>
            <pc:docMk/>
            <pc:sldMk cId="805035487" sldId="297"/>
            <ac:spMk id="3" creationId="{B914656F-1979-4026-4A61-4DE5113BAB8B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22.702" v="134" actId="1076"/>
        <pc:sldMkLst>
          <pc:docMk/>
          <pc:sldMk cId="667614113" sldId="298"/>
        </pc:sldMkLst>
        <pc:spChg chg="add mod">
          <ac:chgData name="Abdalla Mukhaimer, Widad" userId="eed79641-8d75-4c66-a669-438ad56aff06" providerId="ADAL" clId="{1BB8E9B1-EC43-443C-AC18-C5EF5303C6DE}" dt="2024-11-18T12:14:22.702" v="134" actId="1076"/>
          <ac:spMkLst>
            <pc:docMk/>
            <pc:sldMk cId="667614113" sldId="298"/>
            <ac:spMk id="3" creationId="{B9AEA28E-EC90-3EE5-C00C-4A6631FB98C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44.379" v="142" actId="1076"/>
        <pc:sldMkLst>
          <pc:docMk/>
          <pc:sldMk cId="1697096242" sldId="299"/>
        </pc:sldMkLst>
        <pc:picChg chg="add mod">
          <ac:chgData name="Abdalla Mukhaimer, Widad" userId="eed79641-8d75-4c66-a669-438ad56aff06" providerId="ADAL" clId="{1BB8E9B1-EC43-443C-AC18-C5EF5303C6DE}" dt="2024-11-18T12:14:44.379" v="142" actId="1076"/>
          <ac:picMkLst>
            <pc:docMk/>
            <pc:sldMk cId="1697096242" sldId="299"/>
            <ac:picMk id="2" creationId="{0B5A7954-F0C5-552B-EFF9-8E6199868679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4:56.767" v="147" actId="1076"/>
        <pc:sldMkLst>
          <pc:docMk/>
          <pc:sldMk cId="2812773127" sldId="300"/>
        </pc:sldMkLst>
        <pc:picChg chg="add mod">
          <ac:chgData name="Abdalla Mukhaimer, Widad" userId="eed79641-8d75-4c66-a669-438ad56aff06" providerId="ADAL" clId="{1BB8E9B1-EC43-443C-AC18-C5EF5303C6DE}" dt="2024-11-18T12:14:56.767" v="147" actId="1076"/>
          <ac:picMkLst>
            <pc:docMk/>
            <pc:sldMk cId="2812773127" sldId="300"/>
            <ac:picMk id="2" creationId="{17FAA8F8-6C04-0737-D338-D0967DCBE316}"/>
          </ac:picMkLst>
        </pc:picChg>
      </pc:sldChg>
      <pc:sldChg chg="addSp delSp modSp add mod">
        <pc:chgData name="Abdalla Mukhaimer, Widad" userId="eed79641-8d75-4c66-a669-438ad56aff06" providerId="ADAL" clId="{1BB8E9B1-EC43-443C-AC18-C5EF5303C6DE}" dt="2024-11-18T12:15:40.950" v="157" actId="120"/>
        <pc:sldMkLst>
          <pc:docMk/>
          <pc:sldMk cId="4075854152" sldId="301"/>
        </pc:sldMkLst>
        <pc:spChg chg="add mod">
          <ac:chgData name="Abdalla Mukhaimer, Widad" userId="eed79641-8d75-4c66-a669-438ad56aff06" providerId="ADAL" clId="{1BB8E9B1-EC43-443C-AC18-C5EF5303C6DE}" dt="2024-11-18T12:15:21.911" v="153" actId="1076"/>
          <ac:spMkLst>
            <pc:docMk/>
            <pc:sldMk cId="4075854152" sldId="301"/>
            <ac:spMk id="3" creationId="{4D4E9021-6421-92F1-0A99-83FEABC734D3}"/>
          </ac:spMkLst>
        </pc:spChg>
        <pc:spChg chg="add del">
          <ac:chgData name="Abdalla Mukhaimer, Widad" userId="eed79641-8d75-4c66-a669-438ad56aff06" providerId="ADAL" clId="{1BB8E9B1-EC43-443C-AC18-C5EF5303C6DE}" dt="2024-11-18T12:10:03.004" v="70" actId="22"/>
          <ac:spMkLst>
            <pc:docMk/>
            <pc:sldMk cId="4075854152" sldId="301"/>
            <ac:spMk id="5" creationId="{08C233DD-D185-33D3-94F9-A21E5C015CBB}"/>
          </ac:spMkLst>
        </pc:spChg>
        <pc:spChg chg="add mod">
          <ac:chgData name="Abdalla Mukhaimer, Widad" userId="eed79641-8d75-4c66-a669-438ad56aff06" providerId="ADAL" clId="{1BB8E9B1-EC43-443C-AC18-C5EF5303C6DE}" dt="2024-11-18T12:15:40.950" v="157" actId="120"/>
          <ac:spMkLst>
            <pc:docMk/>
            <pc:sldMk cId="4075854152" sldId="301"/>
            <ac:spMk id="7" creationId="{4282CF9C-40AD-58E8-FB44-6E821682D6B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6:02.793" v="163" actId="1076"/>
        <pc:sldMkLst>
          <pc:docMk/>
          <pc:sldMk cId="548971976" sldId="302"/>
        </pc:sldMkLst>
        <pc:spChg chg="add mod">
          <ac:chgData name="Abdalla Mukhaimer, Widad" userId="eed79641-8d75-4c66-a669-438ad56aff06" providerId="ADAL" clId="{1BB8E9B1-EC43-443C-AC18-C5EF5303C6DE}" dt="2024-11-18T12:15:59.573" v="161" actId="1076"/>
          <ac:spMkLst>
            <pc:docMk/>
            <pc:sldMk cId="548971976" sldId="302"/>
            <ac:spMk id="4" creationId="{BF87D4B9-148A-2674-33CC-92AD6A4B0952}"/>
          </ac:spMkLst>
        </pc:spChg>
        <pc:picChg chg="add mod">
          <ac:chgData name="Abdalla Mukhaimer, Widad" userId="eed79641-8d75-4c66-a669-438ad56aff06" providerId="ADAL" clId="{1BB8E9B1-EC43-443C-AC18-C5EF5303C6DE}" dt="2024-11-18T12:16:02.793" v="163" actId="1076"/>
          <ac:picMkLst>
            <pc:docMk/>
            <pc:sldMk cId="548971976" sldId="302"/>
            <ac:picMk id="2" creationId="{7AFC565A-F8DD-E31A-7625-E35D686E80E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6:17.056" v="166" actId="1076"/>
        <pc:sldMkLst>
          <pc:docMk/>
          <pc:sldMk cId="593044576" sldId="303"/>
        </pc:sldMkLst>
        <pc:spChg chg="add mod">
          <ac:chgData name="Abdalla Mukhaimer, Widad" userId="eed79641-8d75-4c66-a669-438ad56aff06" providerId="ADAL" clId="{1BB8E9B1-EC43-443C-AC18-C5EF5303C6DE}" dt="2024-11-18T12:16:17.056" v="166" actId="1076"/>
          <ac:spMkLst>
            <pc:docMk/>
            <pc:sldMk cId="593044576" sldId="303"/>
            <ac:spMk id="3" creationId="{2FF4F911-E335-DFF6-ACF2-990B91C2535E}"/>
          </ac:spMkLst>
        </pc:spChg>
      </pc:sldChg>
      <pc:sldChg chg="add">
        <pc:chgData name="Abdalla Mukhaimer, Widad" userId="eed79641-8d75-4c66-a669-438ad56aff06" providerId="ADAL" clId="{1BB8E9B1-EC43-443C-AC18-C5EF5303C6DE}" dt="2024-11-18T12:07:59.184" v="39"/>
        <pc:sldMkLst>
          <pc:docMk/>
          <pc:sldMk cId="1829655451" sldId="304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4141774057" sldId="305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239312124" sldId="306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057567020" sldId="307"/>
        </pc:sldMkLst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521909"/>
            <a:ext cx="10578518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Data Visualization</a:t>
            </a:r>
          </a:p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A0CA2A-0CA6-DFFC-8FF6-FE3BCC875149}"/>
              </a:ext>
            </a:extLst>
          </p:cNvPr>
          <p:cNvSpPr txBox="1"/>
          <p:nvPr/>
        </p:nvSpPr>
        <p:spPr>
          <a:xfrm>
            <a:off x="426719" y="322358"/>
            <a:ext cx="10528663" cy="511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 Code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x = ~name_of_variable1,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y = ~name_of_variable2,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color = ~name_variable3,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symbol = ~name_variable3,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	type = "", mode = "",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	colors =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pallete_vector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65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BDD5C-3B0C-237D-B996-822B507A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18" y="418633"/>
            <a:ext cx="9072163" cy="62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3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5B5D95-5D4D-4032-FCEC-1089A2CC9FD1}"/>
              </a:ext>
            </a:extLst>
          </p:cNvPr>
          <p:cNvSpPr txBox="1"/>
          <p:nvPr/>
        </p:nvSpPr>
        <p:spPr>
          <a:xfrm>
            <a:off x="2835748" y="798020"/>
            <a:ext cx="6097554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Dataset: Iris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5464B-BB65-5EE0-7737-08DE62E5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46" y="1802084"/>
            <a:ext cx="7345097" cy="425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6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6E9C8-7846-C6E7-5661-2F6E11408CCA}"/>
              </a:ext>
            </a:extLst>
          </p:cNvPr>
          <p:cNvSpPr txBox="1"/>
          <p:nvPr/>
        </p:nvSpPr>
        <p:spPr>
          <a:xfrm>
            <a:off x="3048000" y="2579857"/>
            <a:ext cx="6096000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Scatter Plots with </a:t>
            </a: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49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AFE5BB-A11C-3859-2834-EBFFDF6B81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502" y="2858316"/>
            <a:ext cx="5257892" cy="3528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86E9C8-7846-C6E7-5661-2F6E11408CCA}"/>
              </a:ext>
            </a:extLst>
          </p:cNvPr>
          <p:cNvSpPr txBox="1"/>
          <p:nvPr/>
        </p:nvSpPr>
        <p:spPr>
          <a:xfrm>
            <a:off x="487680" y="563016"/>
            <a:ext cx="10789920" cy="2463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Scatter Plot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6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9EB081-625D-8B44-3BEE-FA24068CD0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9" y="3668904"/>
            <a:ext cx="4332515" cy="2929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9DDCE0-3F32-E7BF-0D1D-2CFB5A515624}"/>
              </a:ext>
            </a:extLst>
          </p:cNvPr>
          <p:cNvSpPr txBox="1"/>
          <p:nvPr/>
        </p:nvSpPr>
        <p:spPr>
          <a:xfrm>
            <a:off x="378822" y="194702"/>
            <a:ext cx="11726091" cy="402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Stylish Dots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fig2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marker = list(size = 10,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color = "red",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line = list(color = "blue",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width = 2)))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fig2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59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2E4512-31AE-D8D6-1625-F58D04F7D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36" y="2914490"/>
            <a:ext cx="5527311" cy="35424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6EB3B-A4C8-D1AB-1FD4-33C2CA038EA6}"/>
              </a:ext>
            </a:extLst>
          </p:cNvPr>
          <p:cNvSpPr txBox="1"/>
          <p:nvPr/>
        </p:nvSpPr>
        <p:spPr>
          <a:xfrm>
            <a:off x="409301" y="348467"/>
            <a:ext cx="10946675" cy="256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 Variables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fig3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color = ~Species,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fig3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9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955B74-B074-F837-85B7-B771F3A06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407" y="3301433"/>
            <a:ext cx="5230450" cy="33649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ABC08E-9F7C-232C-4DFE-14FB4FEB45AE}"/>
              </a:ext>
            </a:extLst>
          </p:cNvPr>
          <p:cNvSpPr txBox="1"/>
          <p:nvPr/>
        </p:nvSpPr>
        <p:spPr>
          <a:xfrm>
            <a:off x="748937" y="498135"/>
            <a:ext cx="11033760" cy="299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Manually Change the Colors for the Third Variable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fig4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color = ~Species,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colors = c("red", "blue", "green"))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fig4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01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D169F0-1E15-D548-311E-89C823D85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52" y="2935806"/>
            <a:ext cx="5551896" cy="3694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B7C3F1-2AED-31F3-B471-8158734BC1F3}"/>
              </a:ext>
            </a:extLst>
          </p:cNvPr>
          <p:cNvSpPr txBox="1"/>
          <p:nvPr/>
        </p:nvSpPr>
        <p:spPr>
          <a:xfrm>
            <a:off x="418011" y="452969"/>
            <a:ext cx="10850880" cy="256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fig5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symbol = ~Species,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'scatter', mode = 'markers')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fig5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11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3C577A-9350-7CA7-B7B7-F70FDBFB52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294" y="3489871"/>
            <a:ext cx="5022035" cy="3275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21071-920F-D902-4DE6-D685BFD496DB}"/>
              </a:ext>
            </a:extLst>
          </p:cNvPr>
          <p:cNvSpPr txBox="1"/>
          <p:nvPr/>
        </p:nvSpPr>
        <p:spPr>
          <a:xfrm>
            <a:off x="539930" y="350908"/>
            <a:ext cx="10554789" cy="342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Changing the colors of the symbols.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fig6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iris, x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Sepal.Length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~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Petal.Length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symbol = ~Species,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color = ~Species,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'scatter', mode = 'markers',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colors = c("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hotpink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"cyan", "black"))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fig6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65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338EC-099F-82B0-5A8D-1FE7C83DE61F}"/>
              </a:ext>
            </a:extLst>
          </p:cNvPr>
          <p:cNvSpPr txBox="1"/>
          <p:nvPr/>
        </p:nvSpPr>
        <p:spPr>
          <a:xfrm>
            <a:off x="2789917" y="1006036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Dataset: dummy_data_1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9DC0A-7AA0-07FD-FDB4-5D72D22D5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917" y="1995760"/>
            <a:ext cx="6096000" cy="439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76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E19A22-AE53-9ABE-C3DB-96D014F87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325" y="2351315"/>
            <a:ext cx="6392621" cy="42538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2BB4D2-A165-A5CC-E281-0EBC996BB6C2}"/>
              </a:ext>
            </a:extLst>
          </p:cNvPr>
          <p:cNvSpPr txBox="1"/>
          <p:nvPr/>
        </p:nvSpPr>
        <p:spPr>
          <a:xfrm>
            <a:off x="522513" y="392129"/>
            <a:ext cx="11164389" cy="2134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Layout (titles, background...</a:t>
            </a:r>
            <a:r>
              <a:rPr lang="en-US" sz="2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without layout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~col_2, y = ~col_3,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type = "scatter", mode = "markers")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30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2EA93B-242B-3959-ABD6-243CE0B85425}"/>
              </a:ext>
            </a:extLst>
          </p:cNvPr>
          <p:cNvSpPr txBox="1"/>
          <p:nvPr/>
        </p:nvSpPr>
        <p:spPr>
          <a:xfrm>
            <a:off x="531223" y="498305"/>
            <a:ext cx="11504023" cy="558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with layout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fig8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~col_2, y = ~col_3,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layout(title = "This is the Title of the Plot",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legend = list(title=list(text="Legend Title")),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plot_bgcolor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="yellow",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title = "This is my x axis",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zerolinecolor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"blue",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zerolinewidth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gridcolor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"red"),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979F40-8049-534C-C5B5-41045DE992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86" y="3293012"/>
            <a:ext cx="4517239" cy="306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2EA93B-242B-3959-ABD6-243CE0B85425}"/>
              </a:ext>
            </a:extLst>
          </p:cNvPr>
          <p:cNvSpPr txBox="1"/>
          <p:nvPr/>
        </p:nvSpPr>
        <p:spPr>
          <a:xfrm>
            <a:off x="548641" y="367087"/>
            <a:ext cx="11504023" cy="299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title = "This is my y axis",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zerolinecolor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"pink",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zerolinewidth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gridcolor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"black"))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fig8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0431F-9561-6DB2-BBA7-244A199AD7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86" y="3293012"/>
            <a:ext cx="4517239" cy="306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67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6F0EED-471B-CC57-1349-F11046DA2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626" y="3601616"/>
            <a:ext cx="4468870" cy="3037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9C31F-310F-EBE1-A6C6-1424C9049E73}"/>
              </a:ext>
            </a:extLst>
          </p:cNvPr>
          <p:cNvSpPr txBox="1"/>
          <p:nvPr/>
        </p:nvSpPr>
        <p:spPr>
          <a:xfrm>
            <a:off x="454089" y="290908"/>
            <a:ext cx="10108163" cy="429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with layout (</a:t>
            </a:r>
            <a:r>
              <a:rPr lang="en-US" sz="2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zeroline</a:t>
            </a: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fig9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~col_2, y = ~col_3,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"markers")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layout(title = "This is the Title of the Plot",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title = "This is my x axis",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zeroline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FALSE),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title = "This is my y axis"))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fig9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5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95AE6-2FED-9093-995D-DB60966C8AD4}"/>
              </a:ext>
            </a:extLst>
          </p:cNvPr>
          <p:cNvSpPr txBox="1"/>
          <p:nvPr/>
        </p:nvSpPr>
        <p:spPr>
          <a:xfrm>
            <a:off x="3182983" y="2787744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 Plots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260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D17E0F-0805-B3C0-B03C-3B7CAF5DBF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69" y="2421189"/>
            <a:ext cx="6102421" cy="4142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395AE6-2FED-9093-995D-DB60966C8AD4}"/>
              </a:ext>
            </a:extLst>
          </p:cNvPr>
          <p:cNvSpPr txBox="1"/>
          <p:nvPr/>
        </p:nvSpPr>
        <p:spPr>
          <a:xfrm>
            <a:off x="454088" y="541245"/>
            <a:ext cx="10546703" cy="2134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Line Plot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fig10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~x, y = ~col_1,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"lines")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fig10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70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25CE6B-C03D-47AA-626F-A0022C596B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849" y="2670667"/>
            <a:ext cx="5523489" cy="37037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085ED-935A-BCCE-2655-3B5839BA1936}"/>
              </a:ext>
            </a:extLst>
          </p:cNvPr>
          <p:cNvSpPr txBox="1"/>
          <p:nvPr/>
        </p:nvSpPr>
        <p:spPr>
          <a:xfrm>
            <a:off x="510073" y="483569"/>
            <a:ext cx="10630677" cy="2134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 Plot with Markers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fig11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~x, y = ~col_1,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lines+markers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fig11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09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4DA042-2C67-51A5-DA24-FDF028EE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966" y="3004458"/>
            <a:ext cx="3884217" cy="38535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37A1C6-63A4-7AE5-0FED-2293B6FD29EA}"/>
              </a:ext>
            </a:extLst>
          </p:cNvPr>
          <p:cNvSpPr txBox="1"/>
          <p:nvPr/>
        </p:nvSpPr>
        <p:spPr>
          <a:xfrm>
            <a:off x="491412" y="294199"/>
            <a:ext cx="10108164" cy="429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Multiple Plots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fig12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dummy_data_1, x = ~x, y = ~col_1,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 "First Plot",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type = "scatter", mode = "lines")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~col_2, name = "Second Plot",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type = "scatter", mode = "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lines+markers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~col_4, name = "Third Plot",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type = "scatter", mode = "markers")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fig12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31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79D849-C1AC-A2CD-DEDA-4DCF40F6C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7" y="1545576"/>
            <a:ext cx="5654351" cy="4957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1DEFB7-DD58-02C5-9309-2F9102619E51}"/>
              </a:ext>
            </a:extLst>
          </p:cNvPr>
          <p:cNvSpPr txBox="1"/>
          <p:nvPr/>
        </p:nvSpPr>
        <p:spPr>
          <a:xfrm>
            <a:off x="3164322" y="555679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Dataset: dummy_data_2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10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80A148-1B0C-1BF0-CCF7-E1438CFC8A36}"/>
              </a:ext>
            </a:extLst>
          </p:cNvPr>
          <p:cNvSpPr txBox="1"/>
          <p:nvPr/>
        </p:nvSpPr>
        <p:spPr>
          <a:xfrm>
            <a:off x="242597" y="335902"/>
            <a:ext cx="11094096" cy="6782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Style- Multiple Line Plot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fig13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(dummy_data_2, x = ~month, y = ~year_2010, name = "Year 2010",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"scatter", mode = "lines",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line = list(color = "red", width = 4))%&gt;%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~year_2014, name = "Year 2014",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type = "scatter", mode = "lines",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line = list(color = "blue", width = 4, dash = "dot"))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~year_2007, name = "Year 2007",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type = "scatter", mode = "lines",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line = list(color = "green", width = 4, dash = "dash"))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layout(title = "Average High and Low Temperatures in New York",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list(title = "Months"),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 (title = "Temperature (degrees F)"))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908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7DFDB-5D03-A698-BFFB-DFB969B3A2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62" y="710577"/>
            <a:ext cx="8283193" cy="54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71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9A991-1752-F425-D8E5-ACB3E6AF9579}"/>
              </a:ext>
            </a:extLst>
          </p:cNvPr>
          <p:cNvSpPr txBox="1"/>
          <p:nvPr/>
        </p:nvSpPr>
        <p:spPr>
          <a:xfrm>
            <a:off x="418322" y="158544"/>
            <a:ext cx="11355355" cy="671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ggplot2 with </a:t>
            </a: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 can enhance static ggplot2 plots with interactivity by using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ggplotly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(). The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ggplotly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function is used to convert the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plot to a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interactive plot.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fig14 &lt;- dummy_data_1 %&gt;%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col_1, y = col_2))+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fig14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(fig14)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See this plot on R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64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95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1189</Words>
  <Application>Microsoft Office PowerPoint</Application>
  <PresentationFormat>Widescreen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2024-11-22T07:51:23Z</dcterms:modified>
</cp:coreProperties>
</file>