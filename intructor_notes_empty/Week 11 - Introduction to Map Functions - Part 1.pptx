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853F5988-49A0-4DC8-9DD8-E1AE8EA64722}"/>
    <pc:docChg chg="modSld">
      <pc:chgData name="Abdalla Mukhaimer, Widad" userId="eed79641-8d75-4c66-a669-438ad56aff06" providerId="ADAL" clId="{853F5988-49A0-4DC8-9DD8-E1AE8EA64722}" dt="2025-03-24T16:03:07.503" v="1" actId="1076"/>
      <pc:docMkLst>
        <pc:docMk/>
      </pc:docMkLst>
      <pc:sldChg chg="modSp mod">
        <pc:chgData name="Abdalla Mukhaimer, Widad" userId="eed79641-8d75-4c66-a669-438ad56aff06" providerId="ADAL" clId="{853F5988-49A0-4DC8-9DD8-E1AE8EA64722}" dt="2025-03-24T16:03:07.503" v="1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853F5988-49A0-4DC8-9DD8-E1AE8EA64722}" dt="2025-03-24T16:03:07.503" v="1" actId="1076"/>
          <ac:spMkLst>
            <pc:docMk/>
            <pc:sldMk cId="638861158" sldId="256"/>
            <ac:spMk id="4" creationId="{ADC29C1E-686B-659F-2361-5E99D37B8237}"/>
          </ac:spMkLst>
        </pc:spChg>
      </pc:sldChg>
    </pc:docChg>
  </pc:docChgLst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954FE35C-B48A-46C1-9B54-C54CE69797C5}"/>
    <pc:docChg chg="addSld delSld modSld">
      <pc:chgData name="Abdalla Mukhaimer, Widad" userId="eed79641-8d75-4c66-a669-438ad56aff06" providerId="ADAL" clId="{954FE35C-B48A-46C1-9B54-C54CE69797C5}" dt="2024-11-04T05:38:43.174" v="154" actId="1076"/>
      <pc:docMkLst>
        <pc:docMk/>
      </pc:docMkLst>
      <pc:sldChg chg="modSp mod">
        <pc:chgData name="Abdalla Mukhaimer, Widad" userId="eed79641-8d75-4c66-a669-438ad56aff06" providerId="ADAL" clId="{954FE35C-B48A-46C1-9B54-C54CE69797C5}" dt="2024-11-04T05:31:29.193" v="42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954FE35C-B48A-46C1-9B54-C54CE69797C5}" dt="2024-11-04T05:31:29.193" v="42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1894374" sldId="25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75865247" sldId="25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62651993" sldId="25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61709715" sldId="26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39263762" sldId="26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27201817" sldId="26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95882795" sldId="26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163957814" sldId="26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216060990" sldId="26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750031031" sldId="26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830348739" sldId="26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81969903" sldId="26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91207392" sldId="26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066293992" sldId="27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177564369" sldId="27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66007693" sldId="27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892102319" sldId="27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228211738" sldId="27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012608046" sldId="27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06756006" sldId="27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488140321" sldId="27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360075112" sldId="27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00386733" sldId="279"/>
        </pc:sldMkLst>
      </pc:sldChg>
      <pc:sldChg chg="addSp modSp mod">
        <pc:chgData name="Abdalla Mukhaimer, Widad" userId="eed79641-8d75-4c66-a669-438ad56aff06" providerId="ADAL" clId="{954FE35C-B48A-46C1-9B54-C54CE69797C5}" dt="2024-11-04T05:34:23.706" v="85" actId="1076"/>
        <pc:sldMkLst>
          <pc:docMk/>
          <pc:sldMk cId="295643100" sldId="280"/>
        </pc:sldMkLst>
        <pc:spChg chg="add mod">
          <ac:chgData name="Abdalla Mukhaimer, Widad" userId="eed79641-8d75-4c66-a669-438ad56aff06" providerId="ADAL" clId="{954FE35C-B48A-46C1-9B54-C54CE69797C5}" dt="2024-11-04T05:34:10.696" v="80" actId="255"/>
          <ac:spMkLst>
            <pc:docMk/>
            <pc:sldMk cId="295643100" sldId="280"/>
            <ac:spMk id="3" creationId="{E46E9180-F865-9314-4734-CF0C00A91894}"/>
          </ac:spMkLst>
        </pc:spChg>
        <pc:picChg chg="add mod">
          <ac:chgData name="Abdalla Mukhaimer, Widad" userId="eed79641-8d75-4c66-a669-438ad56aff06" providerId="ADAL" clId="{954FE35C-B48A-46C1-9B54-C54CE69797C5}" dt="2024-11-04T05:34:23.706" v="85" actId="1076"/>
          <ac:picMkLst>
            <pc:docMk/>
            <pc:sldMk cId="295643100" sldId="280"/>
            <ac:picMk id="4" creationId="{224CC976-5D26-AB64-C7D7-8CBE206AA224}"/>
          </ac:picMkLst>
        </pc:picChg>
      </pc:sldChg>
      <pc:sldChg chg="addSp modSp new mod">
        <pc:chgData name="Abdalla Mukhaimer, Widad" userId="eed79641-8d75-4c66-a669-438ad56aff06" providerId="ADAL" clId="{954FE35C-B48A-46C1-9B54-C54CE69797C5}" dt="2024-11-04T05:34:44.987" v="91" actId="1076"/>
        <pc:sldMkLst>
          <pc:docMk/>
          <pc:sldMk cId="183252368" sldId="281"/>
        </pc:sldMkLst>
        <pc:spChg chg="add mod">
          <ac:chgData name="Abdalla Mukhaimer, Widad" userId="eed79641-8d75-4c66-a669-438ad56aff06" providerId="ADAL" clId="{954FE35C-B48A-46C1-9B54-C54CE69797C5}" dt="2024-11-04T05:34:44.987" v="91" actId="1076"/>
          <ac:spMkLst>
            <pc:docMk/>
            <pc:sldMk cId="183252368" sldId="281"/>
            <ac:spMk id="3" creationId="{5760735E-5E31-37F5-F026-3D43200A9A0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5:14.723" v="98" actId="1076"/>
        <pc:sldMkLst>
          <pc:docMk/>
          <pc:sldMk cId="3992468140" sldId="282"/>
        </pc:sldMkLst>
        <pc:spChg chg="add mod">
          <ac:chgData name="Abdalla Mukhaimer, Widad" userId="eed79641-8d75-4c66-a669-438ad56aff06" providerId="ADAL" clId="{954FE35C-B48A-46C1-9B54-C54CE69797C5}" dt="2024-11-04T05:34:58.399" v="95" actId="1076"/>
          <ac:spMkLst>
            <pc:docMk/>
            <pc:sldMk cId="3992468140" sldId="282"/>
            <ac:spMk id="3" creationId="{523B0163-61D7-C59F-358C-21E8BFE85C43}"/>
          </ac:spMkLst>
        </pc:spChg>
        <pc:picChg chg="add mod">
          <ac:chgData name="Abdalla Mukhaimer, Widad" userId="eed79641-8d75-4c66-a669-438ad56aff06" providerId="ADAL" clId="{954FE35C-B48A-46C1-9B54-C54CE69797C5}" dt="2024-11-04T05:35:14.723" v="98" actId="1076"/>
          <ac:picMkLst>
            <pc:docMk/>
            <pc:sldMk cId="3992468140" sldId="282"/>
            <ac:picMk id="4" creationId="{8AA2D04B-9125-B58F-6C23-8596B58FEA4E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5:40.421" v="108" actId="1076"/>
        <pc:sldMkLst>
          <pc:docMk/>
          <pc:sldMk cId="3676576133" sldId="283"/>
        </pc:sldMkLst>
        <pc:spChg chg="add mod">
          <ac:chgData name="Abdalla Mukhaimer, Widad" userId="eed79641-8d75-4c66-a669-438ad56aff06" providerId="ADAL" clId="{954FE35C-B48A-46C1-9B54-C54CE69797C5}" dt="2024-11-04T05:35:26.624" v="102" actId="14100"/>
          <ac:spMkLst>
            <pc:docMk/>
            <pc:sldMk cId="3676576133" sldId="283"/>
            <ac:spMk id="3" creationId="{776F60FF-889C-F38A-C713-DC3E10C8678D}"/>
          </ac:spMkLst>
        </pc:spChg>
        <pc:picChg chg="add mod">
          <ac:chgData name="Abdalla Mukhaimer, Widad" userId="eed79641-8d75-4c66-a669-438ad56aff06" providerId="ADAL" clId="{954FE35C-B48A-46C1-9B54-C54CE69797C5}" dt="2024-11-04T05:35:40.421" v="108" actId="1076"/>
          <ac:picMkLst>
            <pc:docMk/>
            <pc:sldMk cId="3676576133" sldId="283"/>
            <ac:picMk id="4" creationId="{94F1206D-5ED9-5B18-71C2-35B9A571CE7C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6:02.531" v="113" actId="1076"/>
        <pc:sldMkLst>
          <pc:docMk/>
          <pc:sldMk cId="1230786504" sldId="284"/>
        </pc:sldMkLst>
        <pc:spChg chg="add mod">
          <ac:chgData name="Abdalla Mukhaimer, Widad" userId="eed79641-8d75-4c66-a669-438ad56aff06" providerId="ADAL" clId="{954FE35C-B48A-46C1-9B54-C54CE69797C5}" dt="2024-11-04T05:36:02.531" v="113" actId="1076"/>
          <ac:spMkLst>
            <pc:docMk/>
            <pc:sldMk cId="1230786504" sldId="284"/>
            <ac:spMk id="3" creationId="{3F1C1018-FF94-39D7-2B50-ABD4690DD7C1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14.920" v="116" actId="14100"/>
        <pc:sldMkLst>
          <pc:docMk/>
          <pc:sldMk cId="3173877358" sldId="285"/>
        </pc:sldMkLst>
        <pc:spChg chg="add mod">
          <ac:chgData name="Abdalla Mukhaimer, Widad" userId="eed79641-8d75-4c66-a669-438ad56aff06" providerId="ADAL" clId="{954FE35C-B48A-46C1-9B54-C54CE69797C5}" dt="2024-11-04T05:36:14.920" v="116" actId="14100"/>
          <ac:spMkLst>
            <pc:docMk/>
            <pc:sldMk cId="3173877358" sldId="285"/>
            <ac:spMk id="3" creationId="{B7D337F0-D4A7-BD52-E31F-66670566DCC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33.714" v="121" actId="1076"/>
        <pc:sldMkLst>
          <pc:docMk/>
          <pc:sldMk cId="840602954" sldId="286"/>
        </pc:sldMkLst>
        <pc:spChg chg="add mod">
          <ac:chgData name="Abdalla Mukhaimer, Widad" userId="eed79641-8d75-4c66-a669-438ad56aff06" providerId="ADAL" clId="{954FE35C-B48A-46C1-9B54-C54CE69797C5}" dt="2024-11-04T05:36:33.714" v="121" actId="1076"/>
          <ac:spMkLst>
            <pc:docMk/>
            <pc:sldMk cId="840602954" sldId="286"/>
            <ac:spMk id="3" creationId="{787C9059-C8A9-CE4B-3370-17E82F100D9F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58.468" v="126" actId="1076"/>
        <pc:sldMkLst>
          <pc:docMk/>
          <pc:sldMk cId="1960936151" sldId="287"/>
        </pc:sldMkLst>
        <pc:spChg chg="add mod">
          <ac:chgData name="Abdalla Mukhaimer, Widad" userId="eed79641-8d75-4c66-a669-438ad56aff06" providerId="ADAL" clId="{954FE35C-B48A-46C1-9B54-C54CE69797C5}" dt="2024-11-04T05:36:58.468" v="126" actId="1076"/>
          <ac:spMkLst>
            <pc:docMk/>
            <pc:sldMk cId="1960936151" sldId="287"/>
            <ac:spMk id="3" creationId="{08F828D4-15D3-0B9A-C9C4-B2B9F688C31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14.533" v="131" actId="20577"/>
        <pc:sldMkLst>
          <pc:docMk/>
          <pc:sldMk cId="97012742" sldId="288"/>
        </pc:sldMkLst>
        <pc:spChg chg="add mod">
          <ac:chgData name="Abdalla Mukhaimer, Widad" userId="eed79641-8d75-4c66-a669-438ad56aff06" providerId="ADAL" clId="{954FE35C-B48A-46C1-9B54-C54CE69797C5}" dt="2024-11-04T05:37:14.533" v="131" actId="20577"/>
          <ac:spMkLst>
            <pc:docMk/>
            <pc:sldMk cId="97012742" sldId="288"/>
            <ac:spMk id="3" creationId="{91DF4C18-9D1E-9A7C-B34F-0E24C511E95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30.981" v="135" actId="1076"/>
        <pc:sldMkLst>
          <pc:docMk/>
          <pc:sldMk cId="2881810693" sldId="289"/>
        </pc:sldMkLst>
        <pc:spChg chg="add mod">
          <ac:chgData name="Abdalla Mukhaimer, Widad" userId="eed79641-8d75-4c66-a669-438ad56aff06" providerId="ADAL" clId="{954FE35C-B48A-46C1-9B54-C54CE69797C5}" dt="2024-11-04T05:37:30.981" v="135" actId="1076"/>
          <ac:spMkLst>
            <pc:docMk/>
            <pc:sldMk cId="2881810693" sldId="289"/>
            <ac:spMk id="3" creationId="{A056125C-0CA4-CB85-5004-EE4A9FE85EC5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13.568" v="143" actId="20577"/>
        <pc:sldMkLst>
          <pc:docMk/>
          <pc:sldMk cId="1427871896" sldId="290"/>
        </pc:sldMkLst>
        <pc:spChg chg="add mod">
          <ac:chgData name="Abdalla Mukhaimer, Widad" userId="eed79641-8d75-4c66-a669-438ad56aff06" providerId="ADAL" clId="{954FE35C-B48A-46C1-9B54-C54CE69797C5}" dt="2024-11-04T05:38:13.568" v="143" actId="20577"/>
          <ac:spMkLst>
            <pc:docMk/>
            <pc:sldMk cId="1427871896" sldId="290"/>
            <ac:spMk id="3" creationId="{C6210EA7-5B4F-F55D-BEA2-826BC5B41926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43.174" v="154" actId="1076"/>
        <pc:sldMkLst>
          <pc:docMk/>
          <pc:sldMk cId="4041240376" sldId="291"/>
        </pc:sldMkLst>
        <pc:spChg chg="add mod">
          <ac:chgData name="Abdalla Mukhaimer, Widad" userId="eed79641-8d75-4c66-a669-438ad56aff06" providerId="ADAL" clId="{954FE35C-B48A-46C1-9B54-C54CE69797C5}" dt="2024-11-04T05:38:43.174" v="154" actId="1076"/>
          <ac:spMkLst>
            <pc:docMk/>
            <pc:sldMk cId="4041240376" sldId="291"/>
            <ac:spMk id="3" creationId="{01466B68-0855-470A-B66F-E3B5AFD8005E}"/>
          </ac:spMkLst>
        </pc:spChg>
        <pc:picChg chg="add mod">
          <ac:chgData name="Abdalla Mukhaimer, Widad" userId="eed79641-8d75-4c66-a669-438ad56aff06" providerId="ADAL" clId="{954FE35C-B48A-46C1-9B54-C54CE69797C5}" dt="2024-11-04T05:38:37.532" v="152" actId="1076"/>
          <ac:picMkLst>
            <pc:docMk/>
            <pc:sldMk cId="4041240376" sldId="291"/>
            <ac:picMk id="4" creationId="{C40E6165-D712-6597-86F8-D1BFC27061F6}"/>
          </ac:picMkLst>
        </pc:picChg>
      </pc:sldChg>
    </pc:docChg>
  </pc:docChgLst>
  <pc:docChgLst>
    <pc:chgData name="Abdalla Mukhaimer, Widad" userId="eed79641-8d75-4c66-a669-438ad56aff06" providerId="ADAL" clId="{FDDCDA09-1206-4D5C-8C1E-30E843CB1DC1}"/>
    <pc:docChg chg="custSel addSld delSld modSld sldOrd">
      <pc:chgData name="Abdalla Mukhaimer, Widad" userId="eed79641-8d75-4c66-a669-438ad56aff06" providerId="ADAL" clId="{FDDCDA09-1206-4D5C-8C1E-30E843CB1DC1}" dt="2024-11-06T08:43:56.184" v="191" actId="1076"/>
      <pc:docMkLst>
        <pc:docMk/>
      </pc:docMkLst>
      <pc:sldChg chg="modSp mod">
        <pc:chgData name="Abdalla Mukhaimer, Widad" userId="eed79641-8d75-4c66-a669-438ad56aff06" providerId="ADAL" clId="{FDDCDA09-1206-4D5C-8C1E-30E843CB1DC1}" dt="2024-11-06T08:29:37.369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FDDCDA09-1206-4D5C-8C1E-30E843CB1DC1}" dt="2024-11-06T08:29:37.369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modSp new mod">
        <pc:chgData name="Abdalla Mukhaimer, Widad" userId="eed79641-8d75-4c66-a669-438ad56aff06" providerId="ADAL" clId="{FDDCDA09-1206-4D5C-8C1E-30E843CB1DC1}" dt="2024-11-06T08:35:48.507" v="73" actId="1076"/>
        <pc:sldMkLst>
          <pc:docMk/>
          <pc:sldMk cId="638457617" sldId="257"/>
        </pc:sldMkLst>
        <pc:spChg chg="add mod">
          <ac:chgData name="Abdalla Mukhaimer, Widad" userId="eed79641-8d75-4c66-a669-438ad56aff06" providerId="ADAL" clId="{FDDCDA09-1206-4D5C-8C1E-30E843CB1DC1}" dt="2024-11-06T08:35:48.507" v="73" actId="1076"/>
          <ac:spMkLst>
            <pc:docMk/>
            <pc:sldMk cId="638457617" sldId="257"/>
            <ac:spMk id="3" creationId="{8A343891-E35A-02D8-453A-6B6360A78B1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23.805" v="78" actId="1076"/>
        <pc:sldMkLst>
          <pc:docMk/>
          <pc:sldMk cId="1028459910" sldId="258"/>
        </pc:sldMkLst>
        <pc:spChg chg="add mod">
          <ac:chgData name="Abdalla Mukhaimer, Widad" userId="eed79641-8d75-4c66-a669-438ad56aff06" providerId="ADAL" clId="{FDDCDA09-1206-4D5C-8C1E-30E843CB1DC1}" dt="2024-11-06T08:36:23.805" v="78" actId="1076"/>
          <ac:spMkLst>
            <pc:docMk/>
            <pc:sldMk cId="1028459910" sldId="258"/>
            <ac:spMk id="3" creationId="{25B4B298-7551-4A19-5066-F1A86D443E1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47.845" v="84" actId="20577"/>
        <pc:sldMkLst>
          <pc:docMk/>
          <pc:sldMk cId="748023758" sldId="259"/>
        </pc:sldMkLst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2" creationId="{5BF537B0-B649-D511-E227-5A4B194EBA12}"/>
          </ac:spMkLst>
        </pc:spChg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3" creationId="{24E11201-8D62-E0A9-BE8F-C9308A65F444}"/>
          </ac:spMkLst>
        </pc:spChg>
        <pc:spChg chg="add mod">
          <ac:chgData name="Abdalla Mukhaimer, Widad" userId="eed79641-8d75-4c66-a669-438ad56aff06" providerId="ADAL" clId="{FDDCDA09-1206-4D5C-8C1E-30E843CB1DC1}" dt="2024-11-06T08:36:47.845" v="84" actId="20577"/>
          <ac:spMkLst>
            <pc:docMk/>
            <pc:sldMk cId="748023758" sldId="259"/>
            <ac:spMk id="5" creationId="{FA5A7BE0-5D80-B1A7-9303-D8811538586C}"/>
          </ac:spMkLst>
        </pc:spChg>
        <pc:picChg chg="add">
          <ac:chgData name="Abdalla Mukhaimer, Widad" userId="eed79641-8d75-4c66-a669-438ad56aff06" providerId="ADAL" clId="{FDDCDA09-1206-4D5C-8C1E-30E843CB1DC1}" dt="2024-11-06T08:30:34.333" v="11"/>
          <ac:picMkLst>
            <pc:docMk/>
            <pc:sldMk cId="748023758" sldId="259"/>
            <ac:picMk id="2049" creationId="{5236F53F-2E89-CF80-A977-ACC7F6D392D4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17.846" v="91" actId="1076"/>
        <pc:sldMkLst>
          <pc:docMk/>
          <pc:sldMk cId="2030027384" sldId="260"/>
        </pc:sldMkLst>
        <pc:spChg chg="add mod">
          <ac:chgData name="Abdalla Mukhaimer, Widad" userId="eed79641-8d75-4c66-a669-438ad56aff06" providerId="ADAL" clId="{FDDCDA09-1206-4D5C-8C1E-30E843CB1DC1}" dt="2024-11-06T08:37:16.139" v="90" actId="1076"/>
          <ac:spMkLst>
            <pc:docMk/>
            <pc:sldMk cId="2030027384" sldId="260"/>
            <ac:spMk id="3" creationId="{6873B8EA-3E54-BDF6-BCDF-7845138C5E9D}"/>
          </ac:spMkLst>
        </pc:spChg>
        <pc:picChg chg="add mod">
          <ac:chgData name="Abdalla Mukhaimer, Widad" userId="eed79641-8d75-4c66-a669-438ad56aff06" providerId="ADAL" clId="{FDDCDA09-1206-4D5C-8C1E-30E843CB1DC1}" dt="2024-11-06T08:37:17.846" v="91" actId="1076"/>
          <ac:picMkLst>
            <pc:docMk/>
            <pc:sldMk cId="2030027384" sldId="260"/>
            <ac:picMk id="4" creationId="{76AAB46C-2E1D-7C89-B352-CC64619AA9F0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37.693" v="97" actId="20577"/>
        <pc:sldMkLst>
          <pc:docMk/>
          <pc:sldMk cId="4000533188" sldId="261"/>
        </pc:sldMkLst>
        <pc:spChg chg="add mod">
          <ac:chgData name="Abdalla Mukhaimer, Widad" userId="eed79641-8d75-4c66-a669-438ad56aff06" providerId="ADAL" clId="{FDDCDA09-1206-4D5C-8C1E-30E843CB1DC1}" dt="2024-11-06T08:37:37.693" v="97" actId="20577"/>
          <ac:spMkLst>
            <pc:docMk/>
            <pc:sldMk cId="4000533188" sldId="261"/>
            <ac:spMk id="3" creationId="{7EA2F1B4-FF26-C488-DA75-027E08780B8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7:56.688" v="101" actId="1076"/>
        <pc:sldMkLst>
          <pc:docMk/>
          <pc:sldMk cId="4173253180" sldId="262"/>
        </pc:sldMkLst>
        <pc:spChg chg="add mod">
          <ac:chgData name="Abdalla Mukhaimer, Widad" userId="eed79641-8d75-4c66-a669-438ad56aff06" providerId="ADAL" clId="{FDDCDA09-1206-4D5C-8C1E-30E843CB1DC1}" dt="2024-11-06T08:37:56.688" v="101" actId="1076"/>
          <ac:spMkLst>
            <pc:docMk/>
            <pc:sldMk cId="4173253180" sldId="262"/>
            <ac:spMk id="3" creationId="{A48D8B5B-8B03-1832-A930-503359A937E6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8:15.515" v="106" actId="20577"/>
        <pc:sldMkLst>
          <pc:docMk/>
          <pc:sldMk cId="3260691908" sldId="263"/>
        </pc:sldMkLst>
        <pc:spChg chg="add mod">
          <ac:chgData name="Abdalla Mukhaimer, Widad" userId="eed79641-8d75-4c66-a669-438ad56aff06" providerId="ADAL" clId="{FDDCDA09-1206-4D5C-8C1E-30E843CB1DC1}" dt="2024-11-06T08:38:15.515" v="106" actId="20577"/>
          <ac:spMkLst>
            <pc:docMk/>
            <pc:sldMk cId="3260691908" sldId="263"/>
            <ac:spMk id="3" creationId="{EA6499B2-8B66-DF8A-D096-F4B13151D54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24.536" v="118" actId="1076"/>
        <pc:sldMkLst>
          <pc:docMk/>
          <pc:sldMk cId="496906804" sldId="264"/>
        </pc:sldMkLst>
        <pc:spChg chg="add mod">
          <ac:chgData name="Abdalla Mukhaimer, Widad" userId="eed79641-8d75-4c66-a669-438ad56aff06" providerId="ADAL" clId="{FDDCDA09-1206-4D5C-8C1E-30E843CB1DC1}" dt="2024-11-06T08:39:24.536" v="118" actId="1076"/>
          <ac:spMkLst>
            <pc:docMk/>
            <pc:sldMk cId="496906804" sldId="264"/>
            <ac:spMk id="3" creationId="{8545DE92-4B93-49CD-5C22-B8B88FD768CB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59.383" v="126" actId="20577"/>
        <pc:sldMkLst>
          <pc:docMk/>
          <pc:sldMk cId="1442182053" sldId="265"/>
        </pc:sldMkLst>
        <pc:spChg chg="add mod">
          <ac:chgData name="Abdalla Mukhaimer, Widad" userId="eed79641-8d75-4c66-a669-438ad56aff06" providerId="ADAL" clId="{FDDCDA09-1206-4D5C-8C1E-30E843CB1DC1}" dt="2024-11-06T08:39:59.383" v="126" actId="20577"/>
          <ac:spMkLst>
            <pc:docMk/>
            <pc:sldMk cId="1442182053" sldId="265"/>
            <ac:spMk id="3" creationId="{69ABD95E-FC7C-2BD3-5F31-D616C249DE5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0:32.452" v="138" actId="1076"/>
        <pc:sldMkLst>
          <pc:docMk/>
          <pc:sldMk cId="2978737758" sldId="266"/>
        </pc:sldMkLst>
        <pc:spChg chg="add mod">
          <ac:chgData name="Abdalla Mukhaimer, Widad" userId="eed79641-8d75-4c66-a669-438ad56aff06" providerId="ADAL" clId="{FDDCDA09-1206-4D5C-8C1E-30E843CB1DC1}" dt="2024-11-06T08:40:31.350" v="137" actId="1076"/>
          <ac:spMkLst>
            <pc:docMk/>
            <pc:sldMk cId="2978737758" sldId="266"/>
            <ac:spMk id="3" creationId="{7F6B95F8-9983-3E4E-C64B-DE9935CD1302}"/>
          </ac:spMkLst>
        </pc:spChg>
        <pc:picChg chg="add mod">
          <ac:chgData name="Abdalla Mukhaimer, Widad" userId="eed79641-8d75-4c66-a669-438ad56aff06" providerId="ADAL" clId="{FDDCDA09-1206-4D5C-8C1E-30E843CB1DC1}" dt="2024-11-06T08:40:32.452" v="138" actId="1076"/>
          <ac:picMkLst>
            <pc:docMk/>
            <pc:sldMk cId="2978737758" sldId="266"/>
            <ac:picMk id="4" creationId="{5E091AF5-0ED1-7F57-68C1-86855DFE9FC7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41:09.253" v="147" actId="20577"/>
        <pc:sldMkLst>
          <pc:docMk/>
          <pc:sldMk cId="7022708" sldId="267"/>
        </pc:sldMkLst>
        <pc:spChg chg="add mod">
          <ac:chgData name="Abdalla Mukhaimer, Widad" userId="eed79641-8d75-4c66-a669-438ad56aff06" providerId="ADAL" clId="{FDDCDA09-1206-4D5C-8C1E-30E843CB1DC1}" dt="2024-11-06T08:41:09.253" v="147" actId="20577"/>
          <ac:spMkLst>
            <pc:docMk/>
            <pc:sldMk cId="7022708" sldId="267"/>
            <ac:spMk id="3" creationId="{0E2C72B1-DE45-2601-30D2-1B7CD0FAA9E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1:45.310" v="155" actId="1076"/>
        <pc:sldMkLst>
          <pc:docMk/>
          <pc:sldMk cId="387509337" sldId="268"/>
        </pc:sldMkLst>
        <pc:spChg chg="add mod">
          <ac:chgData name="Abdalla Mukhaimer, Widad" userId="eed79641-8d75-4c66-a669-438ad56aff06" providerId="ADAL" clId="{FDDCDA09-1206-4D5C-8C1E-30E843CB1DC1}" dt="2024-11-06T08:41:37.815" v="153" actId="1076"/>
          <ac:spMkLst>
            <pc:docMk/>
            <pc:sldMk cId="387509337" sldId="268"/>
            <ac:spMk id="3" creationId="{E61718DD-46C4-D845-22EF-8B1619017A7D}"/>
          </ac:spMkLst>
        </pc:spChg>
        <pc:spChg chg="add mod">
          <ac:chgData name="Abdalla Mukhaimer, Widad" userId="eed79641-8d75-4c66-a669-438ad56aff06" providerId="ADAL" clId="{FDDCDA09-1206-4D5C-8C1E-30E843CB1DC1}" dt="2024-11-06T08:41:45.310" v="155" actId="1076"/>
          <ac:spMkLst>
            <pc:docMk/>
            <pc:sldMk cId="387509337" sldId="268"/>
            <ac:spMk id="5" creationId="{D0BB2184-DF60-8257-50FC-1DE95CD2851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2:23.298" v="166" actId="1076"/>
        <pc:sldMkLst>
          <pc:docMk/>
          <pc:sldMk cId="630766484" sldId="269"/>
        </pc:sldMkLst>
        <pc:spChg chg="add mod">
          <ac:chgData name="Abdalla Mukhaimer, Widad" userId="eed79641-8d75-4c66-a669-438ad56aff06" providerId="ADAL" clId="{FDDCDA09-1206-4D5C-8C1E-30E843CB1DC1}" dt="2024-11-06T08:42:22.333" v="165" actId="1076"/>
          <ac:spMkLst>
            <pc:docMk/>
            <pc:sldMk cId="630766484" sldId="269"/>
            <ac:spMk id="3" creationId="{4D295FD2-F13D-8C4D-BD15-BC6C2349BED9}"/>
          </ac:spMkLst>
        </pc:spChg>
        <pc:picChg chg="add mod">
          <ac:chgData name="Abdalla Mukhaimer, Widad" userId="eed79641-8d75-4c66-a669-438ad56aff06" providerId="ADAL" clId="{FDDCDA09-1206-4D5C-8C1E-30E843CB1DC1}" dt="2024-11-06T08:42:23.298" v="166" actId="1076"/>
          <ac:picMkLst>
            <pc:docMk/>
            <pc:sldMk cId="630766484" sldId="269"/>
            <ac:picMk id="4" creationId="{B0B7893A-D7B5-922C-875F-3734D976F8B6}"/>
          </ac:picMkLst>
        </pc:picChg>
      </pc:sldChg>
      <pc:sldChg chg="addSp delSp modSp add mod">
        <pc:chgData name="Abdalla Mukhaimer, Widad" userId="eed79641-8d75-4c66-a669-438ad56aff06" providerId="ADAL" clId="{FDDCDA09-1206-4D5C-8C1E-30E843CB1DC1}" dt="2024-11-06T08:43:45.152" v="184" actId="1076"/>
        <pc:sldMkLst>
          <pc:docMk/>
          <pc:sldMk cId="2010523842" sldId="270"/>
        </pc:sldMkLst>
        <pc:spChg chg="add mod">
          <ac:chgData name="Abdalla Mukhaimer, Widad" userId="eed79641-8d75-4c66-a669-438ad56aff06" providerId="ADAL" clId="{FDDCDA09-1206-4D5C-8C1E-30E843CB1DC1}" dt="2024-11-06T08:42:55.141" v="177" actId="20577"/>
          <ac:spMkLst>
            <pc:docMk/>
            <pc:sldMk cId="2010523842" sldId="270"/>
            <ac:spMk id="3" creationId="{640B5406-76FD-9445-E5F3-BA2075B8DA9A}"/>
          </ac:spMkLst>
        </pc:spChg>
        <pc:picChg chg="add del mod">
          <ac:chgData name="Abdalla Mukhaimer, Widad" userId="eed79641-8d75-4c66-a669-438ad56aff06" providerId="ADAL" clId="{FDDCDA09-1206-4D5C-8C1E-30E843CB1DC1}" dt="2024-11-06T08:42:52.361" v="176" actId="478"/>
          <ac:picMkLst>
            <pc:docMk/>
            <pc:sldMk cId="2010523842" sldId="270"/>
            <ac:picMk id="4" creationId="{E1CEAE6C-5CC4-524D-D3E8-6B3FD631B154}"/>
          </ac:picMkLst>
        </pc:picChg>
        <pc:picChg chg="add mod">
          <ac:chgData name="Abdalla Mukhaimer, Widad" userId="eed79641-8d75-4c66-a669-438ad56aff06" providerId="ADAL" clId="{FDDCDA09-1206-4D5C-8C1E-30E843CB1DC1}" dt="2024-11-06T08:43:45.152" v="184" actId="1076"/>
          <ac:picMkLst>
            <pc:docMk/>
            <pc:sldMk cId="2010523842" sldId="270"/>
            <ac:picMk id="6" creationId="{D7A14DF6-3D5A-EA76-BB54-F518E5983595}"/>
          </ac:picMkLst>
        </pc:picChg>
      </pc:sldChg>
      <pc:sldChg chg="add">
        <pc:chgData name="Abdalla Mukhaimer, Widad" userId="eed79641-8d75-4c66-a669-438ad56aff06" providerId="ADAL" clId="{FDDCDA09-1206-4D5C-8C1E-30E843CB1DC1}" dt="2024-11-06T08:31:43.866" v="32"/>
        <pc:sldMkLst>
          <pc:docMk/>
          <pc:sldMk cId="1820640788" sldId="271"/>
        </pc:sldMkLst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2354235331" sldId="272"/>
        </pc:sldMkLst>
      </pc:sldChg>
      <pc:sldChg chg="modSp add mod ord">
        <pc:chgData name="Abdalla Mukhaimer, Widad" userId="eed79641-8d75-4c66-a669-438ad56aff06" providerId="ADAL" clId="{FDDCDA09-1206-4D5C-8C1E-30E843CB1DC1}" dt="2024-11-06T08:39:15.029" v="114"/>
        <pc:sldMkLst>
          <pc:docMk/>
          <pc:sldMk cId="3773455480" sldId="272"/>
        </pc:sldMkLst>
        <pc:spChg chg="mod">
          <ac:chgData name="Abdalla Mukhaimer, Widad" userId="eed79641-8d75-4c66-a669-438ad56aff06" providerId="ADAL" clId="{FDDCDA09-1206-4D5C-8C1E-30E843CB1DC1}" dt="2024-11-06T08:39:09.123" v="112" actId="1076"/>
          <ac:spMkLst>
            <pc:docMk/>
            <pc:sldMk cId="3773455480" sldId="272"/>
            <ac:spMk id="3" creationId="{8545DE92-4B93-49CD-5C22-B8B88FD768CB}"/>
          </ac:spMkLst>
        </pc:spChg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1919104897" sldId="273"/>
        </pc:sldMkLst>
      </pc:sldChg>
      <pc:sldChg chg="modSp add mod">
        <pc:chgData name="Abdalla Mukhaimer, Widad" userId="eed79641-8d75-4c66-a669-438ad56aff06" providerId="ADAL" clId="{FDDCDA09-1206-4D5C-8C1E-30E843CB1DC1}" dt="2024-11-06T08:43:56.184" v="191" actId="1076"/>
        <pc:sldMkLst>
          <pc:docMk/>
          <pc:sldMk cId="3984666083" sldId="273"/>
        </pc:sldMkLst>
        <pc:picChg chg="mod">
          <ac:chgData name="Abdalla Mukhaimer, Widad" userId="eed79641-8d75-4c66-a669-438ad56aff06" providerId="ADAL" clId="{FDDCDA09-1206-4D5C-8C1E-30E843CB1DC1}" dt="2024-11-06T08:43:56.184" v="191" actId="1076"/>
          <ac:picMkLst>
            <pc:docMk/>
            <pc:sldMk cId="3984666083" sldId="273"/>
            <ac:picMk id="4" creationId="{E1CEAE6C-5CC4-524D-D3E8-6B3FD631B154}"/>
          </ac:picMkLst>
        </pc:picChg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83252368" sldId="281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992468140" sldId="282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676576133" sldId="283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230786504" sldId="284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173877358" sldId="285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840602954" sldId="286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960936151" sldId="287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97012742" sldId="288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881810693" sldId="289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427871896" sldId="29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4041240376" sldId="291"/>
        </pc:sldMkLst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806741" y="2404384"/>
            <a:ext cx="10578518" cy="1086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Map Functions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343891-E35A-02D8-453A-6B6360A78B13}"/>
              </a:ext>
            </a:extLst>
          </p:cNvPr>
          <p:cNvSpPr txBox="1"/>
          <p:nvPr/>
        </p:nvSpPr>
        <p:spPr>
          <a:xfrm>
            <a:off x="349542" y="371768"/>
            <a:ext cx="11492916" cy="6245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function is defined, which squares a number if it's greater or equal to 0 and cubes it otherwise.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square_cube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function(x){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if (x&gt;=0){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y &lt;- x^2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} else {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y&lt;- x^3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return(y)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numbers&lt;-c(1,-2,-3,4)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square_cube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(numbers)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45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B4B298-7551-4A19-5066-F1A86D443E1D}"/>
              </a:ext>
            </a:extLst>
          </p:cNvPr>
          <p:cNvSpPr txBox="1"/>
          <p:nvPr/>
        </p:nvSpPr>
        <p:spPr>
          <a:xfrm>
            <a:off x="522214" y="197290"/>
            <a:ext cx="10609976" cy="6337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 is a fix: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square_cube_loop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function(x){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for(</a:t>
            </a: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in 1:length(x))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if (x[</a:t>
            </a: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]&gt;= 0){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y[</a:t>
            </a: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 &lt;- x[</a:t>
            </a: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]^2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} else {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y[</a:t>
            </a: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]&lt;- x[</a:t>
            </a: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]^3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return(y)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y&lt;-NA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square_cube_loop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(numbers)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23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459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5A7BE0-5D80-B1A7-9303-D8811538586C}"/>
              </a:ext>
            </a:extLst>
          </p:cNvPr>
          <p:cNvSpPr txBox="1"/>
          <p:nvPr/>
        </p:nvSpPr>
        <p:spPr>
          <a:xfrm>
            <a:off x="817306" y="618580"/>
            <a:ext cx="10952447" cy="579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map(numbers, </a:t>
            </a:r>
            <a:r>
              <a:rPr lang="en-US" sz="30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square_cube</a:t>
            </a:r>
            <a:r>
              <a:rPr lang="en-US" sz="30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000" dirty="0">
              <a:solidFill>
                <a:srgbClr val="548235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endParaRPr lang="en-US" sz="3000" dirty="0">
              <a:solidFill>
                <a:srgbClr val="548235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48235"/>
              </a:solidFill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48235"/>
              </a:solidFill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unlist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(map(numbers,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square_cube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023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73B8EA-3E54-BDF6-BCDF-7845138C5E9D}"/>
              </a:ext>
            </a:extLst>
          </p:cNvPr>
          <p:cNvSpPr txBox="1"/>
          <p:nvPr/>
        </p:nvSpPr>
        <p:spPr>
          <a:xfrm>
            <a:off x="2975004" y="362262"/>
            <a:ext cx="6094602" cy="191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AAB46C-2E1D-7C89-B352-CC64619AA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285" y="2444184"/>
            <a:ext cx="6592040" cy="385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A2F1B4-FF26-C488-DA75-027E08780B83}"/>
              </a:ext>
            </a:extLst>
          </p:cNvPr>
          <p:cNvSpPr txBox="1"/>
          <p:nvPr/>
        </p:nvSpPr>
        <p:spPr>
          <a:xfrm>
            <a:off x="746620" y="950868"/>
            <a:ext cx="10737907" cy="371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map()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issue when I run this code?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median(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533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8D8B5B-8B03-1832-A930-503359A937E6}"/>
              </a:ext>
            </a:extLst>
          </p:cNvPr>
          <p:cNvSpPr txBox="1"/>
          <p:nvPr/>
        </p:nvSpPr>
        <p:spPr>
          <a:xfrm>
            <a:off x="731240" y="1759279"/>
            <a:ext cx="10729520" cy="2043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Map Functions: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allow you to apply a function to each element of a list, vector, or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Map functions allow you to operate on entire vectors or data frames in a single step, without using explicit loops.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25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6499B2-8B66-DF8A-D096-F4B13151D540}"/>
              </a:ext>
            </a:extLst>
          </p:cNvPr>
          <p:cNvSpPr txBox="1"/>
          <p:nvPr/>
        </p:nvSpPr>
        <p:spPr>
          <a:xfrm>
            <a:off x="1017166" y="1049859"/>
            <a:ext cx="9049624" cy="2351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median)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unlist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(map(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median))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691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45DE92-4B93-49CD-5C22-B8B88FD768CB}"/>
              </a:ext>
            </a:extLst>
          </p:cNvPr>
          <p:cNvSpPr txBox="1"/>
          <p:nvPr/>
        </p:nvSpPr>
        <p:spPr>
          <a:xfrm>
            <a:off x="357930" y="403714"/>
            <a:ext cx="11476139" cy="5111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map_dbl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median)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map_chr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median)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45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45DE92-4B93-49CD-5C22-B8B88FD768CB}"/>
              </a:ext>
            </a:extLst>
          </p:cNvPr>
          <p:cNvSpPr txBox="1"/>
          <p:nvPr/>
        </p:nvSpPr>
        <p:spPr>
          <a:xfrm>
            <a:off x="357930" y="504381"/>
            <a:ext cx="11476139" cy="2026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example_3 &lt;-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map_dfr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median)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example_3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906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ABD95E-FC7C-2BD3-5F31-D616C249DE5D}"/>
              </a:ext>
            </a:extLst>
          </p:cNvPr>
          <p:cNvSpPr txBox="1"/>
          <p:nvPr/>
        </p:nvSpPr>
        <p:spPr>
          <a:xfrm>
            <a:off x="589326" y="251657"/>
            <a:ext cx="10802923" cy="5977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Map Functions when you have to use arguments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300" kern="100" dirty="0">
              <a:solidFill>
                <a:srgbClr val="5482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map_dbl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median, na.rm = TRUE)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3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3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3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Another notation: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map_dbl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3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3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\(x) median(x, na.rm = TRUE))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182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6B95F8-9983-3E4E-C64B-DE9935CD1302}"/>
              </a:ext>
            </a:extLst>
          </p:cNvPr>
          <p:cNvSpPr txBox="1"/>
          <p:nvPr/>
        </p:nvSpPr>
        <p:spPr>
          <a:xfrm>
            <a:off x="609600" y="772126"/>
            <a:ext cx="10972799" cy="20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 Examples - Map Function - Iterating Over a Single Vector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illustration_data_2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091AF5-0ED1-7F57-68C1-86855DFE9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484" y="2792166"/>
            <a:ext cx="6425030" cy="20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737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2C72B1-DE45-2601-30D2-1B7CD0FAA9E3}"/>
              </a:ext>
            </a:extLst>
          </p:cNvPr>
          <p:cNvSpPr txBox="1"/>
          <p:nvPr/>
        </p:nvSpPr>
        <p:spPr>
          <a:xfrm>
            <a:off x="313966" y="315117"/>
            <a:ext cx="11657123" cy="5276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want to find out the number of characters in the team name.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map_dbl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(illustration_data_2,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str_length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map_dbl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(illustration_data_2$name,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str_length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map_dfr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(illustration_data_2, </a:t>
            </a:r>
            <a:r>
              <a:rPr lang="en-US" sz="25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str_length</a:t>
            </a:r>
            <a:r>
              <a:rPr lang="en-US" sz="25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2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1718DD-46C4-D845-22EF-8B1619017A7D}"/>
              </a:ext>
            </a:extLst>
          </p:cNvPr>
          <p:cNvSpPr txBox="1"/>
          <p:nvPr/>
        </p:nvSpPr>
        <p:spPr>
          <a:xfrm>
            <a:off x="395681" y="478511"/>
            <a:ext cx="1140063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More Examples - Map Function - Iterating Over Our Own Function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B2184-DF60-8257-50FC-1DE95CD28510}"/>
              </a:ext>
            </a:extLst>
          </p:cNvPr>
          <p:cNvSpPr txBox="1"/>
          <p:nvPr/>
        </p:nvSpPr>
        <p:spPr>
          <a:xfrm>
            <a:off x="606105" y="1694578"/>
            <a:ext cx="10224082" cy="4021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top5 &lt;- function(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team_name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data) {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output &lt;- data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filter(name ==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team_name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select(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teamID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yearID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W, L, name)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arrange(desc(W))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head(n = 5)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return(output)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09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295FD2-F13D-8C4D-BD15-BC6C2349BED9}"/>
              </a:ext>
            </a:extLst>
          </p:cNvPr>
          <p:cNvSpPr txBox="1"/>
          <p:nvPr/>
        </p:nvSpPr>
        <p:spPr>
          <a:xfrm>
            <a:off x="262155" y="857875"/>
            <a:ext cx="11381763" cy="114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top5(</a:t>
            </a:r>
            <a:r>
              <a:rPr lang="en-US" sz="29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team_name</a:t>
            </a:r>
            <a:r>
              <a:rPr lang="en-US" sz="29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"New York Yankees", data = Teams)</a:t>
            </a:r>
            <a:endParaRPr lang="en-US" sz="2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7893A-D7B5-922C-875F-3734D976F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768" y="2525566"/>
            <a:ext cx="9360464" cy="284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66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0B5406-76FD-9445-E5F3-BA2075B8DA9A}"/>
              </a:ext>
            </a:extLst>
          </p:cNvPr>
          <p:cNvSpPr txBox="1"/>
          <p:nvPr/>
        </p:nvSpPr>
        <p:spPr>
          <a:xfrm>
            <a:off x="530602" y="581038"/>
            <a:ext cx="11289485" cy="563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map_dfr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(illustration_data_2$name, top5, Teams)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A14DF6-3D5A-EA76-BB54-F518E5983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365" y="2560239"/>
            <a:ext cx="4747851" cy="211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23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0B5406-76FD-9445-E5F3-BA2075B8DA9A}"/>
              </a:ext>
            </a:extLst>
          </p:cNvPr>
          <p:cNvSpPr txBox="1"/>
          <p:nvPr/>
        </p:nvSpPr>
        <p:spPr>
          <a:xfrm>
            <a:off x="530602" y="581038"/>
            <a:ext cx="11289485" cy="115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map_dfr</a:t>
            </a:r>
            <a:r>
              <a:rPr lang="en-US" sz="3000" kern="100" dirty="0">
                <a:solidFill>
                  <a:srgbClr val="5482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(illustration_data_2$name, top5, Teams)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EAE6C-5CC4-524D-D3E8-6B3FD631B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341" y="1548881"/>
            <a:ext cx="5511318" cy="513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66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640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603</Words>
  <Application>Microsoft Office PowerPoint</Application>
  <PresentationFormat>Widescreen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1</cp:revision>
  <dcterms:created xsi:type="dcterms:W3CDTF">2024-10-21T04:45:40Z</dcterms:created>
  <dcterms:modified xsi:type="dcterms:W3CDTF">2025-03-24T16:03:09Z</dcterms:modified>
</cp:coreProperties>
</file>