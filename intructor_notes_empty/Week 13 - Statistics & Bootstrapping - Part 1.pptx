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8E9B1-EC43-443C-AC18-C5EF5303C6DE}" v="24" dt="2024-11-18T12:10:14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1BB8E9B1-EC43-443C-AC18-C5EF5303C6DE}"/>
    <pc:docChg chg="undo custSel addSld delSld modSld">
      <pc:chgData name="Abdalla Mukhaimer, Widad" userId="eed79641-8d75-4c66-a669-438ad56aff06" providerId="ADAL" clId="{1BB8E9B1-EC43-443C-AC18-C5EF5303C6DE}" dt="2024-11-18T12:16:21.633" v="167" actId="47"/>
      <pc:docMkLst>
        <pc:docMk/>
      </pc:docMkLst>
      <pc:sldChg chg="modSp mod">
        <pc:chgData name="Abdalla Mukhaimer, Widad" userId="eed79641-8d75-4c66-a669-438ad56aff06" providerId="ADAL" clId="{1BB8E9B1-EC43-443C-AC18-C5EF5303C6DE}" dt="2024-11-18T12:07:50.917" v="26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1BB8E9B1-EC43-443C-AC18-C5EF5303C6DE}" dt="2024-11-18T12:07:50.917" v="26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820640788" sldId="271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538123124" sldId="27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696604132" sldId="282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835784765" sldId="283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227682707" sldId="284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229502476" sldId="285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073410153" sldId="286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80435928" sldId="287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687132133" sldId="288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21863016" sldId="28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27603062" sldId="290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539226381" sldId="291"/>
        </pc:sldMkLst>
      </pc:sldChg>
      <pc:sldChg chg="addSp modSp mod">
        <pc:chgData name="Abdalla Mukhaimer, Widad" userId="eed79641-8d75-4c66-a669-438ad56aff06" providerId="ADAL" clId="{1BB8E9B1-EC43-443C-AC18-C5EF5303C6DE}" dt="2024-11-18T12:11:29.040" v="85" actId="1076"/>
        <pc:sldMkLst>
          <pc:docMk/>
          <pc:sldMk cId="3582378336" sldId="292"/>
        </pc:sldMkLst>
        <pc:spChg chg="add mod">
          <ac:chgData name="Abdalla Mukhaimer, Widad" userId="eed79641-8d75-4c66-a669-438ad56aff06" providerId="ADAL" clId="{1BB8E9B1-EC43-443C-AC18-C5EF5303C6DE}" dt="2024-11-18T12:11:29.040" v="85" actId="1076"/>
          <ac:spMkLst>
            <pc:docMk/>
            <pc:sldMk cId="3582378336" sldId="292"/>
            <ac:spMk id="3" creationId="{17940136-5DD0-ECFB-95EF-4DFC4E517129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1:47.639" v="95" actId="1076"/>
        <pc:sldMkLst>
          <pc:docMk/>
          <pc:sldMk cId="484782567" sldId="293"/>
        </pc:sldMkLst>
        <pc:picChg chg="add mod">
          <ac:chgData name="Abdalla Mukhaimer, Widad" userId="eed79641-8d75-4c66-a669-438ad56aff06" providerId="ADAL" clId="{1BB8E9B1-EC43-443C-AC18-C5EF5303C6DE}" dt="2024-11-18T12:11:42.232" v="93" actId="1076"/>
          <ac:picMkLst>
            <pc:docMk/>
            <pc:sldMk cId="484782567" sldId="293"/>
            <ac:picMk id="2" creationId="{13CEAEAB-677F-B22D-7D81-CD8D47A4A685}"/>
          </ac:picMkLst>
        </pc:picChg>
        <pc:picChg chg="add mod">
          <ac:chgData name="Abdalla Mukhaimer, Widad" userId="eed79641-8d75-4c66-a669-438ad56aff06" providerId="ADAL" clId="{1BB8E9B1-EC43-443C-AC18-C5EF5303C6DE}" dt="2024-11-18T12:11:47.639" v="95" actId="1076"/>
          <ac:picMkLst>
            <pc:docMk/>
            <pc:sldMk cId="484782567" sldId="293"/>
            <ac:picMk id="3" creationId="{B8D6FBD0-98D8-2E87-62FA-0994035FA024}"/>
          </ac:picMkLst>
        </pc:picChg>
        <pc:picChg chg="add mod">
          <ac:chgData name="Abdalla Mukhaimer, Widad" userId="eed79641-8d75-4c66-a669-438ad56aff06" providerId="ADAL" clId="{1BB8E9B1-EC43-443C-AC18-C5EF5303C6DE}" dt="2024-11-18T12:11:38.186" v="90" actId="1076"/>
          <ac:picMkLst>
            <pc:docMk/>
            <pc:sldMk cId="484782567" sldId="293"/>
            <ac:picMk id="4" creationId="{A2C7BC17-3FF9-460A-22F9-90AF77B2574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2:47.490" v="110" actId="1076"/>
        <pc:sldMkLst>
          <pc:docMk/>
          <pc:sldMk cId="2036121130" sldId="294"/>
        </pc:sldMkLst>
        <pc:spChg chg="add mod ord">
          <ac:chgData name="Abdalla Mukhaimer, Widad" userId="eed79641-8d75-4c66-a669-438ad56aff06" providerId="ADAL" clId="{1BB8E9B1-EC43-443C-AC18-C5EF5303C6DE}" dt="2024-11-18T12:12:41.345" v="109" actId="1076"/>
          <ac:spMkLst>
            <pc:docMk/>
            <pc:sldMk cId="2036121130" sldId="294"/>
            <ac:spMk id="4" creationId="{6A0F90B9-D2E2-ED1B-4F4D-53B5A0D47F95}"/>
          </ac:spMkLst>
        </pc:spChg>
        <pc:picChg chg="add mod ord">
          <ac:chgData name="Abdalla Mukhaimer, Widad" userId="eed79641-8d75-4c66-a669-438ad56aff06" providerId="ADAL" clId="{1BB8E9B1-EC43-443C-AC18-C5EF5303C6DE}" dt="2024-11-18T12:12:47.490" v="110" actId="1076"/>
          <ac:picMkLst>
            <pc:docMk/>
            <pc:sldMk cId="2036121130" sldId="294"/>
            <ac:picMk id="2" creationId="{88FC5889-D42C-9D5B-A0A6-3C7AB85B55B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14.207" v="117" actId="1076"/>
        <pc:sldMkLst>
          <pc:docMk/>
          <pc:sldMk cId="964176475" sldId="295"/>
        </pc:sldMkLst>
        <pc:spChg chg="add mod ord">
          <ac:chgData name="Abdalla Mukhaimer, Widad" userId="eed79641-8d75-4c66-a669-438ad56aff06" providerId="ADAL" clId="{1BB8E9B1-EC43-443C-AC18-C5EF5303C6DE}" dt="2024-11-18T12:13:09.186" v="114" actId="167"/>
          <ac:spMkLst>
            <pc:docMk/>
            <pc:sldMk cId="964176475" sldId="295"/>
            <ac:spMk id="4" creationId="{1B1FD16B-4E3F-AFFF-7660-96E8792A3C3B}"/>
          </ac:spMkLst>
        </pc:spChg>
        <pc:picChg chg="add mod">
          <ac:chgData name="Abdalla Mukhaimer, Widad" userId="eed79641-8d75-4c66-a669-438ad56aff06" providerId="ADAL" clId="{1BB8E9B1-EC43-443C-AC18-C5EF5303C6DE}" dt="2024-11-18T12:13:14.207" v="117" actId="1076"/>
          <ac:picMkLst>
            <pc:docMk/>
            <pc:sldMk cId="964176475" sldId="295"/>
            <ac:picMk id="2" creationId="{086E9754-9D6F-4298-A1C8-0668A329830C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39.721" v="124" actId="1076"/>
        <pc:sldMkLst>
          <pc:docMk/>
          <pc:sldMk cId="3837546798" sldId="296"/>
        </pc:sldMkLst>
        <pc:spChg chg="add mod ord">
          <ac:chgData name="Abdalla Mukhaimer, Widad" userId="eed79641-8d75-4c66-a669-438ad56aff06" providerId="ADAL" clId="{1BB8E9B1-EC43-443C-AC18-C5EF5303C6DE}" dt="2024-11-18T12:13:34.926" v="121" actId="167"/>
          <ac:spMkLst>
            <pc:docMk/>
            <pc:sldMk cId="3837546798" sldId="296"/>
            <ac:spMk id="4" creationId="{A228E6A1-0E11-7694-E35C-97BF77B1DFB7}"/>
          </ac:spMkLst>
        </pc:spChg>
        <pc:picChg chg="add mod">
          <ac:chgData name="Abdalla Mukhaimer, Widad" userId="eed79641-8d75-4c66-a669-438ad56aff06" providerId="ADAL" clId="{1BB8E9B1-EC43-443C-AC18-C5EF5303C6DE}" dt="2024-11-18T12:13:39.721" v="124" actId="1076"/>
          <ac:picMkLst>
            <pc:docMk/>
            <pc:sldMk cId="3837546798" sldId="296"/>
            <ac:picMk id="2" creationId="{9CD54E14-6DFF-37C1-A9D5-28F0B76D9FC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59.321" v="128" actId="255"/>
        <pc:sldMkLst>
          <pc:docMk/>
          <pc:sldMk cId="805035487" sldId="297"/>
        </pc:sldMkLst>
        <pc:spChg chg="add mod">
          <ac:chgData name="Abdalla Mukhaimer, Widad" userId="eed79641-8d75-4c66-a669-438ad56aff06" providerId="ADAL" clId="{1BB8E9B1-EC43-443C-AC18-C5EF5303C6DE}" dt="2024-11-18T12:13:59.321" v="128" actId="255"/>
          <ac:spMkLst>
            <pc:docMk/>
            <pc:sldMk cId="805035487" sldId="297"/>
            <ac:spMk id="3" creationId="{B914656F-1979-4026-4A61-4DE5113BAB8B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22.702" v="134" actId="1076"/>
        <pc:sldMkLst>
          <pc:docMk/>
          <pc:sldMk cId="667614113" sldId="298"/>
        </pc:sldMkLst>
        <pc:spChg chg="add mod">
          <ac:chgData name="Abdalla Mukhaimer, Widad" userId="eed79641-8d75-4c66-a669-438ad56aff06" providerId="ADAL" clId="{1BB8E9B1-EC43-443C-AC18-C5EF5303C6DE}" dt="2024-11-18T12:14:22.702" v="134" actId="1076"/>
          <ac:spMkLst>
            <pc:docMk/>
            <pc:sldMk cId="667614113" sldId="298"/>
            <ac:spMk id="3" creationId="{B9AEA28E-EC90-3EE5-C00C-4A6631FB98C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44.379" v="142" actId="1076"/>
        <pc:sldMkLst>
          <pc:docMk/>
          <pc:sldMk cId="1697096242" sldId="299"/>
        </pc:sldMkLst>
        <pc:picChg chg="add mod">
          <ac:chgData name="Abdalla Mukhaimer, Widad" userId="eed79641-8d75-4c66-a669-438ad56aff06" providerId="ADAL" clId="{1BB8E9B1-EC43-443C-AC18-C5EF5303C6DE}" dt="2024-11-18T12:14:44.379" v="142" actId="1076"/>
          <ac:picMkLst>
            <pc:docMk/>
            <pc:sldMk cId="1697096242" sldId="299"/>
            <ac:picMk id="2" creationId="{0B5A7954-F0C5-552B-EFF9-8E6199868679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4:56.767" v="147" actId="1076"/>
        <pc:sldMkLst>
          <pc:docMk/>
          <pc:sldMk cId="2812773127" sldId="300"/>
        </pc:sldMkLst>
        <pc:picChg chg="add mod">
          <ac:chgData name="Abdalla Mukhaimer, Widad" userId="eed79641-8d75-4c66-a669-438ad56aff06" providerId="ADAL" clId="{1BB8E9B1-EC43-443C-AC18-C5EF5303C6DE}" dt="2024-11-18T12:14:56.767" v="147" actId="1076"/>
          <ac:picMkLst>
            <pc:docMk/>
            <pc:sldMk cId="2812773127" sldId="300"/>
            <ac:picMk id="2" creationId="{17FAA8F8-6C04-0737-D338-D0967DCBE316}"/>
          </ac:picMkLst>
        </pc:picChg>
      </pc:sldChg>
      <pc:sldChg chg="addSp delSp modSp add mod">
        <pc:chgData name="Abdalla Mukhaimer, Widad" userId="eed79641-8d75-4c66-a669-438ad56aff06" providerId="ADAL" clId="{1BB8E9B1-EC43-443C-AC18-C5EF5303C6DE}" dt="2024-11-18T12:15:40.950" v="157" actId="120"/>
        <pc:sldMkLst>
          <pc:docMk/>
          <pc:sldMk cId="4075854152" sldId="301"/>
        </pc:sldMkLst>
        <pc:spChg chg="add mod">
          <ac:chgData name="Abdalla Mukhaimer, Widad" userId="eed79641-8d75-4c66-a669-438ad56aff06" providerId="ADAL" clId="{1BB8E9B1-EC43-443C-AC18-C5EF5303C6DE}" dt="2024-11-18T12:15:21.911" v="153" actId="1076"/>
          <ac:spMkLst>
            <pc:docMk/>
            <pc:sldMk cId="4075854152" sldId="301"/>
            <ac:spMk id="3" creationId="{4D4E9021-6421-92F1-0A99-83FEABC734D3}"/>
          </ac:spMkLst>
        </pc:spChg>
        <pc:spChg chg="add del">
          <ac:chgData name="Abdalla Mukhaimer, Widad" userId="eed79641-8d75-4c66-a669-438ad56aff06" providerId="ADAL" clId="{1BB8E9B1-EC43-443C-AC18-C5EF5303C6DE}" dt="2024-11-18T12:10:03.004" v="70" actId="22"/>
          <ac:spMkLst>
            <pc:docMk/>
            <pc:sldMk cId="4075854152" sldId="301"/>
            <ac:spMk id="5" creationId="{08C233DD-D185-33D3-94F9-A21E5C015CBB}"/>
          </ac:spMkLst>
        </pc:spChg>
        <pc:spChg chg="add mod">
          <ac:chgData name="Abdalla Mukhaimer, Widad" userId="eed79641-8d75-4c66-a669-438ad56aff06" providerId="ADAL" clId="{1BB8E9B1-EC43-443C-AC18-C5EF5303C6DE}" dt="2024-11-18T12:15:40.950" v="157" actId="120"/>
          <ac:spMkLst>
            <pc:docMk/>
            <pc:sldMk cId="4075854152" sldId="301"/>
            <ac:spMk id="7" creationId="{4282CF9C-40AD-58E8-FB44-6E821682D6B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6:02.793" v="163" actId="1076"/>
        <pc:sldMkLst>
          <pc:docMk/>
          <pc:sldMk cId="548971976" sldId="302"/>
        </pc:sldMkLst>
        <pc:spChg chg="add mod">
          <ac:chgData name="Abdalla Mukhaimer, Widad" userId="eed79641-8d75-4c66-a669-438ad56aff06" providerId="ADAL" clId="{1BB8E9B1-EC43-443C-AC18-C5EF5303C6DE}" dt="2024-11-18T12:15:59.573" v="161" actId="1076"/>
          <ac:spMkLst>
            <pc:docMk/>
            <pc:sldMk cId="548971976" sldId="302"/>
            <ac:spMk id="4" creationId="{BF87D4B9-148A-2674-33CC-92AD6A4B0952}"/>
          </ac:spMkLst>
        </pc:spChg>
        <pc:picChg chg="add mod">
          <ac:chgData name="Abdalla Mukhaimer, Widad" userId="eed79641-8d75-4c66-a669-438ad56aff06" providerId="ADAL" clId="{1BB8E9B1-EC43-443C-AC18-C5EF5303C6DE}" dt="2024-11-18T12:16:02.793" v="163" actId="1076"/>
          <ac:picMkLst>
            <pc:docMk/>
            <pc:sldMk cId="548971976" sldId="302"/>
            <ac:picMk id="2" creationId="{7AFC565A-F8DD-E31A-7625-E35D686E80E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6:17.056" v="166" actId="1076"/>
        <pc:sldMkLst>
          <pc:docMk/>
          <pc:sldMk cId="593044576" sldId="303"/>
        </pc:sldMkLst>
        <pc:spChg chg="add mod">
          <ac:chgData name="Abdalla Mukhaimer, Widad" userId="eed79641-8d75-4c66-a669-438ad56aff06" providerId="ADAL" clId="{1BB8E9B1-EC43-443C-AC18-C5EF5303C6DE}" dt="2024-11-18T12:16:17.056" v="166" actId="1076"/>
          <ac:spMkLst>
            <pc:docMk/>
            <pc:sldMk cId="593044576" sldId="303"/>
            <ac:spMk id="3" creationId="{2FF4F911-E335-DFF6-ACF2-990B91C2535E}"/>
          </ac:spMkLst>
        </pc:spChg>
      </pc:sldChg>
      <pc:sldChg chg="add">
        <pc:chgData name="Abdalla Mukhaimer, Widad" userId="eed79641-8d75-4c66-a669-438ad56aff06" providerId="ADAL" clId="{1BB8E9B1-EC43-443C-AC18-C5EF5303C6DE}" dt="2024-11-18T12:07:59.184" v="39"/>
        <pc:sldMkLst>
          <pc:docMk/>
          <pc:sldMk cId="1829655451" sldId="304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4141774057" sldId="305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239312124" sldId="306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057567020" sldId="307"/>
        </pc:sldMkLst>
      </pc:sldChg>
    </pc:docChg>
  </pc:docChgLst>
  <pc:docChgLst>
    <pc:chgData name="Abdalla Mukhaimer, Widad" userId="eed79641-8d75-4c66-a669-438ad56aff06" providerId="ADAL" clId="{FDDCDA09-1206-4D5C-8C1E-30E843CB1DC1}"/>
    <pc:docChg chg="custSel addSld delSld modSld sldOrd">
      <pc:chgData name="Abdalla Mukhaimer, Widad" userId="eed79641-8d75-4c66-a669-438ad56aff06" providerId="ADAL" clId="{FDDCDA09-1206-4D5C-8C1E-30E843CB1DC1}" dt="2024-11-06T08:43:56.184" v="191" actId="1076"/>
      <pc:docMkLst>
        <pc:docMk/>
      </pc:docMkLst>
      <pc:sldChg chg="modSp mod">
        <pc:chgData name="Abdalla Mukhaimer, Widad" userId="eed79641-8d75-4c66-a669-438ad56aff06" providerId="ADAL" clId="{FDDCDA09-1206-4D5C-8C1E-30E843CB1DC1}" dt="2024-11-06T08:29:37.369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FDDCDA09-1206-4D5C-8C1E-30E843CB1DC1}" dt="2024-11-06T08:29:37.369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modSp new mod">
        <pc:chgData name="Abdalla Mukhaimer, Widad" userId="eed79641-8d75-4c66-a669-438ad56aff06" providerId="ADAL" clId="{FDDCDA09-1206-4D5C-8C1E-30E843CB1DC1}" dt="2024-11-06T08:35:48.507" v="73" actId="1076"/>
        <pc:sldMkLst>
          <pc:docMk/>
          <pc:sldMk cId="638457617" sldId="257"/>
        </pc:sldMkLst>
        <pc:spChg chg="add mod">
          <ac:chgData name="Abdalla Mukhaimer, Widad" userId="eed79641-8d75-4c66-a669-438ad56aff06" providerId="ADAL" clId="{FDDCDA09-1206-4D5C-8C1E-30E843CB1DC1}" dt="2024-11-06T08:35:48.507" v="73" actId="1076"/>
          <ac:spMkLst>
            <pc:docMk/>
            <pc:sldMk cId="638457617" sldId="257"/>
            <ac:spMk id="3" creationId="{8A343891-E35A-02D8-453A-6B6360A78B1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23.805" v="78" actId="1076"/>
        <pc:sldMkLst>
          <pc:docMk/>
          <pc:sldMk cId="1028459910" sldId="258"/>
        </pc:sldMkLst>
        <pc:spChg chg="add mod">
          <ac:chgData name="Abdalla Mukhaimer, Widad" userId="eed79641-8d75-4c66-a669-438ad56aff06" providerId="ADAL" clId="{FDDCDA09-1206-4D5C-8C1E-30E843CB1DC1}" dt="2024-11-06T08:36:23.805" v="78" actId="1076"/>
          <ac:spMkLst>
            <pc:docMk/>
            <pc:sldMk cId="1028459910" sldId="258"/>
            <ac:spMk id="3" creationId="{25B4B298-7551-4A19-5066-F1A86D443E1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47.845" v="84" actId="20577"/>
        <pc:sldMkLst>
          <pc:docMk/>
          <pc:sldMk cId="748023758" sldId="259"/>
        </pc:sldMkLst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2" creationId="{5BF537B0-B649-D511-E227-5A4B194EBA12}"/>
          </ac:spMkLst>
        </pc:spChg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3" creationId="{24E11201-8D62-E0A9-BE8F-C9308A65F444}"/>
          </ac:spMkLst>
        </pc:spChg>
        <pc:spChg chg="add mod">
          <ac:chgData name="Abdalla Mukhaimer, Widad" userId="eed79641-8d75-4c66-a669-438ad56aff06" providerId="ADAL" clId="{FDDCDA09-1206-4D5C-8C1E-30E843CB1DC1}" dt="2024-11-06T08:36:47.845" v="84" actId="20577"/>
          <ac:spMkLst>
            <pc:docMk/>
            <pc:sldMk cId="748023758" sldId="259"/>
            <ac:spMk id="5" creationId="{FA5A7BE0-5D80-B1A7-9303-D8811538586C}"/>
          </ac:spMkLst>
        </pc:spChg>
        <pc:picChg chg="add">
          <ac:chgData name="Abdalla Mukhaimer, Widad" userId="eed79641-8d75-4c66-a669-438ad56aff06" providerId="ADAL" clId="{FDDCDA09-1206-4D5C-8C1E-30E843CB1DC1}" dt="2024-11-06T08:30:34.333" v="11"/>
          <ac:picMkLst>
            <pc:docMk/>
            <pc:sldMk cId="748023758" sldId="259"/>
            <ac:picMk id="2049" creationId="{5236F53F-2E89-CF80-A977-ACC7F6D392D4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17.846" v="91" actId="1076"/>
        <pc:sldMkLst>
          <pc:docMk/>
          <pc:sldMk cId="2030027384" sldId="260"/>
        </pc:sldMkLst>
        <pc:spChg chg="add mod">
          <ac:chgData name="Abdalla Mukhaimer, Widad" userId="eed79641-8d75-4c66-a669-438ad56aff06" providerId="ADAL" clId="{FDDCDA09-1206-4D5C-8C1E-30E843CB1DC1}" dt="2024-11-06T08:37:16.139" v="90" actId="1076"/>
          <ac:spMkLst>
            <pc:docMk/>
            <pc:sldMk cId="2030027384" sldId="260"/>
            <ac:spMk id="3" creationId="{6873B8EA-3E54-BDF6-BCDF-7845138C5E9D}"/>
          </ac:spMkLst>
        </pc:spChg>
        <pc:picChg chg="add mod">
          <ac:chgData name="Abdalla Mukhaimer, Widad" userId="eed79641-8d75-4c66-a669-438ad56aff06" providerId="ADAL" clId="{FDDCDA09-1206-4D5C-8C1E-30E843CB1DC1}" dt="2024-11-06T08:37:17.846" v="91" actId="1076"/>
          <ac:picMkLst>
            <pc:docMk/>
            <pc:sldMk cId="2030027384" sldId="260"/>
            <ac:picMk id="4" creationId="{76AAB46C-2E1D-7C89-B352-CC64619AA9F0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37.693" v="97" actId="20577"/>
        <pc:sldMkLst>
          <pc:docMk/>
          <pc:sldMk cId="4000533188" sldId="261"/>
        </pc:sldMkLst>
        <pc:spChg chg="add mod">
          <ac:chgData name="Abdalla Mukhaimer, Widad" userId="eed79641-8d75-4c66-a669-438ad56aff06" providerId="ADAL" clId="{FDDCDA09-1206-4D5C-8C1E-30E843CB1DC1}" dt="2024-11-06T08:37:37.693" v="97" actId="20577"/>
          <ac:spMkLst>
            <pc:docMk/>
            <pc:sldMk cId="4000533188" sldId="261"/>
            <ac:spMk id="3" creationId="{7EA2F1B4-FF26-C488-DA75-027E08780B8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7:56.688" v="101" actId="1076"/>
        <pc:sldMkLst>
          <pc:docMk/>
          <pc:sldMk cId="4173253180" sldId="262"/>
        </pc:sldMkLst>
        <pc:spChg chg="add mod">
          <ac:chgData name="Abdalla Mukhaimer, Widad" userId="eed79641-8d75-4c66-a669-438ad56aff06" providerId="ADAL" clId="{FDDCDA09-1206-4D5C-8C1E-30E843CB1DC1}" dt="2024-11-06T08:37:56.688" v="101" actId="1076"/>
          <ac:spMkLst>
            <pc:docMk/>
            <pc:sldMk cId="4173253180" sldId="262"/>
            <ac:spMk id="3" creationId="{A48D8B5B-8B03-1832-A930-503359A937E6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8:15.515" v="106" actId="20577"/>
        <pc:sldMkLst>
          <pc:docMk/>
          <pc:sldMk cId="3260691908" sldId="263"/>
        </pc:sldMkLst>
        <pc:spChg chg="add mod">
          <ac:chgData name="Abdalla Mukhaimer, Widad" userId="eed79641-8d75-4c66-a669-438ad56aff06" providerId="ADAL" clId="{FDDCDA09-1206-4D5C-8C1E-30E843CB1DC1}" dt="2024-11-06T08:38:15.515" v="106" actId="20577"/>
          <ac:spMkLst>
            <pc:docMk/>
            <pc:sldMk cId="3260691908" sldId="263"/>
            <ac:spMk id="3" creationId="{EA6499B2-8B66-DF8A-D096-F4B13151D54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24.536" v="118" actId="1076"/>
        <pc:sldMkLst>
          <pc:docMk/>
          <pc:sldMk cId="496906804" sldId="264"/>
        </pc:sldMkLst>
        <pc:spChg chg="add mod">
          <ac:chgData name="Abdalla Mukhaimer, Widad" userId="eed79641-8d75-4c66-a669-438ad56aff06" providerId="ADAL" clId="{FDDCDA09-1206-4D5C-8C1E-30E843CB1DC1}" dt="2024-11-06T08:39:24.536" v="118" actId="1076"/>
          <ac:spMkLst>
            <pc:docMk/>
            <pc:sldMk cId="496906804" sldId="264"/>
            <ac:spMk id="3" creationId="{8545DE92-4B93-49CD-5C22-B8B88FD768CB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59.383" v="126" actId="20577"/>
        <pc:sldMkLst>
          <pc:docMk/>
          <pc:sldMk cId="1442182053" sldId="265"/>
        </pc:sldMkLst>
        <pc:spChg chg="add mod">
          <ac:chgData name="Abdalla Mukhaimer, Widad" userId="eed79641-8d75-4c66-a669-438ad56aff06" providerId="ADAL" clId="{FDDCDA09-1206-4D5C-8C1E-30E843CB1DC1}" dt="2024-11-06T08:39:59.383" v="126" actId="20577"/>
          <ac:spMkLst>
            <pc:docMk/>
            <pc:sldMk cId="1442182053" sldId="265"/>
            <ac:spMk id="3" creationId="{69ABD95E-FC7C-2BD3-5F31-D616C249DE5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0:32.452" v="138" actId="1076"/>
        <pc:sldMkLst>
          <pc:docMk/>
          <pc:sldMk cId="2978737758" sldId="266"/>
        </pc:sldMkLst>
        <pc:spChg chg="add mod">
          <ac:chgData name="Abdalla Mukhaimer, Widad" userId="eed79641-8d75-4c66-a669-438ad56aff06" providerId="ADAL" clId="{FDDCDA09-1206-4D5C-8C1E-30E843CB1DC1}" dt="2024-11-06T08:40:31.350" v="137" actId="1076"/>
          <ac:spMkLst>
            <pc:docMk/>
            <pc:sldMk cId="2978737758" sldId="266"/>
            <ac:spMk id="3" creationId="{7F6B95F8-9983-3E4E-C64B-DE9935CD1302}"/>
          </ac:spMkLst>
        </pc:spChg>
        <pc:picChg chg="add mod">
          <ac:chgData name="Abdalla Mukhaimer, Widad" userId="eed79641-8d75-4c66-a669-438ad56aff06" providerId="ADAL" clId="{FDDCDA09-1206-4D5C-8C1E-30E843CB1DC1}" dt="2024-11-06T08:40:32.452" v="138" actId="1076"/>
          <ac:picMkLst>
            <pc:docMk/>
            <pc:sldMk cId="2978737758" sldId="266"/>
            <ac:picMk id="4" creationId="{5E091AF5-0ED1-7F57-68C1-86855DFE9FC7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41:09.253" v="147" actId="20577"/>
        <pc:sldMkLst>
          <pc:docMk/>
          <pc:sldMk cId="7022708" sldId="267"/>
        </pc:sldMkLst>
        <pc:spChg chg="add mod">
          <ac:chgData name="Abdalla Mukhaimer, Widad" userId="eed79641-8d75-4c66-a669-438ad56aff06" providerId="ADAL" clId="{FDDCDA09-1206-4D5C-8C1E-30E843CB1DC1}" dt="2024-11-06T08:41:09.253" v="147" actId="20577"/>
          <ac:spMkLst>
            <pc:docMk/>
            <pc:sldMk cId="7022708" sldId="267"/>
            <ac:spMk id="3" creationId="{0E2C72B1-DE45-2601-30D2-1B7CD0FAA9E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1:45.310" v="155" actId="1076"/>
        <pc:sldMkLst>
          <pc:docMk/>
          <pc:sldMk cId="387509337" sldId="268"/>
        </pc:sldMkLst>
        <pc:spChg chg="add mod">
          <ac:chgData name="Abdalla Mukhaimer, Widad" userId="eed79641-8d75-4c66-a669-438ad56aff06" providerId="ADAL" clId="{FDDCDA09-1206-4D5C-8C1E-30E843CB1DC1}" dt="2024-11-06T08:41:37.815" v="153" actId="1076"/>
          <ac:spMkLst>
            <pc:docMk/>
            <pc:sldMk cId="387509337" sldId="268"/>
            <ac:spMk id="3" creationId="{E61718DD-46C4-D845-22EF-8B1619017A7D}"/>
          </ac:spMkLst>
        </pc:spChg>
        <pc:spChg chg="add mod">
          <ac:chgData name="Abdalla Mukhaimer, Widad" userId="eed79641-8d75-4c66-a669-438ad56aff06" providerId="ADAL" clId="{FDDCDA09-1206-4D5C-8C1E-30E843CB1DC1}" dt="2024-11-06T08:41:45.310" v="155" actId="1076"/>
          <ac:spMkLst>
            <pc:docMk/>
            <pc:sldMk cId="387509337" sldId="268"/>
            <ac:spMk id="5" creationId="{D0BB2184-DF60-8257-50FC-1DE95CD2851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2:23.298" v="166" actId="1076"/>
        <pc:sldMkLst>
          <pc:docMk/>
          <pc:sldMk cId="630766484" sldId="269"/>
        </pc:sldMkLst>
        <pc:spChg chg="add mod">
          <ac:chgData name="Abdalla Mukhaimer, Widad" userId="eed79641-8d75-4c66-a669-438ad56aff06" providerId="ADAL" clId="{FDDCDA09-1206-4D5C-8C1E-30E843CB1DC1}" dt="2024-11-06T08:42:22.333" v="165" actId="1076"/>
          <ac:spMkLst>
            <pc:docMk/>
            <pc:sldMk cId="630766484" sldId="269"/>
            <ac:spMk id="3" creationId="{4D295FD2-F13D-8C4D-BD15-BC6C2349BED9}"/>
          </ac:spMkLst>
        </pc:spChg>
        <pc:picChg chg="add mod">
          <ac:chgData name="Abdalla Mukhaimer, Widad" userId="eed79641-8d75-4c66-a669-438ad56aff06" providerId="ADAL" clId="{FDDCDA09-1206-4D5C-8C1E-30E843CB1DC1}" dt="2024-11-06T08:42:23.298" v="166" actId="1076"/>
          <ac:picMkLst>
            <pc:docMk/>
            <pc:sldMk cId="630766484" sldId="269"/>
            <ac:picMk id="4" creationId="{B0B7893A-D7B5-922C-875F-3734D976F8B6}"/>
          </ac:picMkLst>
        </pc:picChg>
      </pc:sldChg>
      <pc:sldChg chg="addSp delSp modSp add mod">
        <pc:chgData name="Abdalla Mukhaimer, Widad" userId="eed79641-8d75-4c66-a669-438ad56aff06" providerId="ADAL" clId="{FDDCDA09-1206-4D5C-8C1E-30E843CB1DC1}" dt="2024-11-06T08:43:45.152" v="184" actId="1076"/>
        <pc:sldMkLst>
          <pc:docMk/>
          <pc:sldMk cId="2010523842" sldId="270"/>
        </pc:sldMkLst>
        <pc:spChg chg="add mod">
          <ac:chgData name="Abdalla Mukhaimer, Widad" userId="eed79641-8d75-4c66-a669-438ad56aff06" providerId="ADAL" clId="{FDDCDA09-1206-4D5C-8C1E-30E843CB1DC1}" dt="2024-11-06T08:42:55.141" v="177" actId="20577"/>
          <ac:spMkLst>
            <pc:docMk/>
            <pc:sldMk cId="2010523842" sldId="270"/>
            <ac:spMk id="3" creationId="{640B5406-76FD-9445-E5F3-BA2075B8DA9A}"/>
          </ac:spMkLst>
        </pc:spChg>
        <pc:picChg chg="add del mod">
          <ac:chgData name="Abdalla Mukhaimer, Widad" userId="eed79641-8d75-4c66-a669-438ad56aff06" providerId="ADAL" clId="{FDDCDA09-1206-4D5C-8C1E-30E843CB1DC1}" dt="2024-11-06T08:42:52.361" v="176" actId="478"/>
          <ac:picMkLst>
            <pc:docMk/>
            <pc:sldMk cId="2010523842" sldId="270"/>
            <ac:picMk id="4" creationId="{E1CEAE6C-5CC4-524D-D3E8-6B3FD631B154}"/>
          </ac:picMkLst>
        </pc:picChg>
        <pc:picChg chg="add mod">
          <ac:chgData name="Abdalla Mukhaimer, Widad" userId="eed79641-8d75-4c66-a669-438ad56aff06" providerId="ADAL" clId="{FDDCDA09-1206-4D5C-8C1E-30E843CB1DC1}" dt="2024-11-06T08:43:45.152" v="184" actId="1076"/>
          <ac:picMkLst>
            <pc:docMk/>
            <pc:sldMk cId="2010523842" sldId="270"/>
            <ac:picMk id="6" creationId="{D7A14DF6-3D5A-EA76-BB54-F518E5983595}"/>
          </ac:picMkLst>
        </pc:picChg>
      </pc:sldChg>
      <pc:sldChg chg="add">
        <pc:chgData name="Abdalla Mukhaimer, Widad" userId="eed79641-8d75-4c66-a669-438ad56aff06" providerId="ADAL" clId="{FDDCDA09-1206-4D5C-8C1E-30E843CB1DC1}" dt="2024-11-06T08:31:43.866" v="32"/>
        <pc:sldMkLst>
          <pc:docMk/>
          <pc:sldMk cId="1820640788" sldId="271"/>
        </pc:sldMkLst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2354235331" sldId="272"/>
        </pc:sldMkLst>
      </pc:sldChg>
      <pc:sldChg chg="modSp add mod ord">
        <pc:chgData name="Abdalla Mukhaimer, Widad" userId="eed79641-8d75-4c66-a669-438ad56aff06" providerId="ADAL" clId="{FDDCDA09-1206-4D5C-8C1E-30E843CB1DC1}" dt="2024-11-06T08:39:15.029" v="114"/>
        <pc:sldMkLst>
          <pc:docMk/>
          <pc:sldMk cId="3773455480" sldId="272"/>
        </pc:sldMkLst>
        <pc:spChg chg="mod">
          <ac:chgData name="Abdalla Mukhaimer, Widad" userId="eed79641-8d75-4c66-a669-438ad56aff06" providerId="ADAL" clId="{FDDCDA09-1206-4D5C-8C1E-30E843CB1DC1}" dt="2024-11-06T08:39:09.123" v="112" actId="1076"/>
          <ac:spMkLst>
            <pc:docMk/>
            <pc:sldMk cId="3773455480" sldId="272"/>
            <ac:spMk id="3" creationId="{8545DE92-4B93-49CD-5C22-B8B88FD768CB}"/>
          </ac:spMkLst>
        </pc:spChg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1919104897" sldId="273"/>
        </pc:sldMkLst>
      </pc:sldChg>
      <pc:sldChg chg="modSp add mod">
        <pc:chgData name="Abdalla Mukhaimer, Widad" userId="eed79641-8d75-4c66-a669-438ad56aff06" providerId="ADAL" clId="{FDDCDA09-1206-4D5C-8C1E-30E843CB1DC1}" dt="2024-11-06T08:43:56.184" v="191" actId="1076"/>
        <pc:sldMkLst>
          <pc:docMk/>
          <pc:sldMk cId="3984666083" sldId="273"/>
        </pc:sldMkLst>
        <pc:picChg chg="mod">
          <ac:chgData name="Abdalla Mukhaimer, Widad" userId="eed79641-8d75-4c66-a669-438ad56aff06" providerId="ADAL" clId="{FDDCDA09-1206-4D5C-8C1E-30E843CB1DC1}" dt="2024-11-06T08:43:56.184" v="191" actId="1076"/>
          <ac:picMkLst>
            <pc:docMk/>
            <pc:sldMk cId="3984666083" sldId="273"/>
            <ac:picMk id="4" creationId="{E1CEAE6C-5CC4-524D-D3E8-6B3FD631B154}"/>
          </ac:picMkLst>
        </pc:picChg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83252368" sldId="281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992468140" sldId="282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676576133" sldId="283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230786504" sldId="284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173877358" sldId="285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840602954" sldId="286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960936151" sldId="287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97012742" sldId="288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881810693" sldId="289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427871896" sldId="29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4041240376" sldId="291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  <pc:docChgLst>
    <pc:chgData name="Abdalla Mukhaimer, Widad" userId="eed79641-8d75-4c66-a669-438ad56aff06" providerId="ADAL" clId="{81842F16-4F8C-441F-B5AC-5BD6AD36882A}"/>
    <pc:docChg chg="custSel addSld delSld modSld">
      <pc:chgData name="Abdalla Mukhaimer, Widad" userId="eed79641-8d75-4c66-a669-438ad56aff06" providerId="ADAL" clId="{81842F16-4F8C-441F-B5AC-5BD6AD36882A}" dt="2024-11-08T08:35:51.966" v="116" actId="20577"/>
      <pc:docMkLst>
        <pc:docMk/>
      </pc:docMkLst>
      <pc:sldChg chg="modSp mod">
        <pc:chgData name="Abdalla Mukhaimer, Widad" userId="eed79641-8d75-4c66-a669-438ad56aff06" providerId="ADAL" clId="{81842F16-4F8C-441F-B5AC-5BD6AD36882A}" dt="2024-11-08T08:29:38.417" v="15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81842F16-4F8C-441F-B5AC-5BD6AD36882A}" dt="2024-11-08T08:29:38.417" v="15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8457617" sldId="25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028459910" sldId="25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48023758" sldId="25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30027384" sldId="260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000533188" sldId="261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173253180" sldId="262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260691908" sldId="263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96906804" sldId="264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442182053" sldId="265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978737758" sldId="266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022708" sldId="26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87509337" sldId="26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0766484" sldId="26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10523842" sldId="270"/>
        </pc:sldMkLst>
      </pc:sldChg>
      <pc:sldChg chg="addSp modSp mod">
        <pc:chgData name="Abdalla Mukhaimer, Widad" userId="eed79641-8d75-4c66-a669-438ad56aff06" providerId="ADAL" clId="{81842F16-4F8C-441F-B5AC-5BD6AD36882A}" dt="2024-11-08T08:32:36.022" v="58" actId="20577"/>
        <pc:sldMkLst>
          <pc:docMk/>
          <pc:sldMk cId="1820640788" sldId="271"/>
        </pc:sldMkLst>
        <pc:spChg chg="add mod">
          <ac:chgData name="Abdalla Mukhaimer, Widad" userId="eed79641-8d75-4c66-a669-438ad56aff06" providerId="ADAL" clId="{81842F16-4F8C-441F-B5AC-5BD6AD36882A}" dt="2024-11-08T08:32:36.022" v="58" actId="20577"/>
          <ac:spMkLst>
            <pc:docMk/>
            <pc:sldMk cId="1820640788" sldId="271"/>
            <ac:spMk id="3" creationId="{E07DC173-12D0-CF70-7ECA-0C3B8EDF49F4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3:01.846" v="66" actId="1076"/>
        <pc:sldMkLst>
          <pc:docMk/>
          <pc:sldMk cId="2542134890" sldId="272"/>
        </pc:sldMkLst>
        <pc:spChg chg="add mod">
          <ac:chgData name="Abdalla Mukhaimer, Widad" userId="eed79641-8d75-4c66-a669-438ad56aff06" providerId="ADAL" clId="{81842F16-4F8C-441F-B5AC-5BD6AD36882A}" dt="2024-11-08T08:32:59.806" v="65" actId="1076"/>
          <ac:spMkLst>
            <pc:docMk/>
            <pc:sldMk cId="2542134890" sldId="272"/>
            <ac:spMk id="4" creationId="{1D5BC937-15D0-41AD-9088-C0A03E2AC639}"/>
          </ac:spMkLst>
        </pc:spChg>
        <pc:picChg chg="add mod">
          <ac:chgData name="Abdalla Mukhaimer, Widad" userId="eed79641-8d75-4c66-a669-438ad56aff06" providerId="ADAL" clId="{81842F16-4F8C-441F-B5AC-5BD6AD36882A}" dt="2024-11-08T08:33:01.846" v="66" actId="1076"/>
          <ac:picMkLst>
            <pc:docMk/>
            <pc:sldMk cId="2542134890" sldId="272"/>
            <ac:picMk id="2" creationId="{6E9BD773-43C0-D155-487A-0831B87503E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773455480" sldId="272"/>
        </pc:sldMkLst>
      </pc:sldChg>
      <pc:sldChg chg="addSp modSp add mod">
        <pc:chgData name="Abdalla Mukhaimer, Widad" userId="eed79641-8d75-4c66-a669-438ad56aff06" providerId="ADAL" clId="{81842F16-4F8C-441F-B5AC-5BD6AD36882A}" dt="2024-11-08T08:33:22.122" v="72" actId="1076"/>
        <pc:sldMkLst>
          <pc:docMk/>
          <pc:sldMk cId="2727831515" sldId="273"/>
        </pc:sldMkLst>
        <pc:spChg chg="add mod">
          <ac:chgData name="Abdalla Mukhaimer, Widad" userId="eed79641-8d75-4c66-a669-438ad56aff06" providerId="ADAL" clId="{81842F16-4F8C-441F-B5AC-5BD6AD36882A}" dt="2024-11-08T08:33:17.801" v="70" actId="123"/>
          <ac:spMkLst>
            <pc:docMk/>
            <pc:sldMk cId="2727831515" sldId="273"/>
            <ac:spMk id="4" creationId="{ACE7BF99-E139-1CD6-88C5-72F2F31DB40F}"/>
          </ac:spMkLst>
        </pc:spChg>
        <pc:picChg chg="add mod">
          <ac:chgData name="Abdalla Mukhaimer, Widad" userId="eed79641-8d75-4c66-a669-438ad56aff06" providerId="ADAL" clId="{81842F16-4F8C-441F-B5AC-5BD6AD36882A}" dt="2024-11-08T08:33:22.122" v="72" actId="1076"/>
          <ac:picMkLst>
            <pc:docMk/>
            <pc:sldMk cId="2727831515" sldId="273"/>
            <ac:picMk id="2" creationId="{6DEAA95C-05E0-557F-0870-F3F348BFC5B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984666083" sldId="273"/>
        </pc:sldMkLst>
      </pc:sldChg>
      <pc:sldChg chg="addSp modSp add mod">
        <pc:chgData name="Abdalla Mukhaimer, Widad" userId="eed79641-8d75-4c66-a669-438ad56aff06" providerId="ADAL" clId="{81842F16-4F8C-441F-B5AC-5BD6AD36882A}" dt="2024-11-08T08:33:47.973" v="79" actId="20577"/>
        <pc:sldMkLst>
          <pc:docMk/>
          <pc:sldMk cId="231200953" sldId="274"/>
        </pc:sldMkLst>
        <pc:spChg chg="add mod">
          <ac:chgData name="Abdalla Mukhaimer, Widad" userId="eed79641-8d75-4c66-a669-438ad56aff06" providerId="ADAL" clId="{81842F16-4F8C-441F-B5AC-5BD6AD36882A}" dt="2024-11-08T08:33:47.973" v="79" actId="20577"/>
          <ac:spMkLst>
            <pc:docMk/>
            <pc:sldMk cId="231200953" sldId="274"/>
            <ac:spMk id="4" creationId="{3CFE4D82-CD6B-5136-591D-20E954941B30}"/>
          </ac:spMkLst>
        </pc:spChg>
        <pc:picChg chg="add mod">
          <ac:chgData name="Abdalla Mukhaimer, Widad" userId="eed79641-8d75-4c66-a669-438ad56aff06" providerId="ADAL" clId="{81842F16-4F8C-441F-B5AC-5BD6AD36882A}" dt="2024-11-08T08:33:41.177" v="78" actId="1076"/>
          <ac:picMkLst>
            <pc:docMk/>
            <pc:sldMk cId="231200953" sldId="274"/>
            <ac:picMk id="2" creationId="{E07320B4-48D2-20A2-DD0D-2F7B284BD19D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07.635" v="85" actId="1076"/>
        <pc:sldMkLst>
          <pc:docMk/>
          <pc:sldMk cId="165681766" sldId="275"/>
        </pc:sldMkLst>
        <pc:spChg chg="add mod">
          <ac:chgData name="Abdalla Mukhaimer, Widad" userId="eed79641-8d75-4c66-a669-438ad56aff06" providerId="ADAL" clId="{81842F16-4F8C-441F-B5AC-5BD6AD36882A}" dt="2024-11-08T08:34:07.635" v="85" actId="1076"/>
          <ac:spMkLst>
            <pc:docMk/>
            <pc:sldMk cId="165681766" sldId="275"/>
            <ac:spMk id="3" creationId="{48D9AFD1-E2F4-21B4-2020-3C63546BE975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4:26.379" v="90" actId="1076"/>
        <pc:sldMkLst>
          <pc:docMk/>
          <pc:sldMk cId="256691435" sldId="276"/>
        </pc:sldMkLst>
        <pc:spChg chg="add mod">
          <ac:chgData name="Abdalla Mukhaimer, Widad" userId="eed79641-8d75-4c66-a669-438ad56aff06" providerId="ADAL" clId="{81842F16-4F8C-441F-B5AC-5BD6AD36882A}" dt="2024-11-08T08:34:26.379" v="90" actId="1076"/>
          <ac:spMkLst>
            <pc:docMk/>
            <pc:sldMk cId="256691435" sldId="276"/>
            <ac:spMk id="3" creationId="{AE8BC606-50CA-EE69-7555-3995F0E33E79}"/>
          </ac:spMkLst>
        </pc:spChg>
      </pc:sldChg>
      <pc:sldChg chg="addSp delSp modSp add mod">
        <pc:chgData name="Abdalla Mukhaimer, Widad" userId="eed79641-8d75-4c66-a669-438ad56aff06" providerId="ADAL" clId="{81842F16-4F8C-441F-B5AC-5BD6AD36882A}" dt="2024-11-08T08:34:48.139" v="95" actId="1076"/>
        <pc:sldMkLst>
          <pc:docMk/>
          <pc:sldMk cId="88094747" sldId="277"/>
        </pc:sldMkLst>
        <pc:spChg chg="add mod">
          <ac:chgData name="Abdalla Mukhaimer, Widad" userId="eed79641-8d75-4c66-a669-438ad56aff06" providerId="ADAL" clId="{81842F16-4F8C-441F-B5AC-5BD6AD36882A}" dt="2024-11-08T08:34:48.139" v="95" actId="1076"/>
          <ac:spMkLst>
            <pc:docMk/>
            <pc:sldMk cId="88094747" sldId="277"/>
            <ac:spMk id="3" creationId="{5AAB277E-C907-53E2-90C5-980459F0DD5F}"/>
          </ac:spMkLst>
        </pc:spChg>
        <pc:picChg chg="add del mod">
          <ac:chgData name="Abdalla Mukhaimer, Widad" userId="eed79641-8d75-4c66-a669-438ad56aff06" providerId="ADAL" clId="{81842F16-4F8C-441F-B5AC-5BD6AD36882A}" dt="2024-11-08T08:31:21.221" v="43" actId="21"/>
          <ac:picMkLst>
            <pc:docMk/>
            <pc:sldMk cId="88094747" sldId="277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55.873" v="98" actId="14100"/>
        <pc:sldMkLst>
          <pc:docMk/>
          <pc:sldMk cId="3613551436" sldId="278"/>
        </pc:sldMkLst>
        <pc:picChg chg="add mod">
          <ac:chgData name="Abdalla Mukhaimer, Widad" userId="eed79641-8d75-4c66-a669-438ad56aff06" providerId="ADAL" clId="{81842F16-4F8C-441F-B5AC-5BD6AD36882A}" dt="2024-11-08T08:34:55.873" v="98" actId="14100"/>
          <ac:picMkLst>
            <pc:docMk/>
            <pc:sldMk cId="3613551436" sldId="278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29.840" v="110" actId="1076"/>
        <pc:sldMkLst>
          <pc:docMk/>
          <pc:sldMk cId="1538123124" sldId="279"/>
        </pc:sldMkLst>
        <pc:spChg chg="add mod">
          <ac:chgData name="Abdalla Mukhaimer, Widad" userId="eed79641-8d75-4c66-a669-438ad56aff06" providerId="ADAL" clId="{81842F16-4F8C-441F-B5AC-5BD6AD36882A}" dt="2024-11-08T08:35:28.723" v="109" actId="1076"/>
          <ac:spMkLst>
            <pc:docMk/>
            <pc:sldMk cId="1538123124" sldId="279"/>
            <ac:spMk id="3" creationId="{3A153E72-3517-2D12-A2C9-374BACEB93EA}"/>
          </ac:spMkLst>
        </pc:spChg>
        <pc:picChg chg="add mod">
          <ac:chgData name="Abdalla Mukhaimer, Widad" userId="eed79641-8d75-4c66-a669-438ad56aff06" providerId="ADAL" clId="{81842F16-4F8C-441F-B5AC-5BD6AD36882A}" dt="2024-11-08T08:35:29.840" v="110" actId="1076"/>
          <ac:picMkLst>
            <pc:docMk/>
            <pc:sldMk cId="1538123124" sldId="279"/>
            <ac:picMk id="5" creationId="{36E740BD-9E35-B1A0-25F4-85FD16F068D7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51.966" v="116" actId="20577"/>
        <pc:sldMkLst>
          <pc:docMk/>
          <pc:sldMk cId="2882451772" sldId="280"/>
        </pc:sldMkLst>
        <pc:spChg chg="add mod">
          <ac:chgData name="Abdalla Mukhaimer, Widad" userId="eed79641-8d75-4c66-a669-438ad56aff06" providerId="ADAL" clId="{81842F16-4F8C-441F-B5AC-5BD6AD36882A}" dt="2024-11-08T08:35:51.966" v="116" actId="20577"/>
          <ac:spMkLst>
            <pc:docMk/>
            <pc:sldMk cId="2882451772" sldId="280"/>
            <ac:spMk id="3" creationId="{646599B7-1439-807B-EC73-A2BBDC8AEFDE}"/>
          </ac:spMkLst>
        </pc:spChg>
      </pc:sldChg>
      <pc:sldChg chg="add del">
        <pc:chgData name="Abdalla Mukhaimer, Widad" userId="eed79641-8d75-4c66-a669-438ad56aff06" providerId="ADAL" clId="{81842F16-4F8C-441F-B5AC-5BD6AD36882A}" dt="2024-11-08T08:31:53.563" v="49" actId="47"/>
        <pc:sldMkLst>
          <pc:docMk/>
          <pc:sldMk cId="1992130188" sldId="281"/>
        </pc:sldMkLst>
      </pc:sldChg>
      <pc:sldChg chg="add">
        <pc:chgData name="Abdalla Mukhaimer, Widad" userId="eed79641-8d75-4c66-a669-438ad56aff06" providerId="ADAL" clId="{81842F16-4F8C-441F-B5AC-5BD6AD36882A}" dt="2024-11-08T08:29:48.236" v="27"/>
        <pc:sldMkLst>
          <pc:docMk/>
          <pc:sldMk cId="696604132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806741" y="2521909"/>
            <a:ext cx="10578518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Statistics &amp; Bootstrapping</a:t>
            </a:r>
          </a:p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940136-5DD0-ECFB-95EF-4DFC4E517129}"/>
              </a:ext>
            </a:extLst>
          </p:cNvPr>
          <p:cNvSpPr txBox="1"/>
          <p:nvPr/>
        </p:nvSpPr>
        <p:spPr>
          <a:xfrm>
            <a:off x="518160" y="1259951"/>
            <a:ext cx="11155680" cy="344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everyone/everything in a group of interest.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Sample: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subset (smaller group) of the population.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Probability Distribution: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it’s a function that describes the possible values and likelihoods that a specific random variable can take.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37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CEAEAB-677F-B22D-7D81-CD8D47A4A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50" y="463347"/>
            <a:ext cx="3518736" cy="245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The Uniform Distribution – Introductory Statistics">
            <a:extLst>
              <a:ext uri="{FF2B5EF4-FFF2-40B4-BE49-F238E27FC236}">
                <a16:creationId xmlns:a16="http://schemas.microsoft.com/office/drawing/2014/main" id="{B8D6FBD0-98D8-2E87-62FA-0994035FA0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1" t="11741" r="-1082" b="-628"/>
          <a:stretch/>
        </p:blipFill>
        <p:spPr bwMode="auto">
          <a:xfrm>
            <a:off x="6803104" y="394419"/>
            <a:ext cx="4162697" cy="24448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 descr="Beta Distribution — Intuition, Examples, and Derivation | by Aerin Kim |  Towards Data Science">
            <a:extLst>
              <a:ext uri="{FF2B5EF4-FFF2-40B4-BE49-F238E27FC236}">
                <a16:creationId xmlns:a16="http://schemas.microsoft.com/office/drawing/2014/main" id="{A2C7BC17-3FF9-460A-22F9-90AF77B257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4" t="6751"/>
          <a:stretch/>
        </p:blipFill>
        <p:spPr bwMode="auto">
          <a:xfrm>
            <a:off x="3788228" y="3829594"/>
            <a:ext cx="4162697" cy="27331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84782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FC5889-D42C-9D5B-A0A6-3C7AB85B55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300" y="3429000"/>
            <a:ext cx="3865801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0F90B9-D2E2-ED1B-4F4D-53B5A0D47F95}"/>
              </a:ext>
            </a:extLst>
          </p:cNvPr>
          <p:cNvSpPr txBox="1"/>
          <p:nvPr/>
        </p:nvSpPr>
        <p:spPr>
          <a:xfrm>
            <a:off x="609600" y="168031"/>
            <a:ext cx="10972800" cy="609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Population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Normal Distribution: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 100, Standard deviation 15.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 &lt;- 1000000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normal_pop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rnorm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(N, mean = 100,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sd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15)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plot_1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data.frame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normal_pop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normal_pop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))+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plot_1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121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1FD16B-4E3F-AFFF-7660-96E8792A3C3B}"/>
              </a:ext>
            </a:extLst>
          </p:cNvPr>
          <p:cNvSpPr txBox="1"/>
          <p:nvPr/>
        </p:nvSpPr>
        <p:spPr>
          <a:xfrm>
            <a:off x="444137" y="227383"/>
            <a:ext cx="10580914" cy="4739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Uniform: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min = 446, max = 520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 &lt;- 1000000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uniform_pop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runif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(N, min = 446, max = 520)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plot_2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data.frame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uniform_pop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uniform_pop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))+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6E9754-9D6F-4298-A1C8-0668A32983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741" y="3255877"/>
            <a:ext cx="4459379" cy="337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7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28E6A1-0E11-7694-E35C-97BF77B1DFB7}"/>
              </a:ext>
            </a:extLst>
          </p:cNvPr>
          <p:cNvSpPr txBox="1"/>
          <p:nvPr/>
        </p:nvSpPr>
        <p:spPr>
          <a:xfrm>
            <a:off x="391885" y="471224"/>
            <a:ext cx="11443064" cy="4739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Beta: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shape1 = 2, shape2 = 8.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 &lt;- 1000000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beta_pop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rbeta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(N, shape1 = 2, shape2 = 8)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plot_3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data.frame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beta_pop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beta_pop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))+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plot_3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D54E14-6DFF-37C1-A9D5-28F0B76D9F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010" y="3646132"/>
            <a:ext cx="4096475" cy="312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4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14656F-1979-4026-4A61-4DE5113BAB8B}"/>
              </a:ext>
            </a:extLst>
          </p:cNvPr>
          <p:cNvSpPr txBox="1"/>
          <p:nvPr/>
        </p:nvSpPr>
        <p:spPr>
          <a:xfrm>
            <a:off x="426719" y="559729"/>
            <a:ext cx="11451771" cy="5396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One Sample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randomly sample 100 data points from the population of the normal distribution to create our sample then compute the mean.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 &lt;- 100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sample(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normal_pop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one_sample_mean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mean(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one_sample_mean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03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AEA28E-EC90-3EE5-C00C-4A6631FB98CA}"/>
              </a:ext>
            </a:extLst>
          </p:cNvPr>
          <p:cNvSpPr txBox="1"/>
          <p:nvPr/>
        </p:nvSpPr>
        <p:spPr>
          <a:xfrm>
            <a:off x="361405" y="651838"/>
            <a:ext cx="11469189" cy="508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Sampling Distribution of the Mean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"statistic"?: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statistic is a numerical value or measure that summarizes some aspect of a sample. (i.e., mean, median, sample standard deviation... etc.)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Sampling Distribution: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it's a distribution of a sample statistic based on all possible simple random samples of the same size from the same population.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61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5A7954-F0C5-552B-EFF9-8E6199868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804"/>
            <a:ext cx="12122331" cy="613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96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FAA8F8-6C04-0737-D338-D0967DCBE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595"/>
            <a:ext cx="12061371" cy="63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73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4E9021-6421-92F1-0A99-83FEABC734D3}"/>
              </a:ext>
            </a:extLst>
          </p:cNvPr>
          <p:cNvSpPr txBox="1"/>
          <p:nvPr/>
        </p:nvSpPr>
        <p:spPr>
          <a:xfrm>
            <a:off x="283028" y="339504"/>
            <a:ext cx="11625943" cy="3570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multiple samples and computing the mean of each sample.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get_one_sample_mean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&lt;- function(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population_vector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n) {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sample(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population_vector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one_sample_mean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mean(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return(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one_sample_mean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2CF9C-40AD-58E8-FB44-6E821682D6BA}"/>
              </a:ext>
            </a:extLst>
          </p:cNvPr>
          <p:cNvSpPr txBox="1"/>
          <p:nvPr/>
        </p:nvSpPr>
        <p:spPr>
          <a:xfrm>
            <a:off x="283028" y="4110576"/>
            <a:ext cx="11908971" cy="255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Sampling Distribution of the mean with n = 100.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sampling_distribution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(1:10000,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get_one_sample_mean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population_vector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normal_pop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n = 100)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854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FC565A-F8DD-E31A-7625-E35D686E8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806" y="2745876"/>
            <a:ext cx="4431574" cy="37379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87D4B9-148A-2674-33CC-92AD6A4B0952}"/>
              </a:ext>
            </a:extLst>
          </p:cNvPr>
          <p:cNvSpPr txBox="1"/>
          <p:nvPr/>
        </p:nvSpPr>
        <p:spPr>
          <a:xfrm>
            <a:off x="248194" y="999320"/>
            <a:ext cx="11695611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plot_4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data.frame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sampling_distribution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sampling_distribution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))+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plot_4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971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F4F911-E335-DFF6-ACF2-990B91C2535E}"/>
              </a:ext>
            </a:extLst>
          </p:cNvPr>
          <p:cNvSpPr txBox="1"/>
          <p:nvPr/>
        </p:nvSpPr>
        <p:spPr>
          <a:xfrm>
            <a:off x="627016" y="583349"/>
            <a:ext cx="10685417" cy="2845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standard error is the standard deviation of the sampling distribution.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st_error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sd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sampling_distribution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st_error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044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65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529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2</cp:revision>
  <dcterms:created xsi:type="dcterms:W3CDTF">2024-10-21T04:45:40Z</dcterms:created>
  <dcterms:modified xsi:type="dcterms:W3CDTF">2024-11-18T12:16:25Z</dcterms:modified>
</cp:coreProperties>
</file>