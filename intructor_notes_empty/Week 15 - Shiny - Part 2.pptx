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0" r:id="rId3"/>
    <p:sldId id="325" r:id="rId4"/>
    <p:sldId id="326" r:id="rId5"/>
    <p:sldId id="339" r:id="rId6"/>
    <p:sldId id="332" r:id="rId7"/>
    <p:sldId id="333" r:id="rId8"/>
    <p:sldId id="33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D2983-4F40-4EE5-827C-C39F931E68C5}" v="3" dt="2024-12-04T07:51:38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1BB8E9B1-EC43-443C-AC18-C5EF5303C6DE}"/>
    <pc:docChg chg="undo custSel addSld delSld modSld">
      <pc:chgData name="Abdalla Mukhaimer, Widad" userId="eed79641-8d75-4c66-a669-438ad56aff06" providerId="ADAL" clId="{1BB8E9B1-EC43-443C-AC18-C5EF5303C6DE}" dt="2024-11-18T12:16:21.633" v="167" actId="47"/>
      <pc:docMkLst>
        <pc:docMk/>
      </pc:docMkLst>
      <pc:sldChg chg="modSp mod">
        <pc:chgData name="Abdalla Mukhaimer, Widad" userId="eed79641-8d75-4c66-a669-438ad56aff06" providerId="ADAL" clId="{1BB8E9B1-EC43-443C-AC18-C5EF5303C6DE}" dt="2024-11-18T12:07:50.917" v="26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1BB8E9B1-EC43-443C-AC18-C5EF5303C6DE}" dt="2024-11-18T12:07:50.917" v="26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820640788" sldId="271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538123124" sldId="27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696604132" sldId="282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835784765" sldId="283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227682707" sldId="284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229502476" sldId="285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073410153" sldId="286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80435928" sldId="287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687132133" sldId="288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21863016" sldId="28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27603062" sldId="290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539226381" sldId="291"/>
        </pc:sldMkLst>
      </pc:sldChg>
      <pc:sldChg chg="addSp modSp mod">
        <pc:chgData name="Abdalla Mukhaimer, Widad" userId="eed79641-8d75-4c66-a669-438ad56aff06" providerId="ADAL" clId="{1BB8E9B1-EC43-443C-AC18-C5EF5303C6DE}" dt="2024-11-18T12:11:29.040" v="85" actId="1076"/>
        <pc:sldMkLst>
          <pc:docMk/>
          <pc:sldMk cId="3582378336" sldId="292"/>
        </pc:sldMkLst>
        <pc:spChg chg="add mod">
          <ac:chgData name="Abdalla Mukhaimer, Widad" userId="eed79641-8d75-4c66-a669-438ad56aff06" providerId="ADAL" clId="{1BB8E9B1-EC43-443C-AC18-C5EF5303C6DE}" dt="2024-11-18T12:11:29.040" v="85" actId="1076"/>
          <ac:spMkLst>
            <pc:docMk/>
            <pc:sldMk cId="3582378336" sldId="292"/>
            <ac:spMk id="3" creationId="{17940136-5DD0-ECFB-95EF-4DFC4E517129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1:47.639" v="95" actId="1076"/>
        <pc:sldMkLst>
          <pc:docMk/>
          <pc:sldMk cId="484782567" sldId="293"/>
        </pc:sldMkLst>
        <pc:picChg chg="add mod">
          <ac:chgData name="Abdalla Mukhaimer, Widad" userId="eed79641-8d75-4c66-a669-438ad56aff06" providerId="ADAL" clId="{1BB8E9B1-EC43-443C-AC18-C5EF5303C6DE}" dt="2024-11-18T12:11:42.232" v="93" actId="1076"/>
          <ac:picMkLst>
            <pc:docMk/>
            <pc:sldMk cId="484782567" sldId="293"/>
            <ac:picMk id="2" creationId="{13CEAEAB-677F-B22D-7D81-CD8D47A4A685}"/>
          </ac:picMkLst>
        </pc:picChg>
        <pc:picChg chg="add mod">
          <ac:chgData name="Abdalla Mukhaimer, Widad" userId="eed79641-8d75-4c66-a669-438ad56aff06" providerId="ADAL" clId="{1BB8E9B1-EC43-443C-AC18-C5EF5303C6DE}" dt="2024-11-18T12:11:47.639" v="95" actId="1076"/>
          <ac:picMkLst>
            <pc:docMk/>
            <pc:sldMk cId="484782567" sldId="293"/>
            <ac:picMk id="3" creationId="{B8D6FBD0-98D8-2E87-62FA-0994035FA024}"/>
          </ac:picMkLst>
        </pc:picChg>
        <pc:picChg chg="add mod">
          <ac:chgData name="Abdalla Mukhaimer, Widad" userId="eed79641-8d75-4c66-a669-438ad56aff06" providerId="ADAL" clId="{1BB8E9B1-EC43-443C-AC18-C5EF5303C6DE}" dt="2024-11-18T12:11:38.186" v="90" actId="1076"/>
          <ac:picMkLst>
            <pc:docMk/>
            <pc:sldMk cId="484782567" sldId="293"/>
            <ac:picMk id="4" creationId="{A2C7BC17-3FF9-460A-22F9-90AF77B2574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2:47.490" v="110" actId="1076"/>
        <pc:sldMkLst>
          <pc:docMk/>
          <pc:sldMk cId="2036121130" sldId="294"/>
        </pc:sldMkLst>
        <pc:spChg chg="add mod ord">
          <ac:chgData name="Abdalla Mukhaimer, Widad" userId="eed79641-8d75-4c66-a669-438ad56aff06" providerId="ADAL" clId="{1BB8E9B1-EC43-443C-AC18-C5EF5303C6DE}" dt="2024-11-18T12:12:41.345" v="109" actId="1076"/>
          <ac:spMkLst>
            <pc:docMk/>
            <pc:sldMk cId="2036121130" sldId="294"/>
            <ac:spMk id="4" creationId="{6A0F90B9-D2E2-ED1B-4F4D-53B5A0D47F95}"/>
          </ac:spMkLst>
        </pc:spChg>
        <pc:picChg chg="add mod ord">
          <ac:chgData name="Abdalla Mukhaimer, Widad" userId="eed79641-8d75-4c66-a669-438ad56aff06" providerId="ADAL" clId="{1BB8E9B1-EC43-443C-AC18-C5EF5303C6DE}" dt="2024-11-18T12:12:47.490" v="110" actId="1076"/>
          <ac:picMkLst>
            <pc:docMk/>
            <pc:sldMk cId="2036121130" sldId="294"/>
            <ac:picMk id="2" creationId="{88FC5889-D42C-9D5B-A0A6-3C7AB85B55B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14.207" v="117" actId="1076"/>
        <pc:sldMkLst>
          <pc:docMk/>
          <pc:sldMk cId="964176475" sldId="295"/>
        </pc:sldMkLst>
        <pc:spChg chg="add mod ord">
          <ac:chgData name="Abdalla Mukhaimer, Widad" userId="eed79641-8d75-4c66-a669-438ad56aff06" providerId="ADAL" clId="{1BB8E9B1-EC43-443C-AC18-C5EF5303C6DE}" dt="2024-11-18T12:13:09.186" v="114" actId="167"/>
          <ac:spMkLst>
            <pc:docMk/>
            <pc:sldMk cId="964176475" sldId="295"/>
            <ac:spMk id="4" creationId="{1B1FD16B-4E3F-AFFF-7660-96E8792A3C3B}"/>
          </ac:spMkLst>
        </pc:spChg>
        <pc:picChg chg="add mod">
          <ac:chgData name="Abdalla Mukhaimer, Widad" userId="eed79641-8d75-4c66-a669-438ad56aff06" providerId="ADAL" clId="{1BB8E9B1-EC43-443C-AC18-C5EF5303C6DE}" dt="2024-11-18T12:13:14.207" v="117" actId="1076"/>
          <ac:picMkLst>
            <pc:docMk/>
            <pc:sldMk cId="964176475" sldId="295"/>
            <ac:picMk id="2" creationId="{086E9754-9D6F-4298-A1C8-0668A329830C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39.721" v="124" actId="1076"/>
        <pc:sldMkLst>
          <pc:docMk/>
          <pc:sldMk cId="3837546798" sldId="296"/>
        </pc:sldMkLst>
        <pc:spChg chg="add mod ord">
          <ac:chgData name="Abdalla Mukhaimer, Widad" userId="eed79641-8d75-4c66-a669-438ad56aff06" providerId="ADAL" clId="{1BB8E9B1-EC43-443C-AC18-C5EF5303C6DE}" dt="2024-11-18T12:13:34.926" v="121" actId="167"/>
          <ac:spMkLst>
            <pc:docMk/>
            <pc:sldMk cId="3837546798" sldId="296"/>
            <ac:spMk id="4" creationId="{A228E6A1-0E11-7694-E35C-97BF77B1DFB7}"/>
          </ac:spMkLst>
        </pc:spChg>
        <pc:picChg chg="add mod">
          <ac:chgData name="Abdalla Mukhaimer, Widad" userId="eed79641-8d75-4c66-a669-438ad56aff06" providerId="ADAL" clId="{1BB8E9B1-EC43-443C-AC18-C5EF5303C6DE}" dt="2024-11-18T12:13:39.721" v="124" actId="1076"/>
          <ac:picMkLst>
            <pc:docMk/>
            <pc:sldMk cId="3837546798" sldId="296"/>
            <ac:picMk id="2" creationId="{9CD54E14-6DFF-37C1-A9D5-28F0B76D9FC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59.321" v="128" actId="255"/>
        <pc:sldMkLst>
          <pc:docMk/>
          <pc:sldMk cId="805035487" sldId="297"/>
        </pc:sldMkLst>
        <pc:spChg chg="add mod">
          <ac:chgData name="Abdalla Mukhaimer, Widad" userId="eed79641-8d75-4c66-a669-438ad56aff06" providerId="ADAL" clId="{1BB8E9B1-EC43-443C-AC18-C5EF5303C6DE}" dt="2024-11-18T12:13:59.321" v="128" actId="255"/>
          <ac:spMkLst>
            <pc:docMk/>
            <pc:sldMk cId="805035487" sldId="297"/>
            <ac:spMk id="3" creationId="{B914656F-1979-4026-4A61-4DE5113BAB8B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22.702" v="134" actId="1076"/>
        <pc:sldMkLst>
          <pc:docMk/>
          <pc:sldMk cId="667614113" sldId="298"/>
        </pc:sldMkLst>
        <pc:spChg chg="add mod">
          <ac:chgData name="Abdalla Mukhaimer, Widad" userId="eed79641-8d75-4c66-a669-438ad56aff06" providerId="ADAL" clId="{1BB8E9B1-EC43-443C-AC18-C5EF5303C6DE}" dt="2024-11-18T12:14:22.702" v="134" actId="1076"/>
          <ac:spMkLst>
            <pc:docMk/>
            <pc:sldMk cId="667614113" sldId="298"/>
            <ac:spMk id="3" creationId="{B9AEA28E-EC90-3EE5-C00C-4A6631FB98C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44.379" v="142" actId="1076"/>
        <pc:sldMkLst>
          <pc:docMk/>
          <pc:sldMk cId="1697096242" sldId="299"/>
        </pc:sldMkLst>
        <pc:picChg chg="add mod">
          <ac:chgData name="Abdalla Mukhaimer, Widad" userId="eed79641-8d75-4c66-a669-438ad56aff06" providerId="ADAL" clId="{1BB8E9B1-EC43-443C-AC18-C5EF5303C6DE}" dt="2024-11-18T12:14:44.379" v="142" actId="1076"/>
          <ac:picMkLst>
            <pc:docMk/>
            <pc:sldMk cId="1697096242" sldId="299"/>
            <ac:picMk id="2" creationId="{0B5A7954-F0C5-552B-EFF9-8E6199868679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4:56.767" v="147" actId="1076"/>
        <pc:sldMkLst>
          <pc:docMk/>
          <pc:sldMk cId="2812773127" sldId="300"/>
        </pc:sldMkLst>
        <pc:picChg chg="add mod">
          <ac:chgData name="Abdalla Mukhaimer, Widad" userId="eed79641-8d75-4c66-a669-438ad56aff06" providerId="ADAL" clId="{1BB8E9B1-EC43-443C-AC18-C5EF5303C6DE}" dt="2024-11-18T12:14:56.767" v="147" actId="1076"/>
          <ac:picMkLst>
            <pc:docMk/>
            <pc:sldMk cId="2812773127" sldId="300"/>
            <ac:picMk id="2" creationId="{17FAA8F8-6C04-0737-D338-D0967DCBE316}"/>
          </ac:picMkLst>
        </pc:picChg>
      </pc:sldChg>
      <pc:sldChg chg="addSp delSp modSp add mod">
        <pc:chgData name="Abdalla Mukhaimer, Widad" userId="eed79641-8d75-4c66-a669-438ad56aff06" providerId="ADAL" clId="{1BB8E9B1-EC43-443C-AC18-C5EF5303C6DE}" dt="2024-11-18T12:15:40.950" v="157" actId="120"/>
        <pc:sldMkLst>
          <pc:docMk/>
          <pc:sldMk cId="4075854152" sldId="301"/>
        </pc:sldMkLst>
        <pc:spChg chg="add mod">
          <ac:chgData name="Abdalla Mukhaimer, Widad" userId="eed79641-8d75-4c66-a669-438ad56aff06" providerId="ADAL" clId="{1BB8E9B1-EC43-443C-AC18-C5EF5303C6DE}" dt="2024-11-18T12:15:21.911" v="153" actId="1076"/>
          <ac:spMkLst>
            <pc:docMk/>
            <pc:sldMk cId="4075854152" sldId="301"/>
            <ac:spMk id="3" creationId="{4D4E9021-6421-92F1-0A99-83FEABC734D3}"/>
          </ac:spMkLst>
        </pc:spChg>
        <pc:spChg chg="add del">
          <ac:chgData name="Abdalla Mukhaimer, Widad" userId="eed79641-8d75-4c66-a669-438ad56aff06" providerId="ADAL" clId="{1BB8E9B1-EC43-443C-AC18-C5EF5303C6DE}" dt="2024-11-18T12:10:03.004" v="70" actId="22"/>
          <ac:spMkLst>
            <pc:docMk/>
            <pc:sldMk cId="4075854152" sldId="301"/>
            <ac:spMk id="5" creationId="{08C233DD-D185-33D3-94F9-A21E5C015CBB}"/>
          </ac:spMkLst>
        </pc:spChg>
        <pc:spChg chg="add mod">
          <ac:chgData name="Abdalla Mukhaimer, Widad" userId="eed79641-8d75-4c66-a669-438ad56aff06" providerId="ADAL" clId="{1BB8E9B1-EC43-443C-AC18-C5EF5303C6DE}" dt="2024-11-18T12:15:40.950" v="157" actId="120"/>
          <ac:spMkLst>
            <pc:docMk/>
            <pc:sldMk cId="4075854152" sldId="301"/>
            <ac:spMk id="7" creationId="{4282CF9C-40AD-58E8-FB44-6E821682D6B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6:02.793" v="163" actId="1076"/>
        <pc:sldMkLst>
          <pc:docMk/>
          <pc:sldMk cId="548971976" sldId="302"/>
        </pc:sldMkLst>
        <pc:spChg chg="add mod">
          <ac:chgData name="Abdalla Mukhaimer, Widad" userId="eed79641-8d75-4c66-a669-438ad56aff06" providerId="ADAL" clId="{1BB8E9B1-EC43-443C-AC18-C5EF5303C6DE}" dt="2024-11-18T12:15:59.573" v="161" actId="1076"/>
          <ac:spMkLst>
            <pc:docMk/>
            <pc:sldMk cId="548971976" sldId="302"/>
            <ac:spMk id="4" creationId="{BF87D4B9-148A-2674-33CC-92AD6A4B0952}"/>
          </ac:spMkLst>
        </pc:spChg>
        <pc:picChg chg="add mod">
          <ac:chgData name="Abdalla Mukhaimer, Widad" userId="eed79641-8d75-4c66-a669-438ad56aff06" providerId="ADAL" clId="{1BB8E9B1-EC43-443C-AC18-C5EF5303C6DE}" dt="2024-11-18T12:16:02.793" v="163" actId="1076"/>
          <ac:picMkLst>
            <pc:docMk/>
            <pc:sldMk cId="548971976" sldId="302"/>
            <ac:picMk id="2" creationId="{7AFC565A-F8DD-E31A-7625-E35D686E80E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6:17.056" v="166" actId="1076"/>
        <pc:sldMkLst>
          <pc:docMk/>
          <pc:sldMk cId="593044576" sldId="303"/>
        </pc:sldMkLst>
        <pc:spChg chg="add mod">
          <ac:chgData name="Abdalla Mukhaimer, Widad" userId="eed79641-8d75-4c66-a669-438ad56aff06" providerId="ADAL" clId="{1BB8E9B1-EC43-443C-AC18-C5EF5303C6DE}" dt="2024-11-18T12:16:17.056" v="166" actId="1076"/>
          <ac:spMkLst>
            <pc:docMk/>
            <pc:sldMk cId="593044576" sldId="303"/>
            <ac:spMk id="3" creationId="{2FF4F911-E335-DFF6-ACF2-990B91C2535E}"/>
          </ac:spMkLst>
        </pc:spChg>
      </pc:sldChg>
      <pc:sldChg chg="add">
        <pc:chgData name="Abdalla Mukhaimer, Widad" userId="eed79641-8d75-4c66-a669-438ad56aff06" providerId="ADAL" clId="{1BB8E9B1-EC43-443C-AC18-C5EF5303C6DE}" dt="2024-11-18T12:07:59.184" v="39"/>
        <pc:sldMkLst>
          <pc:docMk/>
          <pc:sldMk cId="1829655451" sldId="304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4141774057" sldId="305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239312124" sldId="306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057567020" sldId="307"/>
        </pc:sldMkLst>
      </pc:sldChg>
    </pc:docChg>
  </pc:docChgLst>
  <pc:docChgLst>
    <pc:chgData name="Abdalla Mukhaimer, Widad" userId="eed79641-8d75-4c66-a669-438ad56aff06" providerId="ADAL" clId="{7DAD2983-4F40-4EE5-827C-C39F931E68C5}"/>
    <pc:docChg chg="undo custSel addSld delSld modSld">
      <pc:chgData name="Abdalla Mukhaimer, Widad" userId="eed79641-8d75-4c66-a669-438ad56aff06" providerId="ADAL" clId="{7DAD2983-4F40-4EE5-827C-C39F931E68C5}" dt="2024-12-04T07:52:03.143" v="63" actId="14100"/>
      <pc:docMkLst>
        <pc:docMk/>
      </pc:docMkLst>
      <pc:sldChg chg="modSp mod">
        <pc:chgData name="Abdalla Mukhaimer, Widad" userId="eed79641-8d75-4c66-a669-438ad56aff06" providerId="ADAL" clId="{7DAD2983-4F40-4EE5-827C-C39F931E68C5}" dt="2024-12-04T07:47:25.743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7DAD2983-4F40-4EE5-827C-C39F931E68C5}" dt="2024-12-04T07:47:25.743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">
        <pc:chgData name="Abdalla Mukhaimer, Widad" userId="eed79641-8d75-4c66-a669-438ad56aff06" providerId="ADAL" clId="{7DAD2983-4F40-4EE5-827C-C39F931E68C5}" dt="2024-12-04T07:48:12.057" v="11" actId="478"/>
        <pc:sldMkLst>
          <pc:docMk/>
          <pc:sldMk cId="3320076870" sldId="326"/>
        </pc:sldMkLst>
        <pc:picChg chg="add del">
          <ac:chgData name="Abdalla Mukhaimer, Widad" userId="eed79641-8d75-4c66-a669-438ad56aff06" providerId="ADAL" clId="{7DAD2983-4F40-4EE5-827C-C39F931E68C5}" dt="2024-12-04T07:48:12.057" v="11" actId="478"/>
          <ac:picMkLst>
            <pc:docMk/>
            <pc:sldMk cId="3320076870" sldId="326"/>
            <ac:picMk id="2" creationId="{0B78C619-29C1-43A3-F999-512A7E389C62}"/>
          </ac:picMkLst>
        </pc:picChg>
      </pc:sldChg>
      <pc:sldChg chg="del">
        <pc:chgData name="Abdalla Mukhaimer, Widad" userId="eed79641-8d75-4c66-a669-438ad56aff06" providerId="ADAL" clId="{7DAD2983-4F40-4EE5-827C-C39F931E68C5}" dt="2024-12-04T07:50:49.679" v="41" actId="47"/>
        <pc:sldMkLst>
          <pc:docMk/>
          <pc:sldMk cId="1374696849" sldId="327"/>
        </pc:sldMkLst>
      </pc:sldChg>
      <pc:sldChg chg="del">
        <pc:chgData name="Abdalla Mukhaimer, Widad" userId="eed79641-8d75-4c66-a669-438ad56aff06" providerId="ADAL" clId="{7DAD2983-4F40-4EE5-827C-C39F931E68C5}" dt="2024-12-04T07:50:49.679" v="41" actId="47"/>
        <pc:sldMkLst>
          <pc:docMk/>
          <pc:sldMk cId="2158056601" sldId="328"/>
        </pc:sldMkLst>
      </pc:sldChg>
      <pc:sldChg chg="del">
        <pc:chgData name="Abdalla Mukhaimer, Widad" userId="eed79641-8d75-4c66-a669-438ad56aff06" providerId="ADAL" clId="{7DAD2983-4F40-4EE5-827C-C39F931E68C5}" dt="2024-12-04T07:50:49.679" v="41" actId="47"/>
        <pc:sldMkLst>
          <pc:docMk/>
          <pc:sldMk cId="3690112909" sldId="329"/>
        </pc:sldMkLst>
      </pc:sldChg>
      <pc:sldChg chg="del">
        <pc:chgData name="Abdalla Mukhaimer, Widad" userId="eed79641-8d75-4c66-a669-438ad56aff06" providerId="ADAL" clId="{7DAD2983-4F40-4EE5-827C-C39F931E68C5}" dt="2024-12-04T07:50:49.679" v="41" actId="47"/>
        <pc:sldMkLst>
          <pc:docMk/>
          <pc:sldMk cId="2899994034" sldId="330"/>
        </pc:sldMkLst>
      </pc:sldChg>
      <pc:sldChg chg="del">
        <pc:chgData name="Abdalla Mukhaimer, Widad" userId="eed79641-8d75-4c66-a669-438ad56aff06" providerId="ADAL" clId="{7DAD2983-4F40-4EE5-827C-C39F931E68C5}" dt="2024-12-04T07:50:49.679" v="41" actId="47"/>
        <pc:sldMkLst>
          <pc:docMk/>
          <pc:sldMk cId="2651509030" sldId="331"/>
        </pc:sldMkLst>
      </pc:sldChg>
      <pc:sldChg chg="addSp delSp modSp mod">
        <pc:chgData name="Abdalla Mukhaimer, Widad" userId="eed79641-8d75-4c66-a669-438ad56aff06" providerId="ADAL" clId="{7DAD2983-4F40-4EE5-827C-C39F931E68C5}" dt="2024-12-04T07:51:18.312" v="51" actId="1076"/>
        <pc:sldMkLst>
          <pc:docMk/>
          <pc:sldMk cId="2218408001" sldId="332"/>
        </pc:sldMkLst>
        <pc:spChg chg="mod">
          <ac:chgData name="Abdalla Mukhaimer, Widad" userId="eed79641-8d75-4c66-a669-438ad56aff06" providerId="ADAL" clId="{7DAD2983-4F40-4EE5-827C-C39F931E68C5}" dt="2024-12-04T07:51:04.587" v="43" actId="255"/>
          <ac:spMkLst>
            <pc:docMk/>
            <pc:sldMk cId="2218408001" sldId="332"/>
            <ac:spMk id="3" creationId="{79B69182-B913-C60D-B435-04B4C9094976}"/>
          </ac:spMkLst>
        </pc:spChg>
        <pc:picChg chg="add mod">
          <ac:chgData name="Abdalla Mukhaimer, Widad" userId="eed79641-8d75-4c66-a669-438ad56aff06" providerId="ADAL" clId="{7DAD2983-4F40-4EE5-827C-C39F931E68C5}" dt="2024-12-04T07:51:18.312" v="51" actId="1076"/>
          <ac:picMkLst>
            <pc:docMk/>
            <pc:sldMk cId="2218408001" sldId="332"/>
            <ac:picMk id="2" creationId="{FB4ACD0E-A4D2-6F61-7871-8288EF8FBCA8}"/>
          </ac:picMkLst>
        </pc:picChg>
        <pc:picChg chg="del">
          <ac:chgData name="Abdalla Mukhaimer, Widad" userId="eed79641-8d75-4c66-a669-438ad56aff06" providerId="ADAL" clId="{7DAD2983-4F40-4EE5-827C-C39F931E68C5}" dt="2024-12-04T07:51:06.175" v="44" actId="478"/>
          <ac:picMkLst>
            <pc:docMk/>
            <pc:sldMk cId="2218408001" sldId="332"/>
            <ac:picMk id="4" creationId="{72E9CFD9-EDD2-7156-DF6C-B4B0635A3025}"/>
          </ac:picMkLst>
        </pc:picChg>
      </pc:sldChg>
      <pc:sldChg chg="addSp delSp modSp mod">
        <pc:chgData name="Abdalla Mukhaimer, Widad" userId="eed79641-8d75-4c66-a669-438ad56aff06" providerId="ADAL" clId="{7DAD2983-4F40-4EE5-827C-C39F931E68C5}" dt="2024-12-04T07:51:51.472" v="61" actId="1076"/>
        <pc:sldMkLst>
          <pc:docMk/>
          <pc:sldMk cId="3028715840" sldId="333"/>
        </pc:sldMkLst>
        <pc:spChg chg="mod">
          <ac:chgData name="Abdalla Mukhaimer, Widad" userId="eed79641-8d75-4c66-a669-438ad56aff06" providerId="ADAL" clId="{7DAD2983-4F40-4EE5-827C-C39F931E68C5}" dt="2024-12-04T07:51:33.491" v="53" actId="255"/>
          <ac:spMkLst>
            <pc:docMk/>
            <pc:sldMk cId="3028715840" sldId="333"/>
            <ac:spMk id="3" creationId="{1277BFD7-4AC6-84A9-2402-6BFD763A1AC3}"/>
          </ac:spMkLst>
        </pc:spChg>
        <pc:picChg chg="add mod">
          <ac:chgData name="Abdalla Mukhaimer, Widad" userId="eed79641-8d75-4c66-a669-438ad56aff06" providerId="ADAL" clId="{7DAD2983-4F40-4EE5-827C-C39F931E68C5}" dt="2024-12-04T07:51:51.472" v="61" actId="1076"/>
          <ac:picMkLst>
            <pc:docMk/>
            <pc:sldMk cId="3028715840" sldId="333"/>
            <ac:picMk id="2" creationId="{8F1D96DD-0DF0-AC1A-CC51-7B06C78C2D26}"/>
          </ac:picMkLst>
        </pc:picChg>
        <pc:picChg chg="del">
          <ac:chgData name="Abdalla Mukhaimer, Widad" userId="eed79641-8d75-4c66-a669-438ad56aff06" providerId="ADAL" clId="{7DAD2983-4F40-4EE5-827C-C39F931E68C5}" dt="2024-12-04T07:51:35.469" v="54" actId="478"/>
          <ac:picMkLst>
            <pc:docMk/>
            <pc:sldMk cId="3028715840" sldId="333"/>
            <ac:picMk id="4" creationId="{F32E4692-B261-70D5-DA15-ED90E010C2F1}"/>
          </ac:picMkLst>
        </pc:picChg>
      </pc:sldChg>
      <pc:sldChg chg="del">
        <pc:chgData name="Abdalla Mukhaimer, Widad" userId="eed79641-8d75-4c66-a669-438ad56aff06" providerId="ADAL" clId="{7DAD2983-4F40-4EE5-827C-C39F931E68C5}" dt="2024-12-04T07:51:55.470" v="62" actId="47"/>
        <pc:sldMkLst>
          <pc:docMk/>
          <pc:sldMk cId="550143967" sldId="334"/>
        </pc:sldMkLst>
      </pc:sldChg>
      <pc:sldChg chg="del">
        <pc:chgData name="Abdalla Mukhaimer, Widad" userId="eed79641-8d75-4c66-a669-438ad56aff06" providerId="ADAL" clId="{7DAD2983-4F40-4EE5-827C-C39F931E68C5}" dt="2024-12-04T07:51:55.470" v="62" actId="47"/>
        <pc:sldMkLst>
          <pc:docMk/>
          <pc:sldMk cId="2145297121" sldId="335"/>
        </pc:sldMkLst>
      </pc:sldChg>
      <pc:sldChg chg="delSp modSp mod">
        <pc:chgData name="Abdalla Mukhaimer, Widad" userId="eed79641-8d75-4c66-a669-438ad56aff06" providerId="ADAL" clId="{7DAD2983-4F40-4EE5-827C-C39F931E68C5}" dt="2024-12-04T07:50:30.125" v="40" actId="20577"/>
        <pc:sldMkLst>
          <pc:docMk/>
          <pc:sldMk cId="3724763965" sldId="339"/>
        </pc:sldMkLst>
        <pc:spChg chg="mod">
          <ac:chgData name="Abdalla Mukhaimer, Widad" userId="eed79641-8d75-4c66-a669-438ad56aff06" providerId="ADAL" clId="{7DAD2983-4F40-4EE5-827C-C39F931E68C5}" dt="2024-12-04T07:50:30.125" v="40" actId="20577"/>
          <ac:spMkLst>
            <pc:docMk/>
            <pc:sldMk cId="3724763965" sldId="339"/>
            <ac:spMk id="4" creationId="{071A48A5-7E40-A0BF-CB81-A1A339284970}"/>
          </ac:spMkLst>
        </pc:spChg>
        <pc:picChg chg="del">
          <ac:chgData name="Abdalla Mukhaimer, Widad" userId="eed79641-8d75-4c66-a669-438ad56aff06" providerId="ADAL" clId="{7DAD2983-4F40-4EE5-827C-C39F931E68C5}" dt="2024-12-04T07:49:21.303" v="13" actId="478"/>
          <ac:picMkLst>
            <pc:docMk/>
            <pc:sldMk cId="3724763965" sldId="339"/>
            <ac:picMk id="3" creationId="{C2FDE139-3CF5-B188-9D47-550F234B8D74}"/>
          </ac:picMkLst>
        </pc:picChg>
      </pc:sldChg>
      <pc:sldChg chg="addSp modSp new mod">
        <pc:chgData name="Abdalla Mukhaimer, Widad" userId="eed79641-8d75-4c66-a669-438ad56aff06" providerId="ADAL" clId="{7DAD2983-4F40-4EE5-827C-C39F931E68C5}" dt="2024-12-04T07:52:03.143" v="63" actId="14100"/>
        <pc:sldMkLst>
          <pc:docMk/>
          <pc:sldMk cId="2392863575" sldId="340"/>
        </pc:sldMkLst>
        <pc:spChg chg="add mod">
          <ac:chgData name="Abdalla Mukhaimer, Widad" userId="eed79641-8d75-4c66-a669-438ad56aff06" providerId="ADAL" clId="{7DAD2983-4F40-4EE5-827C-C39F931E68C5}" dt="2024-12-04T07:47:43.904" v="6" actId="1076"/>
          <ac:spMkLst>
            <pc:docMk/>
            <pc:sldMk cId="2392863575" sldId="340"/>
            <ac:spMk id="3" creationId="{3B40A6BA-EB9C-9D03-91BB-F623A81892B9}"/>
          </ac:spMkLst>
        </pc:spChg>
        <pc:picChg chg="add mod">
          <ac:chgData name="Abdalla Mukhaimer, Widad" userId="eed79641-8d75-4c66-a669-438ad56aff06" providerId="ADAL" clId="{7DAD2983-4F40-4EE5-827C-C39F931E68C5}" dt="2024-12-04T07:52:03.143" v="63" actId="14100"/>
          <ac:picMkLst>
            <pc:docMk/>
            <pc:sldMk cId="2392863575" sldId="340"/>
            <ac:picMk id="4" creationId="{2F5AFB21-8F74-CA62-E72E-7CB2BEA82CBF}"/>
          </ac:picMkLst>
        </pc:picChg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69EF3872-02C1-419B-9A3D-1F0F8CF3B24B}"/>
    <pc:docChg chg="custSel addSld delSld modSld">
      <pc:chgData name="Abdalla Mukhaimer, Widad" userId="eed79641-8d75-4c66-a669-438ad56aff06" providerId="ADAL" clId="{69EF3872-02C1-419B-9A3D-1F0F8CF3B24B}" dt="2024-12-02T04:57:34.178" v="209" actId="47"/>
      <pc:docMkLst>
        <pc:docMk/>
      </pc:docMkLst>
      <pc:sldChg chg="modSp mod">
        <pc:chgData name="Abdalla Mukhaimer, Widad" userId="eed79641-8d75-4c66-a669-438ad56aff06" providerId="ADAL" clId="{69EF3872-02C1-419B-9A3D-1F0F8CF3B24B}" dt="2024-12-02T04:44:52.316" v="13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69EF3872-02C1-419B-9A3D-1F0F8CF3B24B}" dt="2024-12-02T04:44:52.316" v="13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829655451" sldId="304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2067137686" sldId="305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665463979" sldId="306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2601494979" sldId="307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758595871" sldId="308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122493143" sldId="309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665015453" sldId="310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366116291" sldId="311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155657700" sldId="312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132476670" sldId="313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894309510" sldId="314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279899016" sldId="315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621354024" sldId="316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250260127" sldId="317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921509192" sldId="318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2088231010" sldId="319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624010047" sldId="320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857908509" sldId="321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570646333" sldId="322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947668842" sldId="323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086270051" sldId="324"/>
        </pc:sldMkLst>
      </pc:sldChg>
      <pc:sldChg chg="addSp modSp mod">
        <pc:chgData name="Abdalla Mukhaimer, Widad" userId="eed79641-8d75-4c66-a669-438ad56aff06" providerId="ADAL" clId="{69EF3872-02C1-419B-9A3D-1F0F8CF3B24B}" dt="2024-12-02T04:48:24.649" v="62" actId="1076"/>
        <pc:sldMkLst>
          <pc:docMk/>
          <pc:sldMk cId="2195951705" sldId="325"/>
        </pc:sldMkLst>
        <pc:spChg chg="add mod">
          <ac:chgData name="Abdalla Mukhaimer, Widad" userId="eed79641-8d75-4c66-a669-438ad56aff06" providerId="ADAL" clId="{69EF3872-02C1-419B-9A3D-1F0F8CF3B24B}" dt="2024-12-02T04:48:24.649" v="62" actId="1076"/>
          <ac:spMkLst>
            <pc:docMk/>
            <pc:sldMk cId="2195951705" sldId="325"/>
            <ac:spMk id="3" creationId="{2008F0B2-27FC-A9E0-79A9-3C6A5ED37F37}"/>
          </ac:spMkLst>
        </pc:spChg>
      </pc:sldChg>
      <pc:sldChg chg="addSp modSp add mod">
        <pc:chgData name="Abdalla Mukhaimer, Widad" userId="eed79641-8d75-4c66-a669-438ad56aff06" providerId="ADAL" clId="{69EF3872-02C1-419B-9A3D-1F0F8CF3B24B}" dt="2024-12-02T04:49:59.529" v="74" actId="1076"/>
        <pc:sldMkLst>
          <pc:docMk/>
          <pc:sldMk cId="3320076870" sldId="326"/>
        </pc:sldMkLst>
        <pc:spChg chg="add mod">
          <ac:chgData name="Abdalla Mukhaimer, Widad" userId="eed79641-8d75-4c66-a669-438ad56aff06" providerId="ADAL" clId="{69EF3872-02C1-419B-9A3D-1F0F8CF3B24B}" dt="2024-12-02T04:49:43.257" v="69" actId="255"/>
          <ac:spMkLst>
            <pc:docMk/>
            <pc:sldMk cId="3320076870" sldId="326"/>
            <ac:spMk id="4" creationId="{071A48A5-7E40-A0BF-CB81-A1A339284970}"/>
          </ac:spMkLst>
        </pc:spChg>
        <pc:picChg chg="add mod modCrop">
          <ac:chgData name="Abdalla Mukhaimer, Widad" userId="eed79641-8d75-4c66-a669-438ad56aff06" providerId="ADAL" clId="{69EF3872-02C1-419B-9A3D-1F0F8CF3B24B}" dt="2024-12-02T04:49:59.529" v="74" actId="1076"/>
          <ac:picMkLst>
            <pc:docMk/>
            <pc:sldMk cId="3320076870" sldId="326"/>
            <ac:picMk id="2" creationId="{0B78C619-29C1-43A3-F999-512A7E389C62}"/>
          </ac:picMkLst>
        </pc:picChg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005967621" sldId="327"/>
        </pc:sldMkLst>
      </pc:sldChg>
      <pc:sldChg chg="addSp modSp add mod">
        <pc:chgData name="Abdalla Mukhaimer, Widad" userId="eed79641-8d75-4c66-a669-438ad56aff06" providerId="ADAL" clId="{69EF3872-02C1-419B-9A3D-1F0F8CF3B24B}" dt="2024-12-02T04:51:25.130" v="91" actId="1076"/>
        <pc:sldMkLst>
          <pc:docMk/>
          <pc:sldMk cId="1374696849" sldId="327"/>
        </pc:sldMkLst>
        <pc:spChg chg="add mod">
          <ac:chgData name="Abdalla Mukhaimer, Widad" userId="eed79641-8d75-4c66-a669-438ad56aff06" providerId="ADAL" clId="{69EF3872-02C1-419B-9A3D-1F0F8CF3B24B}" dt="2024-12-02T04:51:25.130" v="91" actId="1076"/>
          <ac:spMkLst>
            <pc:docMk/>
            <pc:sldMk cId="1374696849" sldId="327"/>
            <ac:spMk id="3" creationId="{B5A41ACC-F866-E8B5-5443-9D58CF954E6B}"/>
          </ac:spMkLst>
        </pc:spChg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774171943" sldId="328"/>
        </pc:sldMkLst>
      </pc:sldChg>
      <pc:sldChg chg="addSp modSp add mod">
        <pc:chgData name="Abdalla Mukhaimer, Widad" userId="eed79641-8d75-4c66-a669-438ad56aff06" providerId="ADAL" clId="{69EF3872-02C1-419B-9A3D-1F0F8CF3B24B}" dt="2024-12-02T04:52:33.991" v="112" actId="1076"/>
        <pc:sldMkLst>
          <pc:docMk/>
          <pc:sldMk cId="2158056601" sldId="328"/>
        </pc:sldMkLst>
        <pc:spChg chg="add mod ord">
          <ac:chgData name="Abdalla Mukhaimer, Widad" userId="eed79641-8d75-4c66-a669-438ad56aff06" providerId="ADAL" clId="{69EF3872-02C1-419B-9A3D-1F0F8CF3B24B}" dt="2024-12-02T04:52:32.488" v="111" actId="1076"/>
          <ac:spMkLst>
            <pc:docMk/>
            <pc:sldMk cId="2158056601" sldId="328"/>
            <ac:spMk id="4" creationId="{ADF7E797-20EC-2D2A-7121-9CB4C0057831}"/>
          </ac:spMkLst>
        </pc:spChg>
        <pc:picChg chg="add mod">
          <ac:chgData name="Abdalla Mukhaimer, Widad" userId="eed79641-8d75-4c66-a669-438ad56aff06" providerId="ADAL" clId="{69EF3872-02C1-419B-9A3D-1F0F8CF3B24B}" dt="2024-12-02T04:52:33.991" v="112" actId="1076"/>
          <ac:picMkLst>
            <pc:docMk/>
            <pc:sldMk cId="2158056601" sldId="328"/>
            <ac:picMk id="2" creationId="{76D92956-9826-DE6E-93DA-7C51C7C55535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3:08.516" v="124" actId="1076"/>
        <pc:sldMkLst>
          <pc:docMk/>
          <pc:sldMk cId="3690112909" sldId="329"/>
        </pc:sldMkLst>
        <pc:spChg chg="add mod ord">
          <ac:chgData name="Abdalla Mukhaimer, Widad" userId="eed79641-8d75-4c66-a669-438ad56aff06" providerId="ADAL" clId="{69EF3872-02C1-419B-9A3D-1F0F8CF3B24B}" dt="2024-12-02T04:52:59.296" v="117" actId="167"/>
          <ac:spMkLst>
            <pc:docMk/>
            <pc:sldMk cId="3690112909" sldId="329"/>
            <ac:spMk id="4" creationId="{ECD86012-3561-F2A5-FB20-D79CD26742FB}"/>
          </ac:spMkLst>
        </pc:spChg>
        <pc:picChg chg="add mod">
          <ac:chgData name="Abdalla Mukhaimer, Widad" userId="eed79641-8d75-4c66-a669-438ad56aff06" providerId="ADAL" clId="{69EF3872-02C1-419B-9A3D-1F0F8CF3B24B}" dt="2024-12-02T04:53:08.516" v="124" actId="1076"/>
          <ac:picMkLst>
            <pc:docMk/>
            <pc:sldMk cId="3690112909" sldId="329"/>
            <ac:picMk id="2" creationId="{3D7B98E4-97EB-B656-2E33-B3A1C158F9F6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4:07.069" v="144" actId="1076"/>
        <pc:sldMkLst>
          <pc:docMk/>
          <pc:sldMk cId="2899994034" sldId="330"/>
        </pc:sldMkLst>
        <pc:spChg chg="add mod ord">
          <ac:chgData name="Abdalla Mukhaimer, Widad" userId="eed79641-8d75-4c66-a669-438ad56aff06" providerId="ADAL" clId="{69EF3872-02C1-419B-9A3D-1F0F8CF3B24B}" dt="2024-12-02T04:54:04.815" v="143" actId="20577"/>
          <ac:spMkLst>
            <pc:docMk/>
            <pc:sldMk cId="2899994034" sldId="330"/>
            <ac:spMk id="5" creationId="{801DCA31-3585-5009-6802-590653069554}"/>
          </ac:spMkLst>
        </pc:spChg>
        <pc:picChg chg="add mod">
          <ac:chgData name="Abdalla Mukhaimer, Widad" userId="eed79641-8d75-4c66-a669-438ad56aff06" providerId="ADAL" clId="{69EF3872-02C1-419B-9A3D-1F0F8CF3B24B}" dt="2024-12-02T04:53:53.904" v="138" actId="1076"/>
          <ac:picMkLst>
            <pc:docMk/>
            <pc:sldMk cId="2899994034" sldId="330"/>
            <ac:picMk id="2" creationId="{76341B07-49E1-2DF1-5E91-E2C3E8593DE5}"/>
          </ac:picMkLst>
        </pc:picChg>
        <pc:picChg chg="add mod">
          <ac:chgData name="Abdalla Mukhaimer, Widad" userId="eed79641-8d75-4c66-a669-438ad56aff06" providerId="ADAL" clId="{69EF3872-02C1-419B-9A3D-1F0F8CF3B24B}" dt="2024-12-02T04:54:07.069" v="144" actId="1076"/>
          <ac:picMkLst>
            <pc:docMk/>
            <pc:sldMk cId="2899994034" sldId="330"/>
            <ac:picMk id="3" creationId="{B5BA35CF-0F6C-4650-6114-388F7DF583E9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4:40.706" v="154" actId="1076"/>
        <pc:sldMkLst>
          <pc:docMk/>
          <pc:sldMk cId="2651509030" sldId="331"/>
        </pc:sldMkLst>
        <pc:spChg chg="add mod ord">
          <ac:chgData name="Abdalla Mukhaimer, Widad" userId="eed79641-8d75-4c66-a669-438ad56aff06" providerId="ADAL" clId="{69EF3872-02C1-419B-9A3D-1F0F8CF3B24B}" dt="2024-12-02T04:54:40.706" v="154" actId="1076"/>
          <ac:spMkLst>
            <pc:docMk/>
            <pc:sldMk cId="2651509030" sldId="331"/>
            <ac:spMk id="4" creationId="{6EA455EC-1A96-8C3E-6549-AC1919C91FD4}"/>
          </ac:spMkLst>
        </pc:spChg>
        <pc:picChg chg="add mod">
          <ac:chgData name="Abdalla Mukhaimer, Widad" userId="eed79641-8d75-4c66-a669-438ad56aff06" providerId="ADAL" clId="{69EF3872-02C1-419B-9A3D-1F0F8CF3B24B}" dt="2024-12-02T04:54:33.678" v="153" actId="1076"/>
          <ac:picMkLst>
            <pc:docMk/>
            <pc:sldMk cId="2651509030" sldId="331"/>
            <ac:picMk id="2" creationId="{9741401A-9D30-FC6E-5911-F50F3A48B071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6:21.157" v="183" actId="14100"/>
        <pc:sldMkLst>
          <pc:docMk/>
          <pc:sldMk cId="2218408001" sldId="332"/>
        </pc:sldMkLst>
        <pc:spChg chg="add mod">
          <ac:chgData name="Abdalla Mukhaimer, Widad" userId="eed79641-8d75-4c66-a669-438ad56aff06" providerId="ADAL" clId="{69EF3872-02C1-419B-9A3D-1F0F8CF3B24B}" dt="2024-12-02T04:54:55.295" v="157" actId="14100"/>
          <ac:spMkLst>
            <pc:docMk/>
            <pc:sldMk cId="2218408001" sldId="332"/>
            <ac:spMk id="3" creationId="{79B69182-B913-C60D-B435-04B4C9094976}"/>
          </ac:spMkLst>
        </pc:spChg>
        <pc:picChg chg="add mod modCrop">
          <ac:chgData name="Abdalla Mukhaimer, Widad" userId="eed79641-8d75-4c66-a669-438ad56aff06" providerId="ADAL" clId="{69EF3872-02C1-419B-9A3D-1F0F8CF3B24B}" dt="2024-12-02T04:56:21.157" v="183" actId="14100"/>
          <ac:picMkLst>
            <pc:docMk/>
            <pc:sldMk cId="2218408001" sldId="332"/>
            <ac:picMk id="4" creationId="{72E9CFD9-EDD2-7156-DF6C-B4B0635A3025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6:50.692" v="193" actId="1076"/>
        <pc:sldMkLst>
          <pc:docMk/>
          <pc:sldMk cId="3028715840" sldId="333"/>
        </pc:sldMkLst>
        <pc:spChg chg="add mod">
          <ac:chgData name="Abdalla Mukhaimer, Widad" userId="eed79641-8d75-4c66-a669-438ad56aff06" providerId="ADAL" clId="{69EF3872-02C1-419B-9A3D-1F0F8CF3B24B}" dt="2024-12-02T04:55:09.193" v="161" actId="14100"/>
          <ac:spMkLst>
            <pc:docMk/>
            <pc:sldMk cId="3028715840" sldId="333"/>
            <ac:spMk id="3" creationId="{1277BFD7-4AC6-84A9-2402-6BFD763A1AC3}"/>
          </ac:spMkLst>
        </pc:spChg>
        <pc:picChg chg="add mod modCrop">
          <ac:chgData name="Abdalla Mukhaimer, Widad" userId="eed79641-8d75-4c66-a669-438ad56aff06" providerId="ADAL" clId="{69EF3872-02C1-419B-9A3D-1F0F8CF3B24B}" dt="2024-12-02T04:56:50.692" v="193" actId="1076"/>
          <ac:picMkLst>
            <pc:docMk/>
            <pc:sldMk cId="3028715840" sldId="333"/>
            <ac:picMk id="4" creationId="{F32E4692-B261-70D5-DA15-ED90E010C2F1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7:08.429" v="201" actId="1076"/>
        <pc:sldMkLst>
          <pc:docMk/>
          <pc:sldMk cId="550143967" sldId="334"/>
        </pc:sldMkLst>
        <pc:spChg chg="add mod">
          <ac:chgData name="Abdalla Mukhaimer, Widad" userId="eed79641-8d75-4c66-a669-438ad56aff06" providerId="ADAL" clId="{69EF3872-02C1-419B-9A3D-1F0F8CF3B24B}" dt="2024-12-02T04:55:25.691" v="165" actId="1076"/>
          <ac:spMkLst>
            <pc:docMk/>
            <pc:sldMk cId="550143967" sldId="334"/>
            <ac:spMk id="3" creationId="{1B1D368D-3A85-4145-67AF-3A1C91BF87FF}"/>
          </ac:spMkLst>
        </pc:spChg>
        <pc:picChg chg="add mod modCrop">
          <ac:chgData name="Abdalla Mukhaimer, Widad" userId="eed79641-8d75-4c66-a669-438ad56aff06" providerId="ADAL" clId="{69EF3872-02C1-419B-9A3D-1F0F8CF3B24B}" dt="2024-12-02T04:57:04.558" v="199" actId="1076"/>
          <ac:picMkLst>
            <pc:docMk/>
            <pc:sldMk cId="550143967" sldId="334"/>
            <ac:picMk id="4" creationId="{58EA1B98-CF4A-6AB4-68BC-71A515FDE05A}"/>
          </ac:picMkLst>
        </pc:picChg>
        <pc:picChg chg="add mod">
          <ac:chgData name="Abdalla Mukhaimer, Widad" userId="eed79641-8d75-4c66-a669-438ad56aff06" providerId="ADAL" clId="{69EF3872-02C1-419B-9A3D-1F0F8CF3B24B}" dt="2024-12-02T04:57:08.429" v="201" actId="1076"/>
          <ac:picMkLst>
            <pc:docMk/>
            <pc:sldMk cId="550143967" sldId="334"/>
            <ac:picMk id="5" creationId="{7D466D8C-EFAC-A71F-FCF2-78332096A72C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7:29.203" v="208" actId="1076"/>
        <pc:sldMkLst>
          <pc:docMk/>
          <pc:sldMk cId="2145297121" sldId="335"/>
        </pc:sldMkLst>
        <pc:spChg chg="add mod">
          <ac:chgData name="Abdalla Mukhaimer, Widad" userId="eed79641-8d75-4c66-a669-438ad56aff06" providerId="ADAL" clId="{69EF3872-02C1-419B-9A3D-1F0F8CF3B24B}" dt="2024-12-02T04:55:43.189" v="171" actId="20577"/>
          <ac:spMkLst>
            <pc:docMk/>
            <pc:sldMk cId="2145297121" sldId="335"/>
            <ac:spMk id="3" creationId="{35922841-1EFA-E952-3E2D-5AEF1F7C6ABA}"/>
          </ac:spMkLst>
        </pc:spChg>
        <pc:picChg chg="add mod modCrop">
          <ac:chgData name="Abdalla Mukhaimer, Widad" userId="eed79641-8d75-4c66-a669-438ad56aff06" providerId="ADAL" clId="{69EF3872-02C1-419B-9A3D-1F0F8CF3B24B}" dt="2024-12-02T04:57:29.203" v="208" actId="1076"/>
          <ac:picMkLst>
            <pc:docMk/>
            <pc:sldMk cId="2145297121" sldId="335"/>
            <ac:picMk id="4" creationId="{C2A9CD82-A6CC-DEBE-F5D8-0AB26B1F23E9}"/>
          </ac:picMkLst>
        </pc:picChg>
      </pc:sldChg>
      <pc:sldChg chg="add">
        <pc:chgData name="Abdalla Mukhaimer, Widad" userId="eed79641-8d75-4c66-a669-438ad56aff06" providerId="ADAL" clId="{69EF3872-02C1-419B-9A3D-1F0F8CF3B24B}" dt="2024-12-02T04:45:01.104" v="25"/>
        <pc:sldMkLst>
          <pc:docMk/>
          <pc:sldMk cId="3752512349" sldId="336"/>
        </pc:sldMkLst>
      </pc:sldChg>
      <pc:sldChg chg="add del">
        <pc:chgData name="Abdalla Mukhaimer, Widad" userId="eed79641-8d75-4c66-a669-438ad56aff06" providerId="ADAL" clId="{69EF3872-02C1-419B-9A3D-1F0F8CF3B24B}" dt="2024-12-02T04:57:34.178" v="209" actId="47"/>
        <pc:sldMkLst>
          <pc:docMk/>
          <pc:sldMk cId="889244564" sldId="337"/>
        </pc:sldMkLst>
      </pc:sldChg>
      <pc:sldChg chg="add del">
        <pc:chgData name="Abdalla Mukhaimer, Widad" userId="eed79641-8d75-4c66-a669-438ad56aff06" providerId="ADAL" clId="{69EF3872-02C1-419B-9A3D-1F0F8CF3B24B}" dt="2024-12-02T04:57:34.178" v="209" actId="47"/>
        <pc:sldMkLst>
          <pc:docMk/>
          <pc:sldMk cId="3821000273" sldId="338"/>
        </pc:sldMkLst>
      </pc:sldChg>
      <pc:sldChg chg="addSp delSp modSp add mod">
        <pc:chgData name="Abdalla Mukhaimer, Widad" userId="eed79641-8d75-4c66-a669-438ad56aff06" providerId="ADAL" clId="{69EF3872-02C1-419B-9A3D-1F0F8CF3B24B}" dt="2024-12-02T04:51:13.799" v="89" actId="1076"/>
        <pc:sldMkLst>
          <pc:docMk/>
          <pc:sldMk cId="3724763965" sldId="339"/>
        </pc:sldMkLst>
        <pc:spChg chg="mod">
          <ac:chgData name="Abdalla Mukhaimer, Widad" userId="eed79641-8d75-4c66-a669-438ad56aff06" providerId="ADAL" clId="{69EF3872-02C1-419B-9A3D-1F0F8CF3B24B}" dt="2024-12-02T04:50:53.841" v="85" actId="1076"/>
          <ac:spMkLst>
            <pc:docMk/>
            <pc:sldMk cId="3724763965" sldId="339"/>
            <ac:spMk id="4" creationId="{071A48A5-7E40-A0BF-CB81-A1A339284970}"/>
          </ac:spMkLst>
        </pc:spChg>
        <pc:picChg chg="del">
          <ac:chgData name="Abdalla Mukhaimer, Widad" userId="eed79641-8d75-4c66-a669-438ad56aff06" providerId="ADAL" clId="{69EF3872-02C1-419B-9A3D-1F0F8CF3B24B}" dt="2024-12-02T04:50:36.253" v="81" actId="478"/>
          <ac:picMkLst>
            <pc:docMk/>
            <pc:sldMk cId="3724763965" sldId="339"/>
            <ac:picMk id="2" creationId="{0B78C619-29C1-43A3-F999-512A7E389C62}"/>
          </ac:picMkLst>
        </pc:picChg>
        <pc:picChg chg="add mod modCrop">
          <ac:chgData name="Abdalla Mukhaimer, Widad" userId="eed79641-8d75-4c66-a669-438ad56aff06" providerId="ADAL" clId="{69EF3872-02C1-419B-9A3D-1F0F8CF3B24B}" dt="2024-12-02T04:51:13.799" v="89" actId="1076"/>
          <ac:picMkLst>
            <pc:docMk/>
            <pc:sldMk cId="3724763965" sldId="339"/>
            <ac:picMk id="3" creationId="{C2FDE139-3CF5-B188-9D47-550F234B8D74}"/>
          </ac:picMkLst>
        </pc:picChg>
      </pc:sldChg>
      <pc:sldChg chg="add del">
        <pc:chgData name="Abdalla Mukhaimer, Widad" userId="eed79641-8d75-4c66-a669-438ad56aff06" providerId="ADAL" clId="{69EF3872-02C1-419B-9A3D-1F0F8CF3B24B}" dt="2024-12-02T04:50:16.997" v="77" actId="47"/>
        <pc:sldMkLst>
          <pc:docMk/>
          <pc:sldMk cId="954838333" sldId="340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0EEC1B31-6EA1-499B-8796-0A61D9DC3041}"/>
    <pc:docChg chg="undo redo custSel addSld delSld modSld">
      <pc:chgData name="Abdalla Mukhaimer, Widad" userId="eed79641-8d75-4c66-a669-438ad56aff06" providerId="ADAL" clId="{0EEC1B31-6EA1-499B-8796-0A61D9DC3041}" dt="2024-11-22T07:51:22.725" v="304" actId="47"/>
      <pc:docMkLst>
        <pc:docMk/>
      </pc:docMkLst>
      <pc:sldChg chg="modSp mod">
        <pc:chgData name="Abdalla Mukhaimer, Widad" userId="eed79641-8d75-4c66-a669-438ad56aff06" providerId="ADAL" clId="{0EEC1B31-6EA1-499B-8796-0A61D9DC3041}" dt="2024-11-22T07:34:16.452" v="29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0EEC1B31-6EA1-499B-8796-0A61D9DC3041}" dt="2024-11-22T07:34:16.452" v="29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582378336" sldId="29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84782567" sldId="293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036121130" sldId="294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964176475" sldId="295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837546798" sldId="296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805035487" sldId="297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667614113" sldId="298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1697096242" sldId="299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812773127" sldId="300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075854152" sldId="301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48971976" sldId="30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93044576" sldId="303"/>
        </pc:sldMkLst>
      </pc:sldChg>
      <pc:sldChg chg="addSp modSp mod">
        <pc:chgData name="Abdalla Mukhaimer, Widad" userId="eed79641-8d75-4c66-a669-438ad56aff06" providerId="ADAL" clId="{0EEC1B31-6EA1-499B-8796-0A61D9DC3041}" dt="2024-11-22T07:41:18.640" v="126" actId="2710"/>
        <pc:sldMkLst>
          <pc:docMk/>
          <pc:sldMk cId="1829655451" sldId="304"/>
        </pc:sldMkLst>
        <pc:spChg chg="add mod">
          <ac:chgData name="Abdalla Mukhaimer, Widad" userId="eed79641-8d75-4c66-a669-438ad56aff06" providerId="ADAL" clId="{0EEC1B31-6EA1-499B-8796-0A61D9DC3041}" dt="2024-11-22T07:41:18.640" v="126" actId="2710"/>
          <ac:spMkLst>
            <pc:docMk/>
            <pc:sldMk cId="1829655451" sldId="304"/>
            <ac:spMk id="3" creationId="{3AA0CA2A-0CA6-DFFC-8FF6-FE3BCC875149}"/>
          </ac:spMkLst>
        </pc:spChg>
      </pc:sldChg>
      <pc:sldChg chg="addSp modSp add mod">
        <pc:chgData name="Abdalla Mukhaimer, Widad" userId="eed79641-8d75-4c66-a669-438ad56aff06" providerId="ADAL" clId="{0EEC1B31-6EA1-499B-8796-0A61D9DC3041}" dt="2024-11-22T07:41:34.366" v="134" actId="1076"/>
        <pc:sldMkLst>
          <pc:docMk/>
          <pc:sldMk cId="2067137686" sldId="305"/>
        </pc:sldMkLst>
        <pc:picChg chg="add mod">
          <ac:chgData name="Abdalla Mukhaimer, Widad" userId="eed79641-8d75-4c66-a669-438ad56aff06" providerId="ADAL" clId="{0EEC1B31-6EA1-499B-8796-0A61D9DC3041}" dt="2024-11-22T07:41:34.366" v="134" actId="1076"/>
          <ac:picMkLst>
            <pc:docMk/>
            <pc:sldMk cId="2067137686" sldId="305"/>
            <ac:picMk id="3" creationId="{F0DBDD5C-3B0C-237D-B996-822B507AE703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1:55.515" v="142" actId="1076"/>
        <pc:sldMkLst>
          <pc:docMk/>
          <pc:sldMk cId="1665463979" sldId="306"/>
        </pc:sldMkLst>
        <pc:spChg chg="add mod">
          <ac:chgData name="Abdalla Mukhaimer, Widad" userId="eed79641-8d75-4c66-a669-438ad56aff06" providerId="ADAL" clId="{0EEC1B31-6EA1-499B-8796-0A61D9DC3041}" dt="2024-11-22T07:41:55.515" v="142" actId="1076"/>
          <ac:spMkLst>
            <pc:docMk/>
            <pc:sldMk cId="1665463979" sldId="306"/>
            <ac:spMk id="3" creationId="{375B5D95-5D4D-4032-FCEC-1089A2CC9FD1}"/>
          </ac:spMkLst>
        </pc:spChg>
        <pc:picChg chg="add mod">
          <ac:chgData name="Abdalla Mukhaimer, Widad" userId="eed79641-8d75-4c66-a669-438ad56aff06" providerId="ADAL" clId="{0EEC1B31-6EA1-499B-8796-0A61D9DC3041}" dt="2024-11-22T07:41:52.215" v="141" actId="1076"/>
          <ac:picMkLst>
            <pc:docMk/>
            <pc:sldMk cId="1665463979" sldId="306"/>
            <ac:picMk id="4" creationId="{5F45464B-BB65-5EE0-7737-08DE62E593FC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2:03.968" v="144" actId="1076"/>
        <pc:sldMkLst>
          <pc:docMk/>
          <pc:sldMk cId="2601494979" sldId="307"/>
        </pc:sldMkLst>
        <pc:spChg chg="add mod">
          <ac:chgData name="Abdalla Mukhaimer, Widad" userId="eed79641-8d75-4c66-a669-438ad56aff06" providerId="ADAL" clId="{0EEC1B31-6EA1-499B-8796-0A61D9DC3041}" dt="2024-11-22T07:42:03.968" v="144" actId="1076"/>
          <ac:spMkLst>
            <pc:docMk/>
            <pc:sldMk cId="2601494979" sldId="307"/>
            <ac:spMk id="4" creationId="{9D86E9C8-7846-C6E7-5661-2F6E11408CCA}"/>
          </ac:spMkLst>
        </pc:spChg>
        <pc:picChg chg="add del mod">
          <ac:chgData name="Abdalla Mukhaimer, Widad" userId="eed79641-8d75-4c66-a669-438ad56aff06" providerId="ADAL" clId="{0EEC1B31-6EA1-499B-8796-0A61D9DC3041}" dt="2024-11-22T07:36:36.294" v="60" actId="478"/>
          <ac:picMkLst>
            <pc:docMk/>
            <pc:sldMk cId="2601494979" sldId="307"/>
            <ac:picMk id="2" creationId="{42AFE5BB-A11C-3859-2834-EBFFDF6B810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27.973" v="166" actId="1076"/>
        <pc:sldMkLst>
          <pc:docMk/>
          <pc:sldMk cId="758595871" sldId="308"/>
        </pc:sldMkLst>
        <pc:spChg chg="add mod">
          <ac:chgData name="Abdalla Mukhaimer, Widad" userId="eed79641-8d75-4c66-a669-438ad56aff06" providerId="ADAL" clId="{0EEC1B31-6EA1-499B-8796-0A61D9DC3041}" dt="2024-11-22T07:43:10.999" v="162" actId="255"/>
          <ac:spMkLst>
            <pc:docMk/>
            <pc:sldMk cId="758595871" sldId="308"/>
            <ac:spMk id="4" creationId="{509DDCE0-3F32-E7BF-0D1D-2CFB5A515624}"/>
          </ac:spMkLst>
        </pc:spChg>
        <pc:picChg chg="add mod">
          <ac:chgData name="Abdalla Mukhaimer, Widad" userId="eed79641-8d75-4c66-a669-438ad56aff06" providerId="ADAL" clId="{0EEC1B31-6EA1-499B-8796-0A61D9DC3041}" dt="2024-11-22T07:43:27.973" v="166" actId="1076"/>
          <ac:picMkLst>
            <pc:docMk/>
            <pc:sldMk cId="758595871" sldId="308"/>
            <ac:picMk id="2" creationId="{9D9EB081-625D-8B44-3BEE-FA24068CD05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50.215" v="173" actId="1076"/>
        <pc:sldMkLst>
          <pc:docMk/>
          <pc:sldMk cId="3122493143" sldId="309"/>
        </pc:sldMkLst>
        <pc:spChg chg="add mod">
          <ac:chgData name="Abdalla Mukhaimer, Widad" userId="eed79641-8d75-4c66-a669-438ad56aff06" providerId="ADAL" clId="{0EEC1B31-6EA1-499B-8796-0A61D9DC3041}" dt="2024-11-22T07:43:45.360" v="170" actId="14100"/>
          <ac:spMkLst>
            <pc:docMk/>
            <pc:sldMk cId="3122493143" sldId="309"/>
            <ac:spMk id="4" creationId="{5616EB3B-A4C8-D1AB-1FD4-33C2CA038EA6}"/>
          </ac:spMkLst>
        </pc:spChg>
        <pc:picChg chg="add mod">
          <ac:chgData name="Abdalla Mukhaimer, Widad" userId="eed79641-8d75-4c66-a669-438ad56aff06" providerId="ADAL" clId="{0EEC1B31-6EA1-499B-8796-0A61D9DC3041}" dt="2024-11-22T07:43:50.215" v="173" actId="1076"/>
          <ac:picMkLst>
            <pc:docMk/>
            <pc:sldMk cId="3122493143" sldId="309"/>
            <ac:picMk id="2" creationId="{5E2E4512-31AE-D8D6-1625-F58D04F7D11D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14.870" v="181" actId="1076"/>
        <pc:sldMkLst>
          <pc:docMk/>
          <pc:sldMk cId="3665015453" sldId="310"/>
        </pc:sldMkLst>
        <pc:spChg chg="add mod">
          <ac:chgData name="Abdalla Mukhaimer, Widad" userId="eed79641-8d75-4c66-a669-438ad56aff06" providerId="ADAL" clId="{0EEC1B31-6EA1-499B-8796-0A61D9DC3041}" dt="2024-11-22T07:44:07.158" v="176" actId="14100"/>
          <ac:spMkLst>
            <pc:docMk/>
            <pc:sldMk cId="3665015453" sldId="310"/>
            <ac:spMk id="4" creationId="{64ABC08E-9F7C-232C-4DFE-14FB4FEB45AE}"/>
          </ac:spMkLst>
        </pc:spChg>
        <pc:picChg chg="add mod">
          <ac:chgData name="Abdalla Mukhaimer, Widad" userId="eed79641-8d75-4c66-a669-438ad56aff06" providerId="ADAL" clId="{0EEC1B31-6EA1-499B-8796-0A61D9DC3041}" dt="2024-11-22T07:44:14.870" v="181" actId="1076"/>
          <ac:picMkLst>
            <pc:docMk/>
            <pc:sldMk cId="3665015453" sldId="310"/>
            <ac:picMk id="2" creationId="{B6955B74-B074-F837-85B7-B771F3A06A16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49.906" v="188" actId="1076"/>
        <pc:sldMkLst>
          <pc:docMk/>
          <pc:sldMk cId="3366116291" sldId="311"/>
        </pc:sldMkLst>
        <pc:spChg chg="add mod">
          <ac:chgData name="Abdalla Mukhaimer, Widad" userId="eed79641-8d75-4c66-a669-438ad56aff06" providerId="ADAL" clId="{0EEC1B31-6EA1-499B-8796-0A61D9DC3041}" dt="2024-11-22T07:44:43.040" v="184" actId="14100"/>
          <ac:spMkLst>
            <pc:docMk/>
            <pc:sldMk cId="3366116291" sldId="311"/>
            <ac:spMk id="4" creationId="{F0B7C3F1-2AED-31F3-B471-8158734BC1F3}"/>
          </ac:spMkLst>
        </pc:spChg>
        <pc:picChg chg="add mod">
          <ac:chgData name="Abdalla Mukhaimer, Widad" userId="eed79641-8d75-4c66-a669-438ad56aff06" providerId="ADAL" clId="{0EEC1B31-6EA1-499B-8796-0A61D9DC3041}" dt="2024-11-22T07:44:49.906" v="188" actId="1076"/>
          <ac:picMkLst>
            <pc:docMk/>
            <pc:sldMk cId="3366116291" sldId="311"/>
            <ac:picMk id="2" creationId="{E1D169F0-1E15-D548-311E-89C823D85E4F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08.761" v="198" actId="1076"/>
        <pc:sldMkLst>
          <pc:docMk/>
          <pc:sldMk cId="1155657700" sldId="312"/>
        </pc:sldMkLst>
        <pc:spChg chg="add mod">
          <ac:chgData name="Abdalla Mukhaimer, Widad" userId="eed79641-8d75-4c66-a669-438ad56aff06" providerId="ADAL" clId="{0EEC1B31-6EA1-499B-8796-0A61D9DC3041}" dt="2024-11-22T07:44:59.533" v="191" actId="14100"/>
          <ac:spMkLst>
            <pc:docMk/>
            <pc:sldMk cId="1155657700" sldId="312"/>
            <ac:spMk id="4" creationId="{26D21071-920F-D902-4DE6-D685BFD496DB}"/>
          </ac:spMkLst>
        </pc:spChg>
        <pc:picChg chg="add mod">
          <ac:chgData name="Abdalla Mukhaimer, Widad" userId="eed79641-8d75-4c66-a669-438ad56aff06" providerId="ADAL" clId="{0EEC1B31-6EA1-499B-8796-0A61D9DC3041}" dt="2024-11-22T07:45:08.761" v="198" actId="1076"/>
          <ac:picMkLst>
            <pc:docMk/>
            <pc:sldMk cId="1155657700" sldId="312"/>
            <ac:picMk id="2" creationId="{513C577A-9350-7CA7-B7B7-F70FDBFB524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22.244" v="202" actId="1076"/>
        <pc:sldMkLst>
          <pc:docMk/>
          <pc:sldMk cId="1132476670" sldId="313"/>
        </pc:sldMkLst>
        <pc:spChg chg="add mod">
          <ac:chgData name="Abdalla Mukhaimer, Widad" userId="eed79641-8d75-4c66-a669-438ad56aff06" providerId="ADAL" clId="{0EEC1B31-6EA1-499B-8796-0A61D9DC3041}" dt="2024-11-22T07:45:22.244" v="202" actId="1076"/>
          <ac:spMkLst>
            <pc:docMk/>
            <pc:sldMk cId="1132476670" sldId="313"/>
            <ac:spMk id="3" creationId="{2E0338EC-099F-82B0-5A8D-1FE7C83DE61F}"/>
          </ac:spMkLst>
        </pc:spChg>
        <pc:picChg chg="add mod">
          <ac:chgData name="Abdalla Mukhaimer, Widad" userId="eed79641-8d75-4c66-a669-438ad56aff06" providerId="ADAL" clId="{0EEC1B31-6EA1-499B-8796-0A61D9DC3041}" dt="2024-11-22T07:45:15.396" v="200" actId="1076"/>
          <ac:picMkLst>
            <pc:docMk/>
            <pc:sldMk cId="1132476670" sldId="313"/>
            <ac:picMk id="4" creationId="{6579DC0A-7AA0-07FD-FDB4-5D72D22D552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36.754" v="208" actId="1076"/>
        <pc:sldMkLst>
          <pc:docMk/>
          <pc:sldMk cId="894309510" sldId="314"/>
        </pc:sldMkLst>
        <pc:spChg chg="add mod">
          <ac:chgData name="Abdalla Mukhaimer, Widad" userId="eed79641-8d75-4c66-a669-438ad56aff06" providerId="ADAL" clId="{0EEC1B31-6EA1-499B-8796-0A61D9DC3041}" dt="2024-11-22T07:45:31.869" v="205" actId="14100"/>
          <ac:spMkLst>
            <pc:docMk/>
            <pc:sldMk cId="894309510" sldId="314"/>
            <ac:spMk id="4" creationId="{392BB4D2-A165-A5CC-E281-0EBC996BB6C2}"/>
          </ac:spMkLst>
        </pc:spChg>
        <pc:picChg chg="add mod">
          <ac:chgData name="Abdalla Mukhaimer, Widad" userId="eed79641-8d75-4c66-a669-438ad56aff06" providerId="ADAL" clId="{0EEC1B31-6EA1-499B-8796-0A61D9DC3041}" dt="2024-11-22T07:45:36.754" v="208" actId="1076"/>
          <ac:picMkLst>
            <pc:docMk/>
            <pc:sldMk cId="894309510" sldId="314"/>
            <ac:picMk id="2" creationId="{17E19A22-AE53-9ABE-C3DB-96D014F87C8F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6:51.511" v="219" actId="14100"/>
        <pc:sldMkLst>
          <pc:docMk/>
          <pc:sldMk cId="3279899016" sldId="315"/>
        </pc:sldMkLst>
        <pc:spChg chg="add del mod ord">
          <ac:chgData name="Abdalla Mukhaimer, Widad" userId="eed79641-8d75-4c66-a669-438ad56aff06" providerId="ADAL" clId="{0EEC1B31-6EA1-499B-8796-0A61D9DC3041}" dt="2024-11-22T07:46:38.187" v="215" actId="167"/>
          <ac:spMkLst>
            <pc:docMk/>
            <pc:sldMk cId="3279899016" sldId="315"/>
            <ac:spMk id="4" creationId="{352EA93B-242B-3959-ABD6-243CE0B85425}"/>
          </ac:spMkLst>
        </pc:spChg>
        <pc:picChg chg="add mod">
          <ac:chgData name="Abdalla Mukhaimer, Widad" userId="eed79641-8d75-4c66-a669-438ad56aff06" providerId="ADAL" clId="{0EEC1B31-6EA1-499B-8796-0A61D9DC3041}" dt="2024-11-22T07:46:51.511" v="219" actId="14100"/>
          <ac:picMkLst>
            <pc:docMk/>
            <pc:sldMk cId="3279899016" sldId="315"/>
            <ac:picMk id="2" creationId="{FB979F40-8049-534C-C5B5-41045DE992A8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7:48.621" v="238" actId="1076"/>
        <pc:sldMkLst>
          <pc:docMk/>
          <pc:sldMk cId="1621354024" sldId="316"/>
        </pc:sldMkLst>
        <pc:spChg chg="add mod">
          <ac:chgData name="Abdalla Mukhaimer, Widad" userId="eed79641-8d75-4c66-a669-438ad56aff06" providerId="ADAL" clId="{0EEC1B31-6EA1-499B-8796-0A61D9DC3041}" dt="2024-11-22T07:47:43.878" v="235" actId="1076"/>
          <ac:spMkLst>
            <pc:docMk/>
            <pc:sldMk cId="1621354024" sldId="316"/>
            <ac:spMk id="4" creationId="{0549C31F-310F-EBE1-A6C6-1424C9049E73}"/>
          </ac:spMkLst>
        </pc:spChg>
        <pc:picChg chg="add mod">
          <ac:chgData name="Abdalla Mukhaimer, Widad" userId="eed79641-8d75-4c66-a669-438ad56aff06" providerId="ADAL" clId="{0EEC1B31-6EA1-499B-8796-0A61D9DC3041}" dt="2024-11-22T07:47:48.621" v="238" actId="1076"/>
          <ac:picMkLst>
            <pc:docMk/>
            <pc:sldMk cId="1621354024" sldId="316"/>
            <ac:picMk id="2" creationId="{326F0EED-471B-CC57-1349-F11046DA26A0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8:06.135" v="240" actId="1076"/>
        <pc:sldMkLst>
          <pc:docMk/>
          <pc:sldMk cId="3250260127" sldId="317"/>
        </pc:sldMkLst>
        <pc:spChg chg="add mod">
          <ac:chgData name="Abdalla Mukhaimer, Widad" userId="eed79641-8d75-4c66-a669-438ad56aff06" providerId="ADAL" clId="{0EEC1B31-6EA1-499B-8796-0A61D9DC3041}" dt="2024-11-22T07:48:06.135" v="240" actId="1076"/>
          <ac:spMkLst>
            <pc:docMk/>
            <pc:sldMk cId="3250260127" sldId="317"/>
            <ac:spMk id="4" creationId="{83395AE6-2FED-9093-995D-DB60966C8AD4}"/>
          </ac:spMkLst>
        </pc:spChg>
        <pc:picChg chg="add del mod">
          <ac:chgData name="Abdalla Mukhaimer, Widad" userId="eed79641-8d75-4c66-a669-438ad56aff06" providerId="ADAL" clId="{0EEC1B31-6EA1-499B-8796-0A61D9DC3041}" dt="2024-11-22T07:39:08.952" v="95" actId="478"/>
          <ac:picMkLst>
            <pc:docMk/>
            <pc:sldMk cId="3250260127" sldId="317"/>
            <ac:picMk id="2" creationId="{C0D17E0F-0805-B3C0-B03C-3B7CAF5DBFA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8:50.947" v="256" actId="1076"/>
        <pc:sldMkLst>
          <pc:docMk/>
          <pc:sldMk cId="1921509192" sldId="318"/>
        </pc:sldMkLst>
        <pc:spChg chg="add mod">
          <ac:chgData name="Abdalla Mukhaimer, Widad" userId="eed79641-8d75-4c66-a669-438ad56aff06" providerId="ADAL" clId="{0EEC1B31-6EA1-499B-8796-0A61D9DC3041}" dt="2024-11-22T07:48:45.490" v="252" actId="14100"/>
          <ac:spMkLst>
            <pc:docMk/>
            <pc:sldMk cId="1921509192" sldId="318"/>
            <ac:spMk id="4" creationId="{37B085ED-935A-BCCE-2655-3B5839BA1936}"/>
          </ac:spMkLst>
        </pc:spChg>
        <pc:picChg chg="add mod">
          <ac:chgData name="Abdalla Mukhaimer, Widad" userId="eed79641-8d75-4c66-a669-438ad56aff06" providerId="ADAL" clId="{0EEC1B31-6EA1-499B-8796-0A61D9DC3041}" dt="2024-11-22T07:48:50.947" v="256" actId="1076"/>
          <ac:picMkLst>
            <pc:docMk/>
            <pc:sldMk cId="1921509192" sldId="318"/>
            <ac:picMk id="2" creationId="{0525CE6B-C03D-47AA-626F-A0022C596BE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17.832" v="269" actId="1076"/>
        <pc:sldMkLst>
          <pc:docMk/>
          <pc:sldMk cId="2088231010" sldId="319"/>
        </pc:sldMkLst>
        <pc:spChg chg="add mod">
          <ac:chgData name="Abdalla Mukhaimer, Widad" userId="eed79641-8d75-4c66-a669-438ad56aff06" providerId="ADAL" clId="{0EEC1B31-6EA1-499B-8796-0A61D9DC3041}" dt="2024-11-22T07:49:03.774" v="260" actId="14100"/>
          <ac:spMkLst>
            <pc:docMk/>
            <pc:sldMk cId="2088231010" sldId="319"/>
            <ac:spMk id="4" creationId="{7E37A1C6-63A4-7AE5-0FED-2293B6FD29EA}"/>
          </ac:spMkLst>
        </pc:spChg>
        <pc:picChg chg="add mod">
          <ac:chgData name="Abdalla Mukhaimer, Widad" userId="eed79641-8d75-4c66-a669-438ad56aff06" providerId="ADAL" clId="{0EEC1B31-6EA1-499B-8796-0A61D9DC3041}" dt="2024-11-22T07:49:17.832" v="269" actId="1076"/>
          <ac:picMkLst>
            <pc:docMk/>
            <pc:sldMk cId="2088231010" sldId="319"/>
            <ac:picMk id="2" creationId="{054DA042-2C67-51A5-DA24-FDF028EE9445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34.414" v="276" actId="1076"/>
        <pc:sldMkLst>
          <pc:docMk/>
          <pc:sldMk cId="624010047" sldId="320"/>
        </pc:sldMkLst>
        <pc:spChg chg="add mod">
          <ac:chgData name="Abdalla Mukhaimer, Widad" userId="eed79641-8d75-4c66-a669-438ad56aff06" providerId="ADAL" clId="{0EEC1B31-6EA1-499B-8796-0A61D9DC3041}" dt="2024-11-22T07:49:34.414" v="276" actId="1076"/>
          <ac:spMkLst>
            <pc:docMk/>
            <pc:sldMk cId="624010047" sldId="320"/>
            <ac:spMk id="4" creationId="{F11DEFB7-DD58-02C5-9309-2F9102619E51}"/>
          </ac:spMkLst>
        </pc:spChg>
        <pc:picChg chg="add mod">
          <ac:chgData name="Abdalla Mukhaimer, Widad" userId="eed79641-8d75-4c66-a669-438ad56aff06" providerId="ADAL" clId="{0EEC1B31-6EA1-499B-8796-0A61D9DC3041}" dt="2024-11-22T07:49:27.854" v="274" actId="1076"/>
          <ac:picMkLst>
            <pc:docMk/>
            <pc:sldMk cId="624010047" sldId="320"/>
            <ac:picMk id="2" creationId="{0F79D849-C1AC-A2CD-DEDA-4DCF40F6CD0B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50:34.743" v="293" actId="1076"/>
        <pc:sldMkLst>
          <pc:docMk/>
          <pc:sldMk cId="3857908509" sldId="321"/>
        </pc:sldMkLst>
        <pc:spChg chg="add mod ord">
          <ac:chgData name="Abdalla Mukhaimer, Widad" userId="eed79641-8d75-4c66-a669-438ad56aff06" providerId="ADAL" clId="{0EEC1B31-6EA1-499B-8796-0A61D9DC3041}" dt="2024-11-22T07:50:34.743" v="293" actId="1076"/>
          <ac:spMkLst>
            <pc:docMk/>
            <pc:sldMk cId="3857908509" sldId="321"/>
            <ac:spMk id="4" creationId="{C680A148-1B0C-1BF0-CCF7-E1438CFC8A36}"/>
          </ac:spMkLst>
        </pc:spChg>
        <pc:picChg chg="add del mod">
          <ac:chgData name="Abdalla Mukhaimer, Widad" userId="eed79641-8d75-4c66-a669-438ad56aff06" providerId="ADAL" clId="{0EEC1B31-6EA1-499B-8796-0A61D9DC3041}" dt="2024-11-22T07:50:27.163" v="290" actId="478"/>
          <ac:picMkLst>
            <pc:docMk/>
            <pc:sldMk cId="3857908509" sldId="321"/>
            <ac:picMk id="2" creationId="{27A7DFDB-5D03-A698-BFFB-DFB969B3A2B1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51:13.481" v="303" actId="255"/>
        <pc:sldMkLst>
          <pc:docMk/>
          <pc:sldMk cId="570646333" sldId="322"/>
        </pc:sldMkLst>
        <pc:spChg chg="add mod">
          <ac:chgData name="Abdalla Mukhaimer, Widad" userId="eed79641-8d75-4c66-a669-438ad56aff06" providerId="ADAL" clId="{0EEC1B31-6EA1-499B-8796-0A61D9DC3041}" dt="2024-11-22T07:51:13.481" v="303" actId="255"/>
          <ac:spMkLst>
            <pc:docMk/>
            <pc:sldMk cId="570646333" sldId="322"/>
            <ac:spMk id="3" creationId="{0789A991-1752-F425-D8E5-ACB3E6AF9579}"/>
          </ac:spMkLst>
        </pc:spChg>
      </pc:sldChg>
      <pc:sldChg chg="modSp add mod">
        <pc:chgData name="Abdalla Mukhaimer, Widad" userId="eed79641-8d75-4c66-a669-438ad56aff06" providerId="ADAL" clId="{0EEC1B31-6EA1-499B-8796-0A61D9DC3041}" dt="2024-11-22T07:42:44.745" v="157" actId="1076"/>
        <pc:sldMkLst>
          <pc:docMk/>
          <pc:sldMk cId="1947668842" sldId="323"/>
        </pc:sldMkLst>
        <pc:spChg chg="mod">
          <ac:chgData name="Abdalla Mukhaimer, Widad" userId="eed79641-8d75-4c66-a669-438ad56aff06" providerId="ADAL" clId="{0EEC1B31-6EA1-499B-8796-0A61D9DC3041}" dt="2024-11-22T07:42:32.791" v="152" actId="255"/>
          <ac:spMkLst>
            <pc:docMk/>
            <pc:sldMk cId="1947668842" sldId="323"/>
            <ac:spMk id="4" creationId="{9D86E9C8-7846-C6E7-5661-2F6E11408CCA}"/>
          </ac:spMkLst>
        </pc:spChg>
        <pc:picChg chg="mod">
          <ac:chgData name="Abdalla Mukhaimer, Widad" userId="eed79641-8d75-4c66-a669-438ad56aff06" providerId="ADAL" clId="{0EEC1B31-6EA1-499B-8796-0A61D9DC3041}" dt="2024-11-22T07:42:44.745" v="157" actId="1076"/>
          <ac:picMkLst>
            <pc:docMk/>
            <pc:sldMk cId="1947668842" sldId="323"/>
            <ac:picMk id="2" creationId="{42AFE5BB-A11C-3859-2834-EBFFDF6B8102}"/>
          </ac:picMkLst>
        </pc:picChg>
      </pc:sldChg>
      <pc:sldChg chg="modSp add mod">
        <pc:chgData name="Abdalla Mukhaimer, Widad" userId="eed79641-8d75-4c66-a669-438ad56aff06" providerId="ADAL" clId="{0EEC1B31-6EA1-499B-8796-0A61D9DC3041}" dt="2024-11-22T07:48:27.723" v="248" actId="1076"/>
        <pc:sldMkLst>
          <pc:docMk/>
          <pc:sldMk cId="1086270051" sldId="324"/>
        </pc:sldMkLst>
        <pc:spChg chg="mod">
          <ac:chgData name="Abdalla Mukhaimer, Widad" userId="eed79641-8d75-4c66-a669-438ad56aff06" providerId="ADAL" clId="{0EEC1B31-6EA1-499B-8796-0A61D9DC3041}" dt="2024-11-22T07:48:22.765" v="244" actId="14100"/>
          <ac:spMkLst>
            <pc:docMk/>
            <pc:sldMk cId="1086270051" sldId="324"/>
            <ac:spMk id="4" creationId="{83395AE6-2FED-9093-995D-DB60966C8AD4}"/>
          </ac:spMkLst>
        </pc:spChg>
        <pc:picChg chg="mod">
          <ac:chgData name="Abdalla Mukhaimer, Widad" userId="eed79641-8d75-4c66-a669-438ad56aff06" providerId="ADAL" clId="{0EEC1B31-6EA1-499B-8796-0A61D9DC3041}" dt="2024-11-22T07:48:27.723" v="248" actId="1076"/>
          <ac:picMkLst>
            <pc:docMk/>
            <pc:sldMk cId="1086270051" sldId="324"/>
            <ac:picMk id="2" creationId="{C0D17E0F-0805-B3C0-B03C-3B7CAF5DBFA2}"/>
          </ac:picMkLst>
        </pc:picChg>
      </pc:sldChg>
      <pc:sldChg chg="add">
        <pc:chgData name="Abdalla Mukhaimer, Widad" userId="eed79641-8d75-4c66-a669-438ad56aff06" providerId="ADAL" clId="{0EEC1B31-6EA1-499B-8796-0A61D9DC3041}" dt="2024-11-22T07:40:13.948" v="107"/>
        <pc:sldMkLst>
          <pc:docMk/>
          <pc:sldMk cId="2195951705" sldId="325"/>
        </pc:sldMkLst>
      </pc:sldChg>
      <pc:sldChg chg="add del">
        <pc:chgData name="Abdalla Mukhaimer, Widad" userId="eed79641-8d75-4c66-a669-438ad56aff06" providerId="ADAL" clId="{0EEC1B31-6EA1-499B-8796-0A61D9DC3041}" dt="2024-11-22T07:51:22.725" v="304" actId="47"/>
        <pc:sldMkLst>
          <pc:docMk/>
          <pc:sldMk cId="1388013446" sldId="326"/>
        </pc:sldMkLst>
      </pc:sldChg>
      <pc:sldChg chg="addSp delSp modSp add mod">
        <pc:chgData name="Abdalla Mukhaimer, Widad" userId="eed79641-8d75-4c66-a669-438ad56aff06" providerId="ADAL" clId="{0EEC1B31-6EA1-499B-8796-0A61D9DC3041}" dt="2024-11-22T07:47:19.071" v="229"/>
        <pc:sldMkLst>
          <pc:docMk/>
          <pc:sldMk cId="1005967621" sldId="327"/>
        </pc:sldMkLst>
        <pc:spChg chg="mod">
          <ac:chgData name="Abdalla Mukhaimer, Widad" userId="eed79641-8d75-4c66-a669-438ad56aff06" providerId="ADAL" clId="{0EEC1B31-6EA1-499B-8796-0A61D9DC3041}" dt="2024-11-22T07:47:06.770" v="224" actId="1076"/>
          <ac:spMkLst>
            <pc:docMk/>
            <pc:sldMk cId="1005967621" sldId="327"/>
            <ac:spMk id="4" creationId="{352EA93B-242B-3959-ABD6-243CE0B85425}"/>
          </ac:spMkLst>
        </pc:spChg>
        <pc:picChg chg="del mod">
          <ac:chgData name="Abdalla Mukhaimer, Widad" userId="eed79641-8d75-4c66-a669-438ad56aff06" providerId="ADAL" clId="{0EEC1B31-6EA1-499B-8796-0A61D9DC3041}" dt="2024-11-22T07:47:18.708" v="228" actId="478"/>
          <ac:picMkLst>
            <pc:docMk/>
            <pc:sldMk cId="1005967621" sldId="327"/>
            <ac:picMk id="2" creationId="{FB979F40-8049-534C-C5B5-41045DE992A8}"/>
          </ac:picMkLst>
        </pc:picChg>
        <pc:picChg chg="add mod">
          <ac:chgData name="Abdalla Mukhaimer, Widad" userId="eed79641-8d75-4c66-a669-438ad56aff06" providerId="ADAL" clId="{0EEC1B31-6EA1-499B-8796-0A61D9DC3041}" dt="2024-11-22T07:47:19.071" v="229"/>
          <ac:picMkLst>
            <pc:docMk/>
            <pc:sldMk cId="1005967621" sldId="327"/>
            <ac:picMk id="3" creationId="{5340431F-9561-6DB2-BBA7-244A199AD757}"/>
          </ac:picMkLst>
        </pc:picChg>
      </pc:sldChg>
      <pc:sldChg chg="delSp modSp add mod">
        <pc:chgData name="Abdalla Mukhaimer, Widad" userId="eed79641-8d75-4c66-a669-438ad56aff06" providerId="ADAL" clId="{0EEC1B31-6EA1-499B-8796-0A61D9DC3041}" dt="2024-11-22T07:50:17.161" v="288" actId="1076"/>
        <pc:sldMkLst>
          <pc:docMk/>
          <pc:sldMk cId="774171943" sldId="328"/>
        </pc:sldMkLst>
        <pc:spChg chg="del mod">
          <ac:chgData name="Abdalla Mukhaimer, Widad" userId="eed79641-8d75-4c66-a669-438ad56aff06" providerId="ADAL" clId="{0EEC1B31-6EA1-499B-8796-0A61D9DC3041}" dt="2024-11-22T07:50:11.676" v="284" actId="478"/>
          <ac:spMkLst>
            <pc:docMk/>
            <pc:sldMk cId="774171943" sldId="328"/>
            <ac:spMk id="4" creationId="{C680A148-1B0C-1BF0-CCF7-E1438CFC8A36}"/>
          </ac:spMkLst>
        </pc:spChg>
        <pc:picChg chg="mod">
          <ac:chgData name="Abdalla Mukhaimer, Widad" userId="eed79641-8d75-4c66-a669-438ad56aff06" providerId="ADAL" clId="{0EEC1B31-6EA1-499B-8796-0A61D9DC3041}" dt="2024-11-22T07:50:17.161" v="288" actId="1076"/>
          <ac:picMkLst>
            <pc:docMk/>
            <pc:sldMk cId="774171943" sldId="328"/>
            <ac:picMk id="2" creationId="{27A7DFDB-5D03-A698-BFFB-DFB969B3A2B1}"/>
          </ac:picMkLst>
        </pc:picChg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667404" y="2565452"/>
            <a:ext cx="10578518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 -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40A6BA-EB9C-9D03-91BB-F623A81892B9}"/>
              </a:ext>
            </a:extLst>
          </p:cNvPr>
          <p:cNvSpPr txBox="1"/>
          <p:nvPr/>
        </p:nvSpPr>
        <p:spPr>
          <a:xfrm>
            <a:off x="404769" y="2116639"/>
            <a:ext cx="6868486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plot_1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mpg)) 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(bins = 6)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AFB21-8F74-CA62-E72E-7CB2BEA82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917" y="1617594"/>
            <a:ext cx="5078250" cy="433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6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08F0B2-27FC-A9E0-79A9-3C6A5ED37F37}"/>
              </a:ext>
            </a:extLst>
          </p:cNvPr>
          <p:cNvSpPr txBox="1"/>
          <p:nvPr/>
        </p:nvSpPr>
        <p:spPr>
          <a:xfrm>
            <a:off x="3048000" y="2686790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 App – Skeleton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5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78C619-29C1-43A3-F999-512A7E389C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37"/>
          <a:stretch/>
        </p:blipFill>
        <p:spPr>
          <a:xfrm>
            <a:off x="5982012" y="642257"/>
            <a:ext cx="5886994" cy="41397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A48A5-7E40-A0BF-CB81-A1A339284970}"/>
              </a:ext>
            </a:extLst>
          </p:cNvPr>
          <p:cNvSpPr txBox="1"/>
          <p:nvPr/>
        </p:nvSpPr>
        <p:spPr>
          <a:xfrm>
            <a:off x="514583" y="196294"/>
            <a:ext cx="6097554" cy="671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library(shiny)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library(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bslib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Define user interface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page_sidebar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# App title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title = "APP TITLE HERE",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# Sidebar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sidebar = sidebar(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width = 350,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"Description of app here",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# Widget code here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),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7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1A48A5-7E40-A0BF-CB81-A1A339284970}"/>
              </a:ext>
            </a:extLst>
          </p:cNvPr>
          <p:cNvSpPr txBox="1"/>
          <p:nvPr/>
        </p:nvSpPr>
        <p:spPr>
          <a:xfrm>
            <a:off x="233152" y="133166"/>
            <a:ext cx="11561769" cy="732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Main Panel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titlePanel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("Panel Title Here!"),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b="1" dirty="0" err="1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plotOutput</a:t>
            </a:r>
            <a:r>
              <a:rPr lang="en-US" sz="2500" b="1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b="1" dirty="0" err="1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outputId</a:t>
            </a:r>
            <a:r>
              <a:rPr lang="en-US" sz="2500" b="1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</a:t>
            </a:r>
            <a:r>
              <a:rPr lang="en-US" sz="2500" b="1" dirty="0" err="1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display_plot</a:t>
            </a:r>
            <a:r>
              <a:rPr lang="en-US" sz="2500" b="1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25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Define server logic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server &lt;- function(input, output) {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b="1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b="1" kern="100" dirty="0" err="1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output$display_plot</a:t>
            </a:r>
            <a:r>
              <a:rPr lang="en-US" sz="2500" b="1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b="1" kern="100" dirty="0" err="1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renderPlot</a:t>
            </a:r>
            <a:r>
              <a:rPr lang="en-US" sz="2500" b="1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({</a:t>
            </a:r>
            <a:endParaRPr lang="en-US" sz="25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})</a:t>
            </a:r>
            <a:endParaRPr lang="en-US" sz="25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Run the app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shinyApp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server = server)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2476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69182-B913-C60D-B435-04B4C9094976}"/>
              </a:ext>
            </a:extLst>
          </p:cNvPr>
          <p:cNvSpPr txBox="1"/>
          <p:nvPr/>
        </p:nvSpPr>
        <p:spPr>
          <a:xfrm>
            <a:off x="409303" y="572365"/>
            <a:ext cx="11382103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Recreate 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Name: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shiny_app_histogram_1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4ACD0E-A4D2-6F61-7871-8288EF8FB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471" y="1895913"/>
            <a:ext cx="9253057" cy="454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0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7BFD7-4AC6-84A9-2402-6BFD763A1AC3}"/>
              </a:ext>
            </a:extLst>
          </p:cNvPr>
          <p:cNvSpPr txBox="1"/>
          <p:nvPr/>
        </p:nvSpPr>
        <p:spPr>
          <a:xfrm>
            <a:off x="400594" y="467862"/>
            <a:ext cx="11242765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Recreate 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Name: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shiny_app_histogram_2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1D96DD-0DF0-AC1A-CC51-7B06C78C2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42" y="2020748"/>
            <a:ext cx="9513115" cy="443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1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1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184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2</cp:revision>
  <dcterms:created xsi:type="dcterms:W3CDTF">2024-10-21T04:45:40Z</dcterms:created>
  <dcterms:modified xsi:type="dcterms:W3CDTF">2024-12-04T07:52:11Z</dcterms:modified>
</cp:coreProperties>
</file>