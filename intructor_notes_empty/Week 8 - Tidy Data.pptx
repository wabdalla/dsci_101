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3" r:id="rId3"/>
    <p:sldId id="311" r:id="rId4"/>
    <p:sldId id="384" r:id="rId5"/>
    <p:sldId id="385" r:id="rId6"/>
    <p:sldId id="386" r:id="rId7"/>
    <p:sldId id="389" r:id="rId8"/>
    <p:sldId id="390" r:id="rId9"/>
    <p:sldId id="387" r:id="rId10"/>
    <p:sldId id="3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58FCB6-7567-40AF-B5ED-F336FA0A64E3}" v="8" dt="2024-10-16T06:37:11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AF58FCB6-7567-40AF-B5ED-F336FA0A64E3}"/>
    <pc:docChg chg="custSel addSld delSld modSld">
      <pc:chgData name="Abdalla Mukhaimer, Widad" userId="eed79641-8d75-4c66-a669-438ad56aff06" providerId="ADAL" clId="{AF58FCB6-7567-40AF-B5ED-F336FA0A64E3}" dt="2024-10-16T06:37:16.003" v="109" actId="47"/>
      <pc:docMkLst>
        <pc:docMk/>
      </pc:docMkLst>
      <pc:sldChg chg="modSp mod">
        <pc:chgData name="Abdalla Mukhaimer, Widad" userId="eed79641-8d75-4c66-a669-438ad56aff06" providerId="ADAL" clId="{AF58FCB6-7567-40AF-B5ED-F336FA0A64E3}" dt="2024-10-16T06:28:25.089" v="12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AF58FCB6-7567-40AF-B5ED-F336FA0A64E3}" dt="2024-10-16T06:28:25.089" v="12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AF58FCB6-7567-40AF-B5ED-F336FA0A64E3}" dt="2024-10-16T06:30:46.318" v="33"/>
        <pc:sldMkLst>
          <pc:docMk/>
          <pc:sldMk cId="851128216" sldId="311"/>
        </pc:sldMkLst>
        <pc:spChg chg="mod">
          <ac:chgData name="Abdalla Mukhaimer, Widad" userId="eed79641-8d75-4c66-a669-438ad56aff06" providerId="ADAL" clId="{AF58FCB6-7567-40AF-B5ED-F336FA0A64E3}" dt="2024-10-16T06:30:31.589" v="32" actId="14100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AF58FCB6-7567-40AF-B5ED-F336FA0A64E3}" dt="2024-10-16T06:30:46.318" v="33"/>
          <ac:spMkLst>
            <pc:docMk/>
            <pc:sldMk cId="851128216" sldId="311"/>
            <ac:spMk id="4" creationId="{084441A6-B6DB-56B1-A2DA-CBBD5194D608}"/>
          </ac:spMkLst>
        </pc:spChg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2677483640" sldId="329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3489527663" sldId="347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3269285106" sldId="352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1952497357" sldId="365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2915669867" sldId="367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1596634916" sldId="368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3960164508" sldId="369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4155470605" sldId="370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498004226" sldId="380"/>
        </pc:sldMkLst>
      </pc:sldChg>
      <pc:sldChg chg="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110066874" sldId="381"/>
        </pc:sldMkLst>
      </pc:sldChg>
      <pc:sldChg chg="new del">
        <pc:chgData name="Abdalla Mukhaimer, Widad" userId="eed79641-8d75-4c66-a669-438ad56aff06" providerId="ADAL" clId="{AF58FCB6-7567-40AF-B5ED-F336FA0A64E3}" dt="2024-10-16T06:29:30.817" v="15" actId="47"/>
        <pc:sldMkLst>
          <pc:docMk/>
          <pc:sldMk cId="2831288501" sldId="382"/>
        </pc:sldMkLst>
      </pc:sldChg>
      <pc:sldChg chg="add">
        <pc:chgData name="Abdalla Mukhaimer, Widad" userId="eed79641-8d75-4c66-a669-438ad56aff06" providerId="ADAL" clId="{AF58FCB6-7567-40AF-B5ED-F336FA0A64E3}" dt="2024-10-16T06:29:27.007" v="14"/>
        <pc:sldMkLst>
          <pc:docMk/>
          <pc:sldMk cId="2291604882" sldId="383"/>
        </pc:sldMkLst>
      </pc:sldChg>
      <pc:sldChg chg="addSp delSp modSp add mod">
        <pc:chgData name="Abdalla Mukhaimer, Widad" userId="eed79641-8d75-4c66-a669-438ad56aff06" providerId="ADAL" clId="{AF58FCB6-7567-40AF-B5ED-F336FA0A64E3}" dt="2024-10-16T06:31:57.117" v="49" actId="1076"/>
        <pc:sldMkLst>
          <pc:docMk/>
          <pc:sldMk cId="1535056110" sldId="384"/>
        </pc:sldMkLst>
        <pc:spChg chg="add mod">
          <ac:chgData name="Abdalla Mukhaimer, Widad" userId="eed79641-8d75-4c66-a669-438ad56aff06" providerId="ADAL" clId="{AF58FCB6-7567-40AF-B5ED-F336FA0A64E3}" dt="2024-10-16T06:31:57.117" v="49" actId="1076"/>
          <ac:spMkLst>
            <pc:docMk/>
            <pc:sldMk cId="1535056110" sldId="384"/>
            <ac:spMk id="2" creationId="{E2C35D16-A1A6-B57D-762B-B8C44B53CB35}"/>
          </ac:spMkLst>
        </pc:spChg>
        <pc:spChg chg="del">
          <ac:chgData name="Abdalla Mukhaimer, Widad" userId="eed79641-8d75-4c66-a669-438ad56aff06" providerId="ADAL" clId="{AF58FCB6-7567-40AF-B5ED-F336FA0A64E3}" dt="2024-10-16T06:31:27.051" v="43" actId="478"/>
          <ac:spMkLst>
            <pc:docMk/>
            <pc:sldMk cId="1535056110" sldId="384"/>
            <ac:spMk id="8" creationId="{B8051A05-F00D-C7A4-3112-7EA844A43C12}"/>
          </ac:spMkLst>
        </pc:spChg>
        <pc:picChg chg="mod">
          <ac:chgData name="Abdalla Mukhaimer, Widad" userId="eed79641-8d75-4c66-a669-438ad56aff06" providerId="ADAL" clId="{AF58FCB6-7567-40AF-B5ED-F336FA0A64E3}" dt="2024-10-16T06:31:33.463" v="46" actId="1076"/>
          <ac:picMkLst>
            <pc:docMk/>
            <pc:sldMk cId="1535056110" sldId="384"/>
            <ac:picMk id="5" creationId="{95D47D05-81D8-F9AE-8688-74A19E96C93C}"/>
          </ac:picMkLst>
        </pc:picChg>
        <pc:picChg chg="mod">
          <ac:chgData name="Abdalla Mukhaimer, Widad" userId="eed79641-8d75-4c66-a669-438ad56aff06" providerId="ADAL" clId="{AF58FCB6-7567-40AF-B5ED-F336FA0A64E3}" dt="2024-10-16T06:31:32.361" v="45" actId="1076"/>
          <ac:picMkLst>
            <pc:docMk/>
            <pc:sldMk cId="1535056110" sldId="384"/>
            <ac:picMk id="7" creationId="{832CA643-D55D-7E9B-FABB-88818D8ACA88}"/>
          </ac:picMkLst>
        </pc:picChg>
      </pc:sldChg>
      <pc:sldChg chg="addSp modSp new mod">
        <pc:chgData name="Abdalla Mukhaimer, Widad" userId="eed79641-8d75-4c66-a669-438ad56aff06" providerId="ADAL" clId="{AF58FCB6-7567-40AF-B5ED-F336FA0A64E3}" dt="2024-10-16T06:33:30.821" v="75" actId="1076"/>
        <pc:sldMkLst>
          <pc:docMk/>
          <pc:sldMk cId="976742660" sldId="385"/>
        </pc:sldMkLst>
        <pc:spChg chg="add mod">
          <ac:chgData name="Abdalla Mukhaimer, Widad" userId="eed79641-8d75-4c66-a669-438ad56aff06" providerId="ADAL" clId="{AF58FCB6-7567-40AF-B5ED-F336FA0A64E3}" dt="2024-10-16T06:33:10.497" v="69" actId="1076"/>
          <ac:spMkLst>
            <pc:docMk/>
            <pc:sldMk cId="976742660" sldId="385"/>
            <ac:spMk id="3" creationId="{0ECEEA30-E669-2461-683F-C473AF60E3C9}"/>
          </ac:spMkLst>
        </pc:spChg>
        <pc:spChg chg="add mod">
          <ac:chgData name="Abdalla Mukhaimer, Widad" userId="eed79641-8d75-4c66-a669-438ad56aff06" providerId="ADAL" clId="{AF58FCB6-7567-40AF-B5ED-F336FA0A64E3}" dt="2024-10-16T06:33:14.302" v="71" actId="1076"/>
          <ac:spMkLst>
            <pc:docMk/>
            <pc:sldMk cId="976742660" sldId="385"/>
            <ac:spMk id="7" creationId="{2A2DA5D8-D550-F6E9-F8ED-446B2DC2BA3E}"/>
          </ac:spMkLst>
        </pc:spChg>
        <pc:picChg chg="add mod">
          <ac:chgData name="Abdalla Mukhaimer, Widad" userId="eed79641-8d75-4c66-a669-438ad56aff06" providerId="ADAL" clId="{AF58FCB6-7567-40AF-B5ED-F336FA0A64E3}" dt="2024-10-16T06:33:12.293" v="70" actId="1076"/>
          <ac:picMkLst>
            <pc:docMk/>
            <pc:sldMk cId="976742660" sldId="385"/>
            <ac:picMk id="5" creationId="{0F55782C-3554-1332-934C-5740CA29D155}"/>
          </ac:picMkLst>
        </pc:picChg>
        <pc:picChg chg="add mod">
          <ac:chgData name="Abdalla Mukhaimer, Widad" userId="eed79641-8d75-4c66-a669-438ad56aff06" providerId="ADAL" clId="{AF58FCB6-7567-40AF-B5ED-F336FA0A64E3}" dt="2024-10-16T06:33:30.821" v="75" actId="1076"/>
          <ac:picMkLst>
            <pc:docMk/>
            <pc:sldMk cId="976742660" sldId="385"/>
            <ac:picMk id="9" creationId="{220C57F4-D602-37C6-B217-B02D822944F8}"/>
          </ac:picMkLst>
        </pc:picChg>
      </pc:sldChg>
      <pc:sldChg chg="addSp modSp add mod">
        <pc:chgData name="Abdalla Mukhaimer, Widad" userId="eed79641-8d75-4c66-a669-438ad56aff06" providerId="ADAL" clId="{AF58FCB6-7567-40AF-B5ED-F336FA0A64E3}" dt="2024-10-16T06:34:22.555" v="78" actId="1076"/>
        <pc:sldMkLst>
          <pc:docMk/>
          <pc:sldMk cId="1140550499" sldId="386"/>
        </pc:sldMkLst>
        <pc:spChg chg="add mod">
          <ac:chgData name="Abdalla Mukhaimer, Widad" userId="eed79641-8d75-4c66-a669-438ad56aff06" providerId="ADAL" clId="{AF58FCB6-7567-40AF-B5ED-F336FA0A64E3}" dt="2024-10-16T06:34:22.555" v="78" actId="1076"/>
          <ac:spMkLst>
            <pc:docMk/>
            <pc:sldMk cId="1140550499" sldId="386"/>
            <ac:spMk id="3" creationId="{EFD17406-98D8-BAF9-C6D7-1534A3D95894}"/>
          </ac:spMkLst>
        </pc:spChg>
      </pc:sldChg>
      <pc:sldChg chg="addSp modSp add mod">
        <pc:chgData name="Abdalla Mukhaimer, Widad" userId="eed79641-8d75-4c66-a669-438ad56aff06" providerId="ADAL" clId="{AF58FCB6-7567-40AF-B5ED-F336FA0A64E3}" dt="2024-10-16T06:37:00.402" v="107" actId="1076"/>
        <pc:sldMkLst>
          <pc:docMk/>
          <pc:sldMk cId="1304436598" sldId="387"/>
        </pc:sldMkLst>
        <pc:spChg chg="add mod">
          <ac:chgData name="Abdalla Mukhaimer, Widad" userId="eed79641-8d75-4c66-a669-438ad56aff06" providerId="ADAL" clId="{AF58FCB6-7567-40AF-B5ED-F336FA0A64E3}" dt="2024-10-16T06:36:04.934" v="95" actId="1076"/>
          <ac:spMkLst>
            <pc:docMk/>
            <pc:sldMk cId="1304436598" sldId="387"/>
            <ac:spMk id="3" creationId="{BEF55860-7ACA-73EF-C89C-BE743DC156F7}"/>
          </ac:spMkLst>
        </pc:spChg>
        <pc:spChg chg="add mod">
          <ac:chgData name="Abdalla Mukhaimer, Widad" userId="eed79641-8d75-4c66-a669-438ad56aff06" providerId="ADAL" clId="{AF58FCB6-7567-40AF-B5ED-F336FA0A64E3}" dt="2024-10-16T06:36:42.418" v="103" actId="1076"/>
          <ac:spMkLst>
            <pc:docMk/>
            <pc:sldMk cId="1304436598" sldId="387"/>
            <ac:spMk id="7" creationId="{D4D70793-FC55-4F79-22D2-B2FAB89C2E91}"/>
          </ac:spMkLst>
        </pc:spChg>
        <pc:picChg chg="add mod">
          <ac:chgData name="Abdalla Mukhaimer, Widad" userId="eed79641-8d75-4c66-a669-438ad56aff06" providerId="ADAL" clId="{AF58FCB6-7567-40AF-B5ED-F336FA0A64E3}" dt="2024-10-16T06:36:26.378" v="98" actId="1076"/>
          <ac:picMkLst>
            <pc:docMk/>
            <pc:sldMk cId="1304436598" sldId="387"/>
            <ac:picMk id="5" creationId="{5089A84C-2FB2-8A9D-5FCA-940682A075E1}"/>
          </ac:picMkLst>
        </pc:picChg>
        <pc:picChg chg="add mod">
          <ac:chgData name="Abdalla Mukhaimer, Widad" userId="eed79641-8d75-4c66-a669-438ad56aff06" providerId="ADAL" clId="{AF58FCB6-7567-40AF-B5ED-F336FA0A64E3}" dt="2024-10-16T06:37:00.402" v="107" actId="1076"/>
          <ac:picMkLst>
            <pc:docMk/>
            <pc:sldMk cId="1304436598" sldId="387"/>
            <ac:picMk id="9" creationId="{3473125E-FEDB-3315-3FD1-EB24574142BB}"/>
          </ac:picMkLst>
        </pc:picChg>
      </pc:sldChg>
      <pc:sldChg chg="add del">
        <pc:chgData name="Abdalla Mukhaimer, Widad" userId="eed79641-8d75-4c66-a669-438ad56aff06" providerId="ADAL" clId="{AF58FCB6-7567-40AF-B5ED-F336FA0A64E3}" dt="2024-10-16T06:37:16.003" v="109" actId="47"/>
        <pc:sldMkLst>
          <pc:docMk/>
          <pc:sldMk cId="880843717" sldId="388"/>
        </pc:sldMkLst>
      </pc:sldChg>
      <pc:sldChg chg="modSp add mod">
        <pc:chgData name="Abdalla Mukhaimer, Widad" userId="eed79641-8d75-4c66-a669-438ad56aff06" providerId="ADAL" clId="{AF58FCB6-7567-40AF-B5ED-F336FA0A64E3}" dt="2024-10-16T06:35:00.461" v="85"/>
        <pc:sldMkLst>
          <pc:docMk/>
          <pc:sldMk cId="2078811737" sldId="389"/>
        </pc:sldMkLst>
        <pc:spChg chg="mod">
          <ac:chgData name="Abdalla Mukhaimer, Widad" userId="eed79641-8d75-4c66-a669-438ad56aff06" providerId="ADAL" clId="{AF58FCB6-7567-40AF-B5ED-F336FA0A64E3}" dt="2024-10-16T06:34:39.126" v="84" actId="20577"/>
          <ac:spMkLst>
            <pc:docMk/>
            <pc:sldMk cId="2078811737" sldId="389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AF58FCB6-7567-40AF-B5ED-F336FA0A64E3}" dt="2024-10-16T06:35:00.461" v="85"/>
          <ac:spMkLst>
            <pc:docMk/>
            <pc:sldMk cId="2078811737" sldId="389"/>
            <ac:spMk id="4" creationId="{084441A6-B6DB-56B1-A2DA-CBBD5194D608}"/>
          </ac:spMkLst>
        </pc:spChg>
      </pc:sldChg>
      <pc:sldChg chg="addSp delSp modSp add mod">
        <pc:chgData name="Abdalla Mukhaimer, Widad" userId="eed79641-8d75-4c66-a669-438ad56aff06" providerId="ADAL" clId="{AF58FCB6-7567-40AF-B5ED-F336FA0A64E3}" dt="2024-10-16T06:35:33.234" v="91" actId="1076"/>
        <pc:sldMkLst>
          <pc:docMk/>
          <pc:sldMk cId="23432952" sldId="390"/>
        </pc:sldMkLst>
        <pc:spChg chg="add mod">
          <ac:chgData name="Abdalla Mukhaimer, Widad" userId="eed79641-8d75-4c66-a669-438ad56aff06" providerId="ADAL" clId="{AF58FCB6-7567-40AF-B5ED-F336FA0A64E3}" dt="2024-10-16T06:35:33.234" v="91" actId="1076"/>
          <ac:spMkLst>
            <pc:docMk/>
            <pc:sldMk cId="23432952" sldId="390"/>
            <ac:spMk id="2" creationId="{CADA78DC-9661-BFD0-DDF9-499D2322805B}"/>
          </ac:spMkLst>
        </pc:spChg>
        <pc:spChg chg="del">
          <ac:chgData name="Abdalla Mukhaimer, Widad" userId="eed79641-8d75-4c66-a669-438ad56aff06" providerId="ADAL" clId="{AF58FCB6-7567-40AF-B5ED-F336FA0A64E3}" dt="2024-10-16T06:35:25.502" v="89" actId="478"/>
          <ac:spMkLst>
            <pc:docMk/>
            <pc:sldMk cId="23432952" sldId="390"/>
            <ac:spMk id="8" creationId="{B8051A05-F00D-C7A4-3112-7EA844A43C12}"/>
          </ac:spMkLst>
        </pc:spChg>
        <pc:picChg chg="mod">
          <ac:chgData name="Abdalla Mukhaimer, Widad" userId="eed79641-8d75-4c66-a669-438ad56aff06" providerId="ADAL" clId="{AF58FCB6-7567-40AF-B5ED-F336FA0A64E3}" dt="2024-10-16T06:35:24.184" v="88" actId="1076"/>
          <ac:picMkLst>
            <pc:docMk/>
            <pc:sldMk cId="23432952" sldId="390"/>
            <ac:picMk id="5" creationId="{95D47D05-81D8-F9AE-8688-74A19E96C93C}"/>
          </ac:picMkLst>
        </pc:picChg>
        <pc:picChg chg="mod">
          <ac:chgData name="Abdalla Mukhaimer, Widad" userId="eed79641-8d75-4c66-a669-438ad56aff06" providerId="ADAL" clId="{AF58FCB6-7567-40AF-B5ED-F336FA0A64E3}" dt="2024-10-16T06:35:21.417" v="87" actId="1076"/>
          <ac:picMkLst>
            <pc:docMk/>
            <pc:sldMk cId="23432952" sldId="390"/>
            <ac:picMk id="7" creationId="{832CA643-D55D-7E9B-FABB-88818D8ACA88}"/>
          </ac:picMkLst>
        </pc:picChg>
      </pc:sldChg>
      <pc:sldChg chg="add">
        <pc:chgData name="Abdalla Mukhaimer, Widad" userId="eed79641-8d75-4c66-a669-438ad56aff06" providerId="ADAL" clId="{AF58FCB6-7567-40AF-B5ED-F336FA0A64E3}" dt="2024-10-16T06:37:11.288" v="108"/>
        <pc:sldMkLst>
          <pc:docMk/>
          <pc:sldMk cId="2464657751" sldId="391"/>
        </pc:sldMkLst>
      </pc:sldChg>
    </pc:docChg>
  </pc:docChgLst>
  <pc:docChgLst>
    <pc:chgData name="Abdalla Mukhaimer, Widad" userId="eed79641-8d75-4c66-a669-438ad56aff06" providerId="ADAL" clId="{336D57EA-41BE-4EE6-AEAF-FC6B0E7E0E44}"/>
    <pc:docChg chg="undo custSel addSld delSld modSld">
      <pc:chgData name="Abdalla Mukhaimer, Widad" userId="eed79641-8d75-4c66-a669-438ad56aff06" providerId="ADAL" clId="{336D57EA-41BE-4EE6-AEAF-FC6B0E7E0E44}" dt="2024-10-11T04:38:50.985" v="190" actId="1076"/>
      <pc:docMkLst>
        <pc:docMk/>
      </pc:docMkLst>
      <pc:sldChg chg="modSp mod">
        <pc:chgData name="Abdalla Mukhaimer, Widad" userId="eed79641-8d75-4c66-a669-438ad56aff06" providerId="ADAL" clId="{336D57EA-41BE-4EE6-AEAF-FC6B0E7E0E44}" dt="2024-10-11T04:21:18.648" v="0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336D57EA-41BE-4EE6-AEAF-FC6B0E7E0E44}" dt="2024-10-11T04:21:18.648" v="0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7:07.131" v="156" actId="255"/>
        <pc:sldMkLst>
          <pc:docMk/>
          <pc:sldMk cId="851128216" sldId="311"/>
        </pc:sldMkLst>
        <pc:spChg chg="mod">
          <ac:chgData name="Abdalla Mukhaimer, Widad" userId="eed79641-8d75-4c66-a669-438ad56aff06" providerId="ADAL" clId="{336D57EA-41BE-4EE6-AEAF-FC6B0E7E0E44}" dt="2024-10-11T04:21:57.252" v="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36D57EA-41BE-4EE6-AEAF-FC6B0E7E0E44}" dt="2024-10-11T04:37:07.131" v="156" actId="255"/>
          <ac:spMkLst>
            <pc:docMk/>
            <pc:sldMk cId="851128216" sldId="311"/>
            <ac:spMk id="4" creationId="{084441A6-B6DB-56B1-A2DA-CBBD5194D608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4:38.777" v="109" actId="255"/>
        <pc:sldMkLst>
          <pc:docMk/>
          <pc:sldMk cId="2677483640" sldId="329"/>
        </pc:sldMkLst>
        <pc:spChg chg="mod">
          <ac:chgData name="Abdalla Mukhaimer, Widad" userId="eed79641-8d75-4c66-a669-438ad56aff06" providerId="ADAL" clId="{336D57EA-41BE-4EE6-AEAF-FC6B0E7E0E44}" dt="2024-10-11T04:34:38.777" v="109" actId="255"/>
          <ac:spMkLst>
            <pc:docMk/>
            <pc:sldMk cId="2677483640" sldId="329"/>
            <ac:spMk id="4" creationId="{99AA4E15-D520-9572-D149-63EF088C5C1E}"/>
          </ac:spMkLst>
        </pc:spChg>
      </pc:sldChg>
      <pc:sldChg chg="modSp mod">
        <pc:chgData name="Abdalla Mukhaimer, Widad" userId="eed79641-8d75-4c66-a669-438ad56aff06" providerId="ADAL" clId="{336D57EA-41BE-4EE6-AEAF-FC6B0E7E0E44}" dt="2024-10-11T04:34:18.120" v="106" actId="1076"/>
        <pc:sldMkLst>
          <pc:docMk/>
          <pc:sldMk cId="3269285106" sldId="352"/>
        </pc:sldMkLst>
        <pc:spChg chg="mod">
          <ac:chgData name="Abdalla Mukhaimer, Widad" userId="eed79641-8d75-4c66-a669-438ad56aff06" providerId="ADAL" clId="{336D57EA-41BE-4EE6-AEAF-FC6B0E7E0E44}" dt="2024-10-11T04:34:18.120" v="106" actId="1076"/>
          <ac:spMkLst>
            <pc:docMk/>
            <pc:sldMk cId="3269285106" sldId="352"/>
            <ac:spMk id="3" creationId="{A38CBEDA-CA71-269F-BB50-98AE9481AF11}"/>
          </ac:spMkLst>
        </pc:spChg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270377533" sldId="362"/>
        </pc:sldMkLst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323151770" sldId="363"/>
        </pc:sldMkLst>
      </pc:sldChg>
      <pc:sldChg chg="del">
        <pc:chgData name="Abdalla Mukhaimer, Widad" userId="eed79641-8d75-4c66-a669-438ad56aff06" providerId="ADAL" clId="{336D57EA-41BE-4EE6-AEAF-FC6B0E7E0E44}" dt="2024-10-11T04:21:53.084" v="1" actId="47"/>
        <pc:sldMkLst>
          <pc:docMk/>
          <pc:sldMk cId="1407713648" sldId="364"/>
        </pc:sldMkLst>
      </pc:sldChg>
      <pc:sldChg chg="addSp delSp modSp mod">
        <pc:chgData name="Abdalla Mukhaimer, Widad" userId="eed79641-8d75-4c66-a669-438ad56aff06" providerId="ADAL" clId="{336D57EA-41BE-4EE6-AEAF-FC6B0E7E0E44}" dt="2024-10-11T04:26:26.955" v="15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336D57EA-41BE-4EE6-AEAF-FC6B0E7E0E44}" dt="2024-10-11T04:26:17.800" v="12"/>
          <ac:picMkLst>
            <pc:docMk/>
            <pc:sldMk cId="3844324509" sldId="366"/>
            <ac:picMk id="2" creationId="{16CC243F-6081-8631-B953-A33DD384F579}"/>
          </ac:picMkLst>
        </pc:picChg>
        <pc:picChg chg="mod">
          <ac:chgData name="Abdalla Mukhaimer, Widad" userId="eed79641-8d75-4c66-a669-438ad56aff06" providerId="ADAL" clId="{336D57EA-41BE-4EE6-AEAF-FC6B0E7E0E44}" dt="2024-10-11T04:26:26.955" v="15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336D57EA-41BE-4EE6-AEAF-FC6B0E7E0E44}" dt="2024-10-11T04:26:24.908" v="14" actId="1076"/>
          <ac:picMkLst>
            <pc:docMk/>
            <pc:sldMk cId="3844324509" sldId="366"/>
            <ac:picMk id="4" creationId="{DA6BC1AF-CB80-7D5F-ED44-517D0878E37C}"/>
          </ac:picMkLst>
        </pc:picChg>
        <pc:picChg chg="del">
          <ac:chgData name="Abdalla Mukhaimer, Widad" userId="eed79641-8d75-4c66-a669-438ad56aff06" providerId="ADAL" clId="{336D57EA-41BE-4EE6-AEAF-FC6B0E7E0E44}" dt="2024-10-11T04:26:09.289" v="9" actId="478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delSp modSp mod">
        <pc:chgData name="Abdalla Mukhaimer, Widad" userId="eed79641-8d75-4c66-a669-438ad56aff06" providerId="ADAL" clId="{336D57EA-41BE-4EE6-AEAF-FC6B0E7E0E44}" dt="2024-10-11T04:27:49.440" v="35" actId="1076"/>
        <pc:sldMkLst>
          <pc:docMk/>
          <pc:sldMk cId="2915669867" sldId="367"/>
        </pc:sldMkLst>
        <pc:spChg chg="mod">
          <ac:chgData name="Abdalla Mukhaimer, Widad" userId="eed79641-8d75-4c66-a669-438ad56aff06" providerId="ADAL" clId="{336D57EA-41BE-4EE6-AEAF-FC6B0E7E0E44}" dt="2024-10-11T04:27:39.145" v="30" actId="1076"/>
          <ac:spMkLst>
            <pc:docMk/>
            <pc:sldMk cId="2915669867" sldId="367"/>
            <ac:spMk id="2" creationId="{D408F121-F82E-BBDE-F7AD-F1CC383C69AB}"/>
          </ac:spMkLst>
        </pc:spChg>
        <pc:picChg chg="del">
          <ac:chgData name="Abdalla Mukhaimer, Widad" userId="eed79641-8d75-4c66-a669-438ad56aff06" providerId="ADAL" clId="{336D57EA-41BE-4EE6-AEAF-FC6B0E7E0E44}" dt="2024-10-11T04:27:01.201" v="18" actId="478"/>
          <ac:picMkLst>
            <pc:docMk/>
            <pc:sldMk cId="2915669867" sldId="367"/>
            <ac:picMk id="3" creationId="{90853174-353B-5495-F6F2-2F7C881F34D7}"/>
          </ac:picMkLst>
        </pc:picChg>
        <pc:picChg chg="del">
          <ac:chgData name="Abdalla Mukhaimer, Widad" userId="eed79641-8d75-4c66-a669-438ad56aff06" providerId="ADAL" clId="{336D57EA-41BE-4EE6-AEAF-FC6B0E7E0E44}" dt="2024-10-11T04:27:28.305" v="24" actId="478"/>
          <ac:picMkLst>
            <pc:docMk/>
            <pc:sldMk cId="2915669867" sldId="367"/>
            <ac:picMk id="4" creationId="{2A9ECD11-3153-3B58-20F3-E49840BE0965}"/>
          </ac:picMkLst>
        </pc:picChg>
        <pc:picChg chg="del">
          <ac:chgData name="Abdalla Mukhaimer, Widad" userId="eed79641-8d75-4c66-a669-438ad56aff06" providerId="ADAL" clId="{336D57EA-41BE-4EE6-AEAF-FC6B0E7E0E44}" dt="2024-10-11T04:27:02.757" v="19" actId="478"/>
          <ac:picMkLst>
            <pc:docMk/>
            <pc:sldMk cId="2915669867" sldId="367"/>
            <ac:picMk id="5" creationId="{97272905-A3A3-EB9C-3825-5C46AC5CE45D}"/>
          </ac:picMkLst>
        </pc:picChg>
        <pc:picChg chg="add mod">
          <ac:chgData name="Abdalla Mukhaimer, Widad" userId="eed79641-8d75-4c66-a669-438ad56aff06" providerId="ADAL" clId="{336D57EA-41BE-4EE6-AEAF-FC6B0E7E0E44}" dt="2024-10-11T04:27:33.173" v="27" actId="1076"/>
          <ac:picMkLst>
            <pc:docMk/>
            <pc:sldMk cId="2915669867" sldId="367"/>
            <ac:picMk id="6" creationId="{00F832F2-C583-1F10-CF4D-F16EF3D9CCF8}"/>
          </ac:picMkLst>
        </pc:picChg>
        <pc:picChg chg="add mod">
          <ac:chgData name="Abdalla Mukhaimer, Widad" userId="eed79641-8d75-4c66-a669-438ad56aff06" providerId="ADAL" clId="{336D57EA-41BE-4EE6-AEAF-FC6B0E7E0E44}" dt="2024-10-11T04:27:34.574" v="28" actId="1076"/>
          <ac:picMkLst>
            <pc:docMk/>
            <pc:sldMk cId="2915669867" sldId="367"/>
            <ac:picMk id="7" creationId="{67F8E319-6A39-E620-9E41-95AAB674272B}"/>
          </ac:picMkLst>
        </pc:picChg>
        <pc:picChg chg="add mod">
          <ac:chgData name="Abdalla Mukhaimer, Widad" userId="eed79641-8d75-4c66-a669-438ad56aff06" providerId="ADAL" clId="{336D57EA-41BE-4EE6-AEAF-FC6B0E7E0E44}" dt="2024-10-11T04:27:49.440" v="35" actId="1076"/>
          <ac:picMkLst>
            <pc:docMk/>
            <pc:sldMk cId="2915669867" sldId="367"/>
            <ac:picMk id="9" creationId="{E37CD964-A2CF-FD04-AE39-97862CBAF85C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4:53.072" v="113" actId="1076"/>
        <pc:sldMkLst>
          <pc:docMk/>
          <pc:sldMk cId="1565146811" sldId="368"/>
        </pc:sldMkLst>
        <pc:picChg chg="add mod">
          <ac:chgData name="Abdalla Mukhaimer, Widad" userId="eed79641-8d75-4c66-a669-438ad56aff06" providerId="ADAL" clId="{336D57EA-41BE-4EE6-AEAF-FC6B0E7E0E44}" dt="2024-10-11T04:34:47.805" v="111" actId="1076"/>
          <ac:picMkLst>
            <pc:docMk/>
            <pc:sldMk cId="1565146811" sldId="368"/>
            <ac:picMk id="2" creationId="{D1A6005B-72DA-2FD0-1B16-89DDDEF4E8AA}"/>
          </ac:picMkLst>
        </pc:picChg>
        <pc:picChg chg="add mod">
          <ac:chgData name="Abdalla Mukhaimer, Widad" userId="eed79641-8d75-4c66-a669-438ad56aff06" providerId="ADAL" clId="{336D57EA-41BE-4EE6-AEAF-FC6B0E7E0E44}" dt="2024-10-11T04:34:53.072" v="113" actId="1076"/>
          <ac:picMkLst>
            <pc:docMk/>
            <pc:sldMk cId="1565146811" sldId="368"/>
            <ac:picMk id="3" creationId="{2F248CD4-9324-BC06-961E-8A67EBD4E50B}"/>
          </ac:picMkLst>
        </pc:picChg>
      </pc:sldChg>
      <pc:sldChg chg="del">
        <pc:chgData name="Abdalla Mukhaimer, Widad" userId="eed79641-8d75-4c66-a669-438ad56aff06" providerId="ADAL" clId="{336D57EA-41BE-4EE6-AEAF-FC6B0E7E0E44}" dt="2024-10-11T04:27:53.877" v="36" actId="47"/>
        <pc:sldMkLst>
          <pc:docMk/>
          <pc:sldMk cId="2145447126" sldId="368"/>
        </pc:sldMkLst>
      </pc:sldChg>
      <pc:sldChg chg="del">
        <pc:chgData name="Abdalla Mukhaimer, Widad" userId="eed79641-8d75-4c66-a669-438ad56aff06" providerId="ADAL" clId="{336D57EA-41BE-4EE6-AEAF-FC6B0E7E0E44}" dt="2024-10-11T04:27:55.696" v="37" actId="47"/>
        <pc:sldMkLst>
          <pc:docMk/>
          <pc:sldMk cId="3875100456" sldId="369"/>
        </pc:sldMkLst>
      </pc:sldChg>
      <pc:sldChg chg="addSp modSp add mod">
        <pc:chgData name="Abdalla Mukhaimer, Widad" userId="eed79641-8d75-4c66-a669-438ad56aff06" providerId="ADAL" clId="{336D57EA-41BE-4EE6-AEAF-FC6B0E7E0E44}" dt="2024-10-11T04:35:17.585" v="119" actId="20577"/>
        <pc:sldMkLst>
          <pc:docMk/>
          <pc:sldMk cId="3960164508" sldId="369"/>
        </pc:sldMkLst>
        <pc:spChg chg="add mod">
          <ac:chgData name="Abdalla Mukhaimer, Widad" userId="eed79641-8d75-4c66-a669-438ad56aff06" providerId="ADAL" clId="{336D57EA-41BE-4EE6-AEAF-FC6B0E7E0E44}" dt="2024-10-11T04:35:17.585" v="119" actId="20577"/>
          <ac:spMkLst>
            <pc:docMk/>
            <pc:sldMk cId="3960164508" sldId="369"/>
            <ac:spMk id="3" creationId="{F77817B6-B65D-DBA4-9E46-304E1C87FEEC}"/>
          </ac:spMkLst>
        </pc:spChg>
      </pc:sldChg>
      <pc:sldChg chg="del">
        <pc:chgData name="Abdalla Mukhaimer, Widad" userId="eed79641-8d75-4c66-a669-438ad56aff06" providerId="ADAL" clId="{336D57EA-41BE-4EE6-AEAF-FC6B0E7E0E44}" dt="2024-10-11T04:27:57.351" v="38" actId="47"/>
        <pc:sldMkLst>
          <pc:docMk/>
          <pc:sldMk cId="2873096860" sldId="370"/>
        </pc:sldMkLst>
      </pc:sldChg>
      <pc:sldChg chg="addSp modSp add mod">
        <pc:chgData name="Abdalla Mukhaimer, Widad" userId="eed79641-8d75-4c66-a669-438ad56aff06" providerId="ADAL" clId="{336D57EA-41BE-4EE6-AEAF-FC6B0E7E0E44}" dt="2024-10-11T04:35:45.699" v="131" actId="1076"/>
        <pc:sldMkLst>
          <pc:docMk/>
          <pc:sldMk cId="4155470605" sldId="370"/>
        </pc:sldMkLst>
        <pc:spChg chg="add mod">
          <ac:chgData name="Abdalla Mukhaimer, Widad" userId="eed79641-8d75-4c66-a669-438ad56aff06" providerId="ADAL" clId="{336D57EA-41BE-4EE6-AEAF-FC6B0E7E0E44}" dt="2024-10-11T04:35:45.699" v="131" actId="1076"/>
          <ac:spMkLst>
            <pc:docMk/>
            <pc:sldMk cId="4155470605" sldId="370"/>
            <ac:spMk id="4" creationId="{1749E031-765B-321F-5225-49448A4B6066}"/>
          </ac:spMkLst>
        </pc:spChg>
        <pc:picChg chg="add mod">
          <ac:chgData name="Abdalla Mukhaimer, Widad" userId="eed79641-8d75-4c66-a669-438ad56aff06" providerId="ADAL" clId="{336D57EA-41BE-4EE6-AEAF-FC6B0E7E0E44}" dt="2024-10-11T04:35:30.550" v="124" actId="1076"/>
          <ac:picMkLst>
            <pc:docMk/>
            <pc:sldMk cId="4155470605" sldId="370"/>
            <ac:picMk id="3" creationId="{1B376A64-E0B6-3396-4D37-707313049DE8}"/>
          </ac:picMkLst>
        </pc:picChg>
        <pc:picChg chg="add mod">
          <ac:chgData name="Abdalla Mukhaimer, Widad" userId="eed79641-8d75-4c66-a669-438ad56aff06" providerId="ADAL" clId="{336D57EA-41BE-4EE6-AEAF-FC6B0E7E0E44}" dt="2024-10-11T04:35:34.487" v="126" actId="1076"/>
          <ac:picMkLst>
            <pc:docMk/>
            <pc:sldMk cId="4155470605" sldId="370"/>
            <ac:picMk id="5" creationId="{64DAA36C-7F48-B0F6-7FE0-596D0651BB0F}"/>
          </ac:picMkLst>
        </pc:picChg>
        <pc:picChg chg="add mod">
          <ac:chgData name="Abdalla Mukhaimer, Widad" userId="eed79641-8d75-4c66-a669-438ad56aff06" providerId="ADAL" clId="{336D57EA-41BE-4EE6-AEAF-FC6B0E7E0E44}" dt="2024-10-11T04:35:41.728" v="130" actId="1076"/>
          <ac:picMkLst>
            <pc:docMk/>
            <pc:sldMk cId="4155470605" sldId="370"/>
            <ac:picMk id="6" creationId="{69304831-AB8B-0705-B655-42375F5D41FC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5:59.397" v="137" actId="1076"/>
        <pc:sldMkLst>
          <pc:docMk/>
          <pc:sldMk cId="1457466673" sldId="371"/>
        </pc:sldMkLst>
        <pc:picChg chg="add mod">
          <ac:chgData name="Abdalla Mukhaimer, Widad" userId="eed79641-8d75-4c66-a669-438ad56aff06" providerId="ADAL" clId="{336D57EA-41BE-4EE6-AEAF-FC6B0E7E0E44}" dt="2024-10-11T04:35:50.859" v="133" actId="1076"/>
          <ac:picMkLst>
            <pc:docMk/>
            <pc:sldMk cId="1457466673" sldId="371"/>
            <ac:picMk id="2" creationId="{56ACA6FB-51DB-8491-4F75-773FD2237A1C}"/>
          </ac:picMkLst>
        </pc:picChg>
        <pc:picChg chg="add mod">
          <ac:chgData name="Abdalla Mukhaimer, Widad" userId="eed79641-8d75-4c66-a669-438ad56aff06" providerId="ADAL" clId="{336D57EA-41BE-4EE6-AEAF-FC6B0E7E0E44}" dt="2024-10-11T04:35:59.397" v="137" actId="1076"/>
          <ac:picMkLst>
            <pc:docMk/>
            <pc:sldMk cId="1457466673" sldId="371"/>
            <ac:picMk id="3" creationId="{F7429DF1-269F-6079-52BA-B0FD0929718F}"/>
          </ac:picMkLst>
        </pc:picChg>
      </pc:sldChg>
      <pc:sldChg chg="addSp modSp add mod">
        <pc:chgData name="Abdalla Mukhaimer, Widad" userId="eed79641-8d75-4c66-a669-438ad56aff06" providerId="ADAL" clId="{336D57EA-41BE-4EE6-AEAF-FC6B0E7E0E44}" dt="2024-10-11T04:36:23.066" v="144" actId="1076"/>
        <pc:sldMkLst>
          <pc:docMk/>
          <pc:sldMk cId="3059629507" sldId="372"/>
        </pc:sldMkLst>
        <pc:spChg chg="add mod">
          <ac:chgData name="Abdalla Mukhaimer, Widad" userId="eed79641-8d75-4c66-a669-438ad56aff06" providerId="ADAL" clId="{336D57EA-41BE-4EE6-AEAF-FC6B0E7E0E44}" dt="2024-10-11T04:36:23.066" v="144" actId="1076"/>
          <ac:spMkLst>
            <pc:docMk/>
            <pc:sldMk cId="3059629507" sldId="372"/>
            <ac:spMk id="3" creationId="{E5F2A7F3-E620-C83A-781C-3DA11293DA67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7:21.548" v="162" actId="1076"/>
        <pc:sldMkLst>
          <pc:docMk/>
          <pc:sldMk cId="4146373273" sldId="373"/>
        </pc:sldMkLst>
        <pc:picChg chg="add mod">
          <ac:chgData name="Abdalla Mukhaimer, Widad" userId="eed79641-8d75-4c66-a669-438ad56aff06" providerId="ADAL" clId="{336D57EA-41BE-4EE6-AEAF-FC6B0E7E0E44}" dt="2024-10-11T04:37:19.861" v="161" actId="1076"/>
          <ac:picMkLst>
            <pc:docMk/>
            <pc:sldMk cId="4146373273" sldId="373"/>
            <ac:picMk id="2" creationId="{352E3B47-ABFF-3C15-AB44-BF27EE7A01E2}"/>
          </ac:picMkLst>
        </pc:picChg>
        <pc:picChg chg="add mod">
          <ac:chgData name="Abdalla Mukhaimer, Widad" userId="eed79641-8d75-4c66-a669-438ad56aff06" providerId="ADAL" clId="{336D57EA-41BE-4EE6-AEAF-FC6B0E7E0E44}" dt="2024-10-11T04:37:21.548" v="162" actId="1076"/>
          <ac:picMkLst>
            <pc:docMk/>
            <pc:sldMk cId="4146373273" sldId="373"/>
            <ac:picMk id="3" creationId="{421953DD-B4C9-BF74-B2CD-D5A522878926}"/>
          </ac:picMkLst>
        </pc:picChg>
      </pc:sldChg>
      <pc:sldChg chg="addSp delSp modSp add mod">
        <pc:chgData name="Abdalla Mukhaimer, Widad" userId="eed79641-8d75-4c66-a669-438ad56aff06" providerId="ADAL" clId="{336D57EA-41BE-4EE6-AEAF-FC6B0E7E0E44}" dt="2024-10-11T04:36:43.989" v="153" actId="1076"/>
        <pc:sldMkLst>
          <pc:docMk/>
          <pc:sldMk cId="401152935" sldId="374"/>
        </pc:sldMkLst>
        <pc:spChg chg="mod">
          <ac:chgData name="Abdalla Mukhaimer, Widad" userId="eed79641-8d75-4c66-a669-438ad56aff06" providerId="ADAL" clId="{336D57EA-41BE-4EE6-AEAF-FC6B0E7E0E44}" dt="2024-10-11T04:36:34.695" v="149" actId="1076"/>
          <ac:spMkLst>
            <pc:docMk/>
            <pc:sldMk cId="401152935" sldId="374"/>
            <ac:spMk id="4" creationId="{1749E031-765B-321F-5225-49448A4B6066}"/>
          </ac:spMkLst>
        </pc:spChg>
        <pc:picChg chg="add mod">
          <ac:chgData name="Abdalla Mukhaimer, Widad" userId="eed79641-8d75-4c66-a669-438ad56aff06" providerId="ADAL" clId="{336D57EA-41BE-4EE6-AEAF-FC6B0E7E0E44}" dt="2024-10-11T04:36:27.723" v="146" actId="1076"/>
          <ac:picMkLst>
            <pc:docMk/>
            <pc:sldMk cId="401152935" sldId="374"/>
            <ac:picMk id="2" creationId="{57FD54BA-7817-21B4-CFF2-701EE7E2E95A}"/>
          </ac:picMkLst>
        </pc:picChg>
        <pc:picChg chg="mod">
          <ac:chgData name="Abdalla Mukhaimer, Widad" userId="eed79641-8d75-4c66-a669-438ad56aff06" providerId="ADAL" clId="{336D57EA-41BE-4EE6-AEAF-FC6B0E7E0E44}" dt="2024-10-11T04:36:43.989" v="153" actId="1076"/>
          <ac:picMkLst>
            <pc:docMk/>
            <pc:sldMk cId="401152935" sldId="374"/>
            <ac:picMk id="3" creationId="{1B376A64-E0B6-3396-4D37-707313049DE8}"/>
          </ac:picMkLst>
        </pc:picChg>
        <pc:picChg chg="del">
          <ac:chgData name="Abdalla Mukhaimer, Widad" userId="eed79641-8d75-4c66-a669-438ad56aff06" providerId="ADAL" clId="{336D57EA-41BE-4EE6-AEAF-FC6B0E7E0E44}" dt="2024-10-11T04:29:54.289" v="63" actId="478"/>
          <ac:picMkLst>
            <pc:docMk/>
            <pc:sldMk cId="401152935" sldId="374"/>
            <ac:picMk id="5" creationId="{64DAA36C-7F48-B0F6-7FE0-596D0651BB0F}"/>
          </ac:picMkLst>
        </pc:picChg>
        <pc:picChg chg="del">
          <ac:chgData name="Abdalla Mukhaimer, Widad" userId="eed79641-8d75-4c66-a669-438ad56aff06" providerId="ADAL" clId="{336D57EA-41BE-4EE6-AEAF-FC6B0E7E0E44}" dt="2024-10-11T04:29:55.321" v="64" actId="478"/>
          <ac:picMkLst>
            <pc:docMk/>
            <pc:sldMk cId="401152935" sldId="374"/>
            <ac:picMk id="6" creationId="{69304831-AB8B-0705-B655-42375F5D41FC}"/>
          </ac:picMkLst>
        </pc:picChg>
        <pc:picChg chg="add mod">
          <ac:chgData name="Abdalla Mukhaimer, Widad" userId="eed79641-8d75-4c66-a669-438ad56aff06" providerId="ADAL" clId="{336D57EA-41BE-4EE6-AEAF-FC6B0E7E0E44}" dt="2024-10-11T04:36:32.679" v="148" actId="1076"/>
          <ac:picMkLst>
            <pc:docMk/>
            <pc:sldMk cId="401152935" sldId="374"/>
            <ac:picMk id="7" creationId="{F573834E-67DF-7E05-F45D-22D94D220572}"/>
          </ac:picMkLst>
        </pc:picChg>
      </pc:sldChg>
      <pc:sldChg chg="modSp add mod">
        <pc:chgData name="Abdalla Mukhaimer, Widad" userId="eed79641-8d75-4c66-a669-438ad56aff06" providerId="ADAL" clId="{336D57EA-41BE-4EE6-AEAF-FC6B0E7E0E44}" dt="2024-10-11T04:36:57.718" v="155" actId="255"/>
        <pc:sldMkLst>
          <pc:docMk/>
          <pc:sldMk cId="2051847613" sldId="375"/>
        </pc:sldMkLst>
        <pc:spChg chg="mod">
          <ac:chgData name="Abdalla Mukhaimer, Widad" userId="eed79641-8d75-4c66-a669-438ad56aff06" providerId="ADAL" clId="{336D57EA-41BE-4EE6-AEAF-FC6B0E7E0E44}" dt="2024-10-11T04:30:24.306" v="74" actId="20577"/>
          <ac:spMkLst>
            <pc:docMk/>
            <pc:sldMk cId="2051847613" sldId="375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36D57EA-41BE-4EE6-AEAF-FC6B0E7E0E44}" dt="2024-10-11T04:36:57.718" v="155" actId="255"/>
          <ac:spMkLst>
            <pc:docMk/>
            <pc:sldMk cId="2051847613" sldId="375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7:45.879" v="170" actId="255"/>
        <pc:sldMkLst>
          <pc:docMk/>
          <pc:sldMk cId="2009859311" sldId="376"/>
        </pc:sldMkLst>
        <pc:spChg chg="add mod">
          <ac:chgData name="Abdalla Mukhaimer, Widad" userId="eed79641-8d75-4c66-a669-438ad56aff06" providerId="ADAL" clId="{336D57EA-41BE-4EE6-AEAF-FC6B0E7E0E44}" dt="2024-10-11T04:37:45.879" v="170" actId="255"/>
          <ac:spMkLst>
            <pc:docMk/>
            <pc:sldMk cId="2009859311" sldId="376"/>
            <ac:spMk id="3" creationId="{A86ADFBC-C3AB-0567-C8D0-F3724027682E}"/>
          </ac:spMkLst>
        </pc:spChg>
      </pc:sldChg>
      <pc:sldChg chg="addSp modSp add mod">
        <pc:chgData name="Abdalla Mukhaimer, Widad" userId="eed79641-8d75-4c66-a669-438ad56aff06" providerId="ADAL" clId="{336D57EA-41BE-4EE6-AEAF-FC6B0E7E0E44}" dt="2024-10-11T04:38:27.960" v="182" actId="1076"/>
        <pc:sldMkLst>
          <pc:docMk/>
          <pc:sldMk cId="413467510" sldId="377"/>
        </pc:sldMkLst>
        <pc:spChg chg="add mod">
          <ac:chgData name="Abdalla Mukhaimer, Widad" userId="eed79641-8d75-4c66-a669-438ad56aff06" providerId="ADAL" clId="{336D57EA-41BE-4EE6-AEAF-FC6B0E7E0E44}" dt="2024-10-11T04:38:17.131" v="179" actId="255"/>
          <ac:spMkLst>
            <pc:docMk/>
            <pc:sldMk cId="413467510" sldId="377"/>
            <ac:spMk id="3" creationId="{27562520-615B-296A-0850-9F0B9EE3F8EB}"/>
          </ac:spMkLst>
        </pc:spChg>
        <pc:spChg chg="add mod">
          <ac:chgData name="Abdalla Mukhaimer, Widad" userId="eed79641-8d75-4c66-a669-438ad56aff06" providerId="ADAL" clId="{336D57EA-41BE-4EE6-AEAF-FC6B0E7E0E44}" dt="2024-10-11T04:38:27.960" v="182" actId="1076"/>
          <ac:spMkLst>
            <pc:docMk/>
            <pc:sldMk cId="413467510" sldId="377"/>
            <ac:spMk id="7" creationId="{B8A81FF6-32AB-14C4-212D-E781BDC5C945}"/>
          </ac:spMkLst>
        </pc:spChg>
        <pc:picChg chg="add mod">
          <ac:chgData name="Abdalla Mukhaimer, Widad" userId="eed79641-8d75-4c66-a669-438ad56aff06" providerId="ADAL" clId="{336D57EA-41BE-4EE6-AEAF-FC6B0E7E0E44}" dt="2024-10-11T04:38:19.210" v="180" actId="1076"/>
          <ac:picMkLst>
            <pc:docMk/>
            <pc:sldMk cId="413467510" sldId="377"/>
            <ac:picMk id="5" creationId="{EEEE1E4E-0B43-328D-7950-FFAA6E5FA77B}"/>
          </ac:picMkLst>
        </pc:picChg>
      </pc:sldChg>
      <pc:sldChg chg="addSp delSp modSp add mod">
        <pc:chgData name="Abdalla Mukhaimer, Widad" userId="eed79641-8d75-4c66-a669-438ad56aff06" providerId="ADAL" clId="{336D57EA-41BE-4EE6-AEAF-FC6B0E7E0E44}" dt="2024-10-11T04:38:03.307" v="177" actId="1076"/>
        <pc:sldMkLst>
          <pc:docMk/>
          <pc:sldMk cId="3473627254" sldId="378"/>
        </pc:sldMkLst>
        <pc:picChg chg="add del mod">
          <ac:chgData name="Abdalla Mukhaimer, Widad" userId="eed79641-8d75-4c66-a669-438ad56aff06" providerId="ADAL" clId="{336D57EA-41BE-4EE6-AEAF-FC6B0E7E0E44}" dt="2024-10-11T04:37:52.434" v="172" actId="1076"/>
          <ac:picMkLst>
            <pc:docMk/>
            <pc:sldMk cId="3473627254" sldId="378"/>
            <ac:picMk id="2" creationId="{57FD54BA-7817-21B4-CFF2-701EE7E2E95A}"/>
          </ac:picMkLst>
        </pc:picChg>
        <pc:picChg chg="mod">
          <ac:chgData name="Abdalla Mukhaimer, Widad" userId="eed79641-8d75-4c66-a669-438ad56aff06" providerId="ADAL" clId="{336D57EA-41BE-4EE6-AEAF-FC6B0E7E0E44}" dt="2024-10-11T04:38:03.307" v="177" actId="1076"/>
          <ac:picMkLst>
            <pc:docMk/>
            <pc:sldMk cId="3473627254" sldId="378"/>
            <ac:picMk id="3" creationId="{1B376A64-E0B6-3396-4D37-707313049DE8}"/>
          </ac:picMkLst>
        </pc:picChg>
        <pc:picChg chg="add del mod">
          <ac:chgData name="Abdalla Mukhaimer, Widad" userId="eed79641-8d75-4c66-a669-438ad56aff06" providerId="ADAL" clId="{336D57EA-41BE-4EE6-AEAF-FC6B0E7E0E44}" dt="2024-10-11T04:37:57.238" v="174" actId="1076"/>
          <ac:picMkLst>
            <pc:docMk/>
            <pc:sldMk cId="3473627254" sldId="378"/>
            <ac:picMk id="7" creationId="{F573834E-67DF-7E05-F45D-22D94D220572}"/>
          </ac:picMkLst>
        </pc:picChg>
      </pc:sldChg>
      <pc:sldChg chg="addSp modSp new mod">
        <pc:chgData name="Abdalla Mukhaimer, Widad" userId="eed79641-8d75-4c66-a669-438ad56aff06" providerId="ADAL" clId="{336D57EA-41BE-4EE6-AEAF-FC6B0E7E0E44}" dt="2024-10-11T04:38:50.985" v="190" actId="1076"/>
        <pc:sldMkLst>
          <pc:docMk/>
          <pc:sldMk cId="2042449734" sldId="379"/>
        </pc:sldMkLst>
        <pc:spChg chg="add mod">
          <ac:chgData name="Abdalla Mukhaimer, Widad" userId="eed79641-8d75-4c66-a669-438ad56aff06" providerId="ADAL" clId="{336D57EA-41BE-4EE6-AEAF-FC6B0E7E0E44}" dt="2024-10-11T04:38:49.752" v="189" actId="1076"/>
          <ac:spMkLst>
            <pc:docMk/>
            <pc:sldMk cId="2042449734" sldId="379"/>
            <ac:spMk id="3" creationId="{30FCA5BA-E86A-6D02-3AA0-A1755C3D8A44}"/>
          </ac:spMkLst>
        </pc:spChg>
        <pc:picChg chg="add mod">
          <ac:chgData name="Abdalla Mukhaimer, Widad" userId="eed79641-8d75-4c66-a669-438ad56aff06" providerId="ADAL" clId="{336D57EA-41BE-4EE6-AEAF-FC6B0E7E0E44}" dt="2024-10-11T04:38:50.985" v="190" actId="1076"/>
          <ac:picMkLst>
            <pc:docMk/>
            <pc:sldMk cId="2042449734" sldId="379"/>
            <ac:picMk id="5" creationId="{526D8DEA-A0C8-E242-F6AB-3F8EA6A971AC}"/>
          </ac:picMkLst>
        </pc:picChg>
      </pc:sldChg>
    </pc:docChg>
  </pc:docChgLst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  <pc:docChgLst>
    <pc:chgData name="Abdalla Mukhaimer, Widad" userId="eed79641-8d75-4c66-a669-438ad56aff06" providerId="ADAL" clId="{3A0FBCAC-1279-4201-823D-CBCDB0FAD411}"/>
    <pc:docChg chg="undo custSel addSld delSld modSld">
      <pc:chgData name="Abdalla Mukhaimer, Widad" userId="eed79641-8d75-4c66-a669-438ad56aff06" providerId="ADAL" clId="{3A0FBCAC-1279-4201-823D-CBCDB0FAD411}" dt="2024-10-14T11:17:54.667" v="168" actId="20577"/>
      <pc:docMkLst>
        <pc:docMk/>
      </pc:docMkLst>
      <pc:sldChg chg="modSp mod">
        <pc:chgData name="Abdalla Mukhaimer, Widad" userId="eed79641-8d75-4c66-a669-438ad56aff06" providerId="ADAL" clId="{3A0FBCAC-1279-4201-823D-CBCDB0FAD411}" dt="2024-10-14T11:08:45.517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3A0FBCAC-1279-4201-823D-CBCDB0FAD411}" dt="2024-10-14T11:08:45.517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3A0FBCAC-1279-4201-823D-CBCDB0FAD411}" dt="2024-10-14T11:09:11.783" v="11" actId="20577"/>
        <pc:sldMkLst>
          <pc:docMk/>
          <pc:sldMk cId="851128216" sldId="311"/>
        </pc:sldMkLst>
        <pc:spChg chg="mod">
          <ac:chgData name="Abdalla Mukhaimer, Widad" userId="eed79641-8d75-4c66-a669-438ad56aff06" providerId="ADAL" clId="{3A0FBCAC-1279-4201-823D-CBCDB0FAD411}" dt="2024-10-14T11:08:50.933" v="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3A0FBCAC-1279-4201-823D-CBCDB0FAD411}" dt="2024-10-14T11:09:11.783" v="11" actId="20577"/>
          <ac:spMkLst>
            <pc:docMk/>
            <pc:sldMk cId="851128216" sldId="311"/>
            <ac:spMk id="4" creationId="{084441A6-B6DB-56B1-A2DA-CBBD5194D608}"/>
          </ac:spMkLst>
        </pc:spChg>
      </pc:sldChg>
      <pc:sldChg chg="modSp mod">
        <pc:chgData name="Abdalla Mukhaimer, Widad" userId="eed79641-8d75-4c66-a669-438ad56aff06" providerId="ADAL" clId="{3A0FBCAC-1279-4201-823D-CBCDB0FAD411}" dt="2024-10-14T11:12:10.418" v="93" actId="14100"/>
        <pc:sldMkLst>
          <pc:docMk/>
          <pc:sldMk cId="2677483640" sldId="329"/>
        </pc:sldMkLst>
        <pc:spChg chg="mod">
          <ac:chgData name="Abdalla Mukhaimer, Widad" userId="eed79641-8d75-4c66-a669-438ad56aff06" providerId="ADAL" clId="{3A0FBCAC-1279-4201-823D-CBCDB0FAD411}" dt="2024-10-14T11:12:10.418" v="93" actId="14100"/>
          <ac:spMkLst>
            <pc:docMk/>
            <pc:sldMk cId="2677483640" sldId="329"/>
            <ac:spMk id="4" creationId="{99AA4E15-D520-9572-D149-63EF088C5C1E}"/>
          </ac:spMkLst>
        </pc:spChg>
      </pc:sldChg>
      <pc:sldChg chg="modSp mod">
        <pc:chgData name="Abdalla Mukhaimer, Widad" userId="eed79641-8d75-4c66-a669-438ad56aff06" providerId="ADAL" clId="{3A0FBCAC-1279-4201-823D-CBCDB0FAD411}" dt="2024-10-14T11:09:49.486" v="29" actId="20577"/>
        <pc:sldMkLst>
          <pc:docMk/>
          <pc:sldMk cId="3269285106" sldId="352"/>
        </pc:sldMkLst>
        <pc:spChg chg="mod">
          <ac:chgData name="Abdalla Mukhaimer, Widad" userId="eed79641-8d75-4c66-a669-438ad56aff06" providerId="ADAL" clId="{3A0FBCAC-1279-4201-823D-CBCDB0FAD411}" dt="2024-10-14T11:09:49.486" v="29" actId="20577"/>
          <ac:spMkLst>
            <pc:docMk/>
            <pc:sldMk cId="3269285106" sldId="352"/>
            <ac:spMk id="3" creationId="{A38CBEDA-CA71-269F-BB50-98AE9481AF11}"/>
          </ac:spMkLst>
        </pc:spChg>
      </pc:sldChg>
      <pc:sldChg chg="addSp delSp modSp mod">
        <pc:chgData name="Abdalla Mukhaimer, Widad" userId="eed79641-8d75-4c66-a669-438ad56aff06" providerId="ADAL" clId="{3A0FBCAC-1279-4201-823D-CBCDB0FAD411}" dt="2024-10-14T11:10:35.589" v="44" actId="1076"/>
        <pc:sldMkLst>
          <pc:docMk/>
          <pc:sldMk cId="1952497357" sldId="365"/>
        </pc:sldMkLst>
        <pc:spChg chg="mod">
          <ac:chgData name="Abdalla Mukhaimer, Widad" userId="eed79641-8d75-4c66-a669-438ad56aff06" providerId="ADAL" clId="{3A0FBCAC-1279-4201-823D-CBCDB0FAD411}" dt="2024-10-14T11:10:15.241" v="36" actId="1076"/>
          <ac:spMkLst>
            <pc:docMk/>
            <pc:sldMk cId="1952497357" sldId="365"/>
            <ac:spMk id="5" creationId="{129EF3E2-6FB2-2058-FA7E-D16541D91A9B}"/>
          </ac:spMkLst>
        </pc:spChg>
        <pc:picChg chg="del">
          <ac:chgData name="Abdalla Mukhaimer, Widad" userId="eed79641-8d75-4c66-a669-438ad56aff06" providerId="ADAL" clId="{3A0FBCAC-1279-4201-823D-CBCDB0FAD411}" dt="2024-10-14T11:10:27.514" v="37" actId="478"/>
          <ac:picMkLst>
            <pc:docMk/>
            <pc:sldMk cId="1952497357" sldId="365"/>
            <ac:picMk id="3" creationId="{22DEF591-36A0-46CD-1DB6-6B509CDC1A85}"/>
          </ac:picMkLst>
        </pc:picChg>
        <pc:picChg chg="mod">
          <ac:chgData name="Abdalla Mukhaimer, Widad" userId="eed79641-8d75-4c66-a669-438ad56aff06" providerId="ADAL" clId="{3A0FBCAC-1279-4201-823D-CBCDB0FAD411}" dt="2024-10-14T11:10:11.329" v="35" actId="1076"/>
          <ac:picMkLst>
            <pc:docMk/>
            <pc:sldMk cId="1952497357" sldId="365"/>
            <ac:picMk id="4" creationId="{CC1A5561-C15C-66AA-0280-3307B9565A58}"/>
          </ac:picMkLst>
        </pc:picChg>
        <pc:picChg chg="add mod">
          <ac:chgData name="Abdalla Mukhaimer, Widad" userId="eed79641-8d75-4c66-a669-438ad56aff06" providerId="ADAL" clId="{3A0FBCAC-1279-4201-823D-CBCDB0FAD411}" dt="2024-10-14T11:10:35.589" v="44" actId="1076"/>
          <ac:picMkLst>
            <pc:docMk/>
            <pc:sldMk cId="1952497357" sldId="365"/>
            <ac:picMk id="6" creationId="{AB6E0C0A-6474-3059-2814-A0A7854154D6}"/>
          </ac:picMkLst>
        </pc:picChg>
        <pc:picChg chg="mod">
          <ac:chgData name="Abdalla Mukhaimer, Widad" userId="eed79641-8d75-4c66-a669-438ad56aff06" providerId="ADAL" clId="{3A0FBCAC-1279-4201-823D-CBCDB0FAD411}" dt="2024-10-14T11:10:08.471" v="34" actId="1076"/>
          <ac:picMkLst>
            <pc:docMk/>
            <pc:sldMk cId="1952497357" sldId="365"/>
            <ac:picMk id="7" creationId="{AB852C7D-C1F3-6DB9-16E4-E43EB499746C}"/>
          </ac:picMkLst>
        </pc:picChg>
      </pc:sldChg>
      <pc:sldChg chg="del">
        <pc:chgData name="Abdalla Mukhaimer, Widad" userId="eed79641-8d75-4c66-a669-438ad56aff06" providerId="ADAL" clId="{3A0FBCAC-1279-4201-823D-CBCDB0FAD411}" dt="2024-10-14T11:11:01.023" v="47" actId="47"/>
        <pc:sldMkLst>
          <pc:docMk/>
          <pc:sldMk cId="3844324509" sldId="366"/>
        </pc:sldMkLst>
      </pc:sldChg>
      <pc:sldChg chg="addSp delSp modSp mod">
        <pc:chgData name="Abdalla Mukhaimer, Widad" userId="eed79641-8d75-4c66-a669-438ad56aff06" providerId="ADAL" clId="{3A0FBCAC-1279-4201-823D-CBCDB0FAD411}" dt="2024-10-14T11:13:04.539" v="109" actId="1076"/>
        <pc:sldMkLst>
          <pc:docMk/>
          <pc:sldMk cId="2915669867" sldId="367"/>
        </pc:sldMkLst>
        <pc:spChg chg="mod">
          <ac:chgData name="Abdalla Mukhaimer, Widad" userId="eed79641-8d75-4c66-a669-438ad56aff06" providerId="ADAL" clId="{3A0FBCAC-1279-4201-823D-CBCDB0FAD411}" dt="2024-10-14T11:12:42.312" v="103" actId="1076"/>
          <ac:spMkLst>
            <pc:docMk/>
            <pc:sldMk cId="2915669867" sldId="367"/>
            <ac:spMk id="2" creationId="{D408F121-F82E-BBDE-F7AD-F1CC383C69AB}"/>
          </ac:spMkLst>
        </pc:spChg>
        <pc:picChg chg="add mod">
          <ac:chgData name="Abdalla Mukhaimer, Widad" userId="eed79641-8d75-4c66-a669-438ad56aff06" providerId="ADAL" clId="{3A0FBCAC-1279-4201-823D-CBCDB0FAD411}" dt="2024-10-14T11:12:28.199" v="99" actId="14100"/>
          <ac:picMkLst>
            <pc:docMk/>
            <pc:sldMk cId="2915669867" sldId="367"/>
            <ac:picMk id="3" creationId="{5B82B6F4-00FE-0CD5-35BD-D11CC960A6BF}"/>
          </ac:picMkLst>
        </pc:picChg>
        <pc:picChg chg="add mod">
          <ac:chgData name="Abdalla Mukhaimer, Widad" userId="eed79641-8d75-4c66-a669-438ad56aff06" providerId="ADAL" clId="{3A0FBCAC-1279-4201-823D-CBCDB0FAD411}" dt="2024-10-14T11:13:04.539" v="109" actId="1076"/>
          <ac:picMkLst>
            <pc:docMk/>
            <pc:sldMk cId="2915669867" sldId="367"/>
            <ac:picMk id="5" creationId="{38CA0457-71D6-1203-B89D-11FE8F4FD19B}"/>
          </ac:picMkLst>
        </pc:picChg>
        <pc:picChg chg="del">
          <ac:chgData name="Abdalla Mukhaimer, Widad" userId="eed79641-8d75-4c66-a669-438ad56aff06" providerId="ADAL" clId="{3A0FBCAC-1279-4201-823D-CBCDB0FAD411}" dt="2024-10-14T11:12:15.551" v="94" actId="478"/>
          <ac:picMkLst>
            <pc:docMk/>
            <pc:sldMk cId="2915669867" sldId="367"/>
            <ac:picMk id="6" creationId="{00F832F2-C583-1F10-CF4D-F16EF3D9CCF8}"/>
          </ac:picMkLst>
        </pc:picChg>
        <pc:picChg chg="mod">
          <ac:chgData name="Abdalla Mukhaimer, Widad" userId="eed79641-8d75-4c66-a669-438ad56aff06" providerId="ADAL" clId="{3A0FBCAC-1279-4201-823D-CBCDB0FAD411}" dt="2024-10-14T11:12:39.572" v="102" actId="1076"/>
          <ac:picMkLst>
            <pc:docMk/>
            <pc:sldMk cId="2915669867" sldId="367"/>
            <ac:picMk id="7" creationId="{67F8E319-6A39-E620-9E41-95AAB674272B}"/>
          </ac:picMkLst>
        </pc:picChg>
        <pc:picChg chg="del">
          <ac:chgData name="Abdalla Mukhaimer, Widad" userId="eed79641-8d75-4c66-a669-438ad56aff06" providerId="ADAL" clId="{3A0FBCAC-1279-4201-823D-CBCDB0FAD411}" dt="2024-10-14T11:12:43.801" v="104" actId="478"/>
          <ac:picMkLst>
            <pc:docMk/>
            <pc:sldMk cId="2915669867" sldId="367"/>
            <ac:picMk id="9" creationId="{E37CD964-A2CF-FD04-AE39-97862CBAF85C}"/>
          </ac:picMkLst>
        </pc:picChg>
      </pc:sldChg>
      <pc:sldChg chg="del">
        <pc:chgData name="Abdalla Mukhaimer, Widad" userId="eed79641-8d75-4c66-a669-438ad56aff06" providerId="ADAL" clId="{3A0FBCAC-1279-4201-823D-CBCDB0FAD411}" dt="2024-10-14T11:10:55.217" v="45" actId="2696"/>
        <pc:sldMkLst>
          <pc:docMk/>
          <pc:sldMk cId="1565146811" sldId="368"/>
        </pc:sldMkLst>
      </pc:sldChg>
      <pc:sldChg chg="modSp add mod">
        <pc:chgData name="Abdalla Mukhaimer, Widad" userId="eed79641-8d75-4c66-a669-438ad56aff06" providerId="ADAL" clId="{3A0FBCAC-1279-4201-823D-CBCDB0FAD411}" dt="2024-10-14T11:11:16.008" v="50" actId="1076"/>
        <pc:sldMkLst>
          <pc:docMk/>
          <pc:sldMk cId="1596634916" sldId="368"/>
        </pc:sldMkLst>
        <pc:picChg chg="mod">
          <ac:chgData name="Abdalla Mukhaimer, Widad" userId="eed79641-8d75-4c66-a669-438ad56aff06" providerId="ADAL" clId="{3A0FBCAC-1279-4201-823D-CBCDB0FAD411}" dt="2024-10-14T11:11:13.400" v="49" actId="1076"/>
          <ac:picMkLst>
            <pc:docMk/>
            <pc:sldMk cId="1596634916" sldId="368"/>
            <ac:picMk id="2" creationId="{D1A6005B-72DA-2FD0-1B16-89DDDEF4E8AA}"/>
          </ac:picMkLst>
        </pc:picChg>
        <pc:picChg chg="mod">
          <ac:chgData name="Abdalla Mukhaimer, Widad" userId="eed79641-8d75-4c66-a669-438ad56aff06" providerId="ADAL" clId="{3A0FBCAC-1279-4201-823D-CBCDB0FAD411}" dt="2024-10-14T11:11:16.008" v="50" actId="1076"/>
          <ac:picMkLst>
            <pc:docMk/>
            <pc:sldMk cId="1596634916" sldId="368"/>
            <ac:picMk id="3" creationId="{2F248CD4-9324-BC06-961E-8A67EBD4E50B}"/>
          </ac:picMkLst>
        </pc:picChg>
      </pc:sldChg>
      <pc:sldChg chg="modSp mod">
        <pc:chgData name="Abdalla Mukhaimer, Widad" userId="eed79641-8d75-4c66-a669-438ad56aff06" providerId="ADAL" clId="{3A0FBCAC-1279-4201-823D-CBCDB0FAD411}" dt="2024-10-14T11:17:54.667" v="168" actId="20577"/>
        <pc:sldMkLst>
          <pc:docMk/>
          <pc:sldMk cId="3960164508" sldId="369"/>
        </pc:sldMkLst>
        <pc:spChg chg="mod">
          <ac:chgData name="Abdalla Mukhaimer, Widad" userId="eed79641-8d75-4c66-a669-438ad56aff06" providerId="ADAL" clId="{3A0FBCAC-1279-4201-823D-CBCDB0FAD411}" dt="2024-10-14T11:17:54.667" v="168" actId="20577"/>
          <ac:spMkLst>
            <pc:docMk/>
            <pc:sldMk cId="3960164508" sldId="369"/>
            <ac:spMk id="3" creationId="{F77817B6-B65D-DBA4-9E46-304E1C87FEEC}"/>
          </ac:spMkLst>
        </pc:spChg>
      </pc:sldChg>
      <pc:sldChg chg="addSp delSp modSp mod">
        <pc:chgData name="Abdalla Mukhaimer, Widad" userId="eed79641-8d75-4c66-a669-438ad56aff06" providerId="ADAL" clId="{3A0FBCAC-1279-4201-823D-CBCDB0FAD411}" dt="2024-10-14T11:16:25.179" v="152" actId="1076"/>
        <pc:sldMkLst>
          <pc:docMk/>
          <pc:sldMk cId="4155470605" sldId="370"/>
        </pc:sldMkLst>
        <pc:spChg chg="add del mod">
          <ac:chgData name="Abdalla Mukhaimer, Widad" userId="eed79641-8d75-4c66-a669-438ad56aff06" providerId="ADAL" clId="{3A0FBCAC-1279-4201-823D-CBCDB0FAD411}" dt="2024-10-14T11:16:23.628" v="151" actId="1076"/>
          <ac:spMkLst>
            <pc:docMk/>
            <pc:sldMk cId="4155470605" sldId="370"/>
            <ac:spMk id="4" creationId="{1749E031-765B-321F-5225-49448A4B6066}"/>
          </ac:spMkLst>
        </pc:spChg>
        <pc:picChg chg="add del">
          <ac:chgData name="Abdalla Mukhaimer, Widad" userId="eed79641-8d75-4c66-a669-438ad56aff06" providerId="ADAL" clId="{3A0FBCAC-1279-4201-823D-CBCDB0FAD411}" dt="2024-10-14T11:16:17.880" v="149" actId="478"/>
          <ac:picMkLst>
            <pc:docMk/>
            <pc:sldMk cId="4155470605" sldId="370"/>
            <ac:picMk id="3" creationId="{1B376A64-E0B6-3396-4D37-707313049DE8}"/>
          </ac:picMkLst>
        </pc:picChg>
        <pc:picChg chg="del">
          <ac:chgData name="Abdalla Mukhaimer, Widad" userId="eed79641-8d75-4c66-a669-438ad56aff06" providerId="ADAL" clId="{3A0FBCAC-1279-4201-823D-CBCDB0FAD411}" dt="2024-10-14T11:15:31.832" v="125" actId="478"/>
          <ac:picMkLst>
            <pc:docMk/>
            <pc:sldMk cId="4155470605" sldId="370"/>
            <ac:picMk id="5" creationId="{64DAA36C-7F48-B0F6-7FE0-596D0651BB0F}"/>
          </ac:picMkLst>
        </pc:picChg>
        <pc:picChg chg="del">
          <ac:chgData name="Abdalla Mukhaimer, Widad" userId="eed79641-8d75-4c66-a669-438ad56aff06" providerId="ADAL" clId="{3A0FBCAC-1279-4201-823D-CBCDB0FAD411}" dt="2024-10-14T11:15:33.404" v="126" actId="478"/>
          <ac:picMkLst>
            <pc:docMk/>
            <pc:sldMk cId="4155470605" sldId="370"/>
            <ac:picMk id="6" creationId="{69304831-AB8B-0705-B655-42375F5D41FC}"/>
          </ac:picMkLst>
        </pc:picChg>
        <pc:picChg chg="add mod">
          <ac:chgData name="Abdalla Mukhaimer, Widad" userId="eed79641-8d75-4c66-a669-438ad56aff06" providerId="ADAL" clId="{3A0FBCAC-1279-4201-823D-CBCDB0FAD411}" dt="2024-10-14T11:16:25.179" v="152" actId="1076"/>
          <ac:picMkLst>
            <pc:docMk/>
            <pc:sldMk cId="4155470605" sldId="370"/>
            <ac:picMk id="7" creationId="{2E614F05-5235-2F87-E76B-7BC95C6300DD}"/>
          </ac:picMkLst>
        </pc:picChg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1457466673" sldId="371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3059629507" sldId="372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4146373273" sldId="373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401152935" sldId="374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2051847613" sldId="375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2009859311" sldId="376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413467510" sldId="377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3473627254" sldId="378"/>
        </pc:sldMkLst>
      </pc:sldChg>
      <pc:sldChg chg="del">
        <pc:chgData name="Abdalla Mukhaimer, Widad" userId="eed79641-8d75-4c66-a669-438ad56aff06" providerId="ADAL" clId="{3A0FBCAC-1279-4201-823D-CBCDB0FAD411}" dt="2024-10-14T11:15:39.837" v="127" actId="47"/>
        <pc:sldMkLst>
          <pc:docMk/>
          <pc:sldMk cId="2042449734" sldId="379"/>
        </pc:sldMkLst>
      </pc:sldChg>
      <pc:sldChg chg="addSp modSp new mod">
        <pc:chgData name="Abdalla Mukhaimer, Widad" userId="eed79641-8d75-4c66-a669-438ad56aff06" providerId="ADAL" clId="{3A0FBCAC-1279-4201-823D-CBCDB0FAD411}" dt="2024-10-14T11:17:09.777" v="158" actId="255"/>
        <pc:sldMkLst>
          <pc:docMk/>
          <pc:sldMk cId="498004226" sldId="380"/>
        </pc:sldMkLst>
        <pc:spChg chg="add mod">
          <ac:chgData name="Abdalla Mukhaimer, Widad" userId="eed79641-8d75-4c66-a669-438ad56aff06" providerId="ADAL" clId="{3A0FBCAC-1279-4201-823D-CBCDB0FAD411}" dt="2024-10-14T11:16:56.664" v="154" actId="1076"/>
          <ac:spMkLst>
            <pc:docMk/>
            <pc:sldMk cId="498004226" sldId="380"/>
            <ac:spMk id="3" creationId="{0109675F-EB30-A264-B6AA-85122C10E02D}"/>
          </ac:spMkLst>
        </pc:spChg>
        <pc:spChg chg="add mod">
          <ac:chgData name="Abdalla Mukhaimer, Widad" userId="eed79641-8d75-4c66-a669-438ad56aff06" providerId="ADAL" clId="{3A0FBCAC-1279-4201-823D-CBCDB0FAD411}" dt="2024-10-14T11:17:09.777" v="158" actId="255"/>
          <ac:spMkLst>
            <pc:docMk/>
            <pc:sldMk cId="498004226" sldId="380"/>
            <ac:spMk id="5" creationId="{7ED7E246-1717-C06F-2228-538DA4BDF877}"/>
          </ac:spMkLst>
        </pc:spChg>
      </pc:sldChg>
      <pc:sldChg chg="addSp modSp new mod">
        <pc:chgData name="Abdalla Mukhaimer, Widad" userId="eed79641-8d75-4c66-a669-438ad56aff06" providerId="ADAL" clId="{3A0FBCAC-1279-4201-823D-CBCDB0FAD411}" dt="2024-10-14T11:14:59.737" v="122" actId="1076"/>
        <pc:sldMkLst>
          <pc:docMk/>
          <pc:sldMk cId="110066874" sldId="381"/>
        </pc:sldMkLst>
        <pc:picChg chg="add mod">
          <ac:chgData name="Abdalla Mukhaimer, Widad" userId="eed79641-8d75-4c66-a669-438ad56aff06" providerId="ADAL" clId="{3A0FBCAC-1279-4201-823D-CBCDB0FAD411}" dt="2024-10-14T11:14:44.449" v="120" actId="1076"/>
          <ac:picMkLst>
            <pc:docMk/>
            <pc:sldMk cId="110066874" sldId="381"/>
            <ac:picMk id="3" creationId="{A89E5F07-A812-86BD-108D-127118B750DA}"/>
          </ac:picMkLst>
        </pc:picChg>
        <pc:picChg chg="add mod">
          <ac:chgData name="Abdalla Mukhaimer, Widad" userId="eed79641-8d75-4c66-a669-438ad56aff06" providerId="ADAL" clId="{3A0FBCAC-1279-4201-823D-CBCDB0FAD411}" dt="2024-10-14T11:14:59.737" v="122" actId="1076"/>
          <ac:picMkLst>
            <pc:docMk/>
            <pc:sldMk cId="110066874" sldId="381"/>
            <ac:picMk id="5" creationId="{5ECF11BE-85A5-0788-A914-53F17A2DDD08}"/>
          </ac:picMkLst>
        </pc:picChg>
      </pc:sldChg>
    </pc:docChg>
  </pc:docChgLst>
  <pc:docChgLst>
    <pc:chgData name="Abdalla Mukhaimer, Widad" userId="eed79641-8d75-4c66-a669-438ad56aff06" providerId="ADAL" clId="{B59EF3AA-33AD-492F-9989-11440E5A1A15}"/>
    <pc:docChg chg="undo custSel addSld delSld modSld">
      <pc:chgData name="Abdalla Mukhaimer, Widad" userId="eed79641-8d75-4c66-a669-438ad56aff06" providerId="ADAL" clId="{B59EF3AA-33AD-492F-9989-11440E5A1A15}" dt="2024-10-09T04:54:23.156" v="150" actId="1076"/>
      <pc:docMkLst>
        <pc:docMk/>
      </pc:docMkLst>
      <pc:sldChg chg="modSp mod">
        <pc:chgData name="Abdalla Mukhaimer, Widad" userId="eed79641-8d75-4c66-a669-438ad56aff06" providerId="ADAL" clId="{B59EF3AA-33AD-492F-9989-11440E5A1A15}" dt="2024-10-09T04:45:30.704" v="19" actId="6549"/>
        <pc:sldMkLst>
          <pc:docMk/>
          <pc:sldMk cId="2107717852" sldId="256"/>
        </pc:sldMkLst>
        <pc:spChg chg="mod">
          <ac:chgData name="Abdalla Mukhaimer, Widad" userId="eed79641-8d75-4c66-a669-438ad56aff06" providerId="ADAL" clId="{B59EF3AA-33AD-492F-9989-11440E5A1A15}" dt="2024-10-09T04:45:30.704" v="19" actId="6549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B59EF3AA-33AD-492F-9989-11440E5A1A15}" dt="2024-10-09T04:47:45.665" v="60" actId="207"/>
        <pc:sldMkLst>
          <pc:docMk/>
          <pc:sldMk cId="851128216" sldId="311"/>
        </pc:sldMkLst>
        <pc:spChg chg="mod">
          <ac:chgData name="Abdalla Mukhaimer, Widad" userId="eed79641-8d75-4c66-a669-438ad56aff06" providerId="ADAL" clId="{B59EF3AA-33AD-492F-9989-11440E5A1A15}" dt="2024-10-09T04:47:16.425" v="52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B59EF3AA-33AD-492F-9989-11440E5A1A15}" dt="2024-10-09T04:47:45.665" v="60" actId="207"/>
          <ac:spMkLst>
            <pc:docMk/>
            <pc:sldMk cId="851128216" sldId="311"/>
            <ac:spMk id="4" creationId="{084441A6-B6DB-56B1-A2DA-CBBD5194D608}"/>
          </ac:spMkLst>
        </pc:spChg>
      </pc:sldChg>
      <pc:sldChg chg="delSp modSp mod">
        <pc:chgData name="Abdalla Mukhaimer, Widad" userId="eed79641-8d75-4c66-a669-438ad56aff06" providerId="ADAL" clId="{B59EF3AA-33AD-492F-9989-11440E5A1A15}" dt="2024-10-09T04:51:56.651" v="108" actId="207"/>
        <pc:sldMkLst>
          <pc:docMk/>
          <pc:sldMk cId="2677483640" sldId="329"/>
        </pc:sldMkLst>
        <pc:spChg chg="mod">
          <ac:chgData name="Abdalla Mukhaimer, Widad" userId="eed79641-8d75-4c66-a669-438ad56aff06" providerId="ADAL" clId="{B59EF3AA-33AD-492F-9989-11440E5A1A15}" dt="2024-10-09T04:51:56.651" v="108" actId="207"/>
          <ac:spMkLst>
            <pc:docMk/>
            <pc:sldMk cId="2677483640" sldId="329"/>
            <ac:spMk id="4" creationId="{99AA4E15-D520-9572-D149-63EF088C5C1E}"/>
          </ac:spMkLst>
        </pc:spChg>
        <pc:picChg chg="del">
          <ac:chgData name="Abdalla Mukhaimer, Widad" userId="eed79641-8d75-4c66-a669-438ad56aff06" providerId="ADAL" clId="{B59EF3AA-33AD-492F-9989-11440E5A1A15}" dt="2024-10-09T04:51:42.978" v="104" actId="478"/>
          <ac:picMkLst>
            <pc:docMk/>
            <pc:sldMk cId="2677483640" sldId="329"/>
            <ac:picMk id="2" creationId="{C8A1F417-93D6-39B1-F672-64504A2FA2C1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627757429" sldId="331"/>
        </pc:sldMkLst>
      </pc:sldChg>
      <pc:sldChg chg="addSp delSp modSp mod">
        <pc:chgData name="Abdalla Mukhaimer, Widad" userId="eed79641-8d75-4c66-a669-438ad56aff06" providerId="ADAL" clId="{B59EF3AA-33AD-492F-9989-11440E5A1A15}" dt="2024-10-09T04:48:52.098" v="72" actId="1076"/>
        <pc:sldMkLst>
          <pc:docMk/>
          <pc:sldMk cId="3489527663" sldId="347"/>
        </pc:sldMkLst>
        <pc:spChg chg="del mod">
          <ac:chgData name="Abdalla Mukhaimer, Widad" userId="eed79641-8d75-4c66-a669-438ad56aff06" providerId="ADAL" clId="{B59EF3AA-33AD-492F-9989-11440E5A1A15}" dt="2024-10-09T04:48:24.044" v="63" actId="478"/>
          <ac:spMkLst>
            <pc:docMk/>
            <pc:sldMk cId="3489527663" sldId="347"/>
            <ac:spMk id="3" creationId="{3127D9CC-6269-0708-4FA9-91212ACF60E6}"/>
          </ac:spMkLst>
        </pc:spChg>
        <pc:picChg chg="add mod">
          <ac:chgData name="Abdalla Mukhaimer, Widad" userId="eed79641-8d75-4c66-a669-438ad56aff06" providerId="ADAL" clId="{B59EF3AA-33AD-492F-9989-11440E5A1A15}" dt="2024-10-09T04:48:28.300" v="66" actId="1076"/>
          <ac:picMkLst>
            <pc:docMk/>
            <pc:sldMk cId="3489527663" sldId="347"/>
            <ac:picMk id="4" creationId="{CC1A5561-C15C-66AA-0280-3307B9565A58}"/>
          </ac:picMkLst>
        </pc:picChg>
        <pc:picChg chg="del">
          <ac:chgData name="Abdalla Mukhaimer, Widad" userId="eed79641-8d75-4c66-a669-438ad56aff06" providerId="ADAL" clId="{B59EF3AA-33AD-492F-9989-11440E5A1A15}" dt="2024-10-09T04:48:22.187" v="61" actId="478"/>
          <ac:picMkLst>
            <pc:docMk/>
            <pc:sldMk cId="3489527663" sldId="347"/>
            <ac:picMk id="5" creationId="{3FEF8F92-1F65-7C93-C270-95B0D776F1E7}"/>
          </ac:picMkLst>
        </pc:picChg>
        <pc:picChg chg="add mod">
          <ac:chgData name="Abdalla Mukhaimer, Widad" userId="eed79641-8d75-4c66-a669-438ad56aff06" providerId="ADAL" clId="{B59EF3AA-33AD-492F-9989-11440E5A1A15}" dt="2024-10-09T04:48:52.098" v="72" actId="1076"/>
          <ac:picMkLst>
            <pc:docMk/>
            <pc:sldMk cId="3489527663" sldId="347"/>
            <ac:picMk id="7" creationId="{AB852C7D-C1F3-6DB9-16E4-E43EB499746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1360637267" sldId="350"/>
        </pc:sldMkLst>
      </pc:sldChg>
      <pc:sldChg chg="delSp modSp mod">
        <pc:chgData name="Abdalla Mukhaimer, Widad" userId="eed79641-8d75-4c66-a669-438ad56aff06" providerId="ADAL" clId="{B59EF3AA-33AD-492F-9989-11440E5A1A15}" dt="2024-10-09T04:49:40.564" v="80" actId="478"/>
        <pc:sldMkLst>
          <pc:docMk/>
          <pc:sldMk cId="3269285106" sldId="352"/>
        </pc:sldMkLst>
        <pc:spChg chg="mod">
          <ac:chgData name="Abdalla Mukhaimer, Widad" userId="eed79641-8d75-4c66-a669-438ad56aff06" providerId="ADAL" clId="{B59EF3AA-33AD-492F-9989-11440E5A1A15}" dt="2024-10-09T04:49:38.313" v="79" actId="207"/>
          <ac:spMkLst>
            <pc:docMk/>
            <pc:sldMk cId="3269285106" sldId="352"/>
            <ac:spMk id="3" creationId="{A38CBEDA-CA71-269F-BB50-98AE9481AF11}"/>
          </ac:spMkLst>
        </pc:spChg>
        <pc:picChg chg="del">
          <ac:chgData name="Abdalla Mukhaimer, Widad" userId="eed79641-8d75-4c66-a669-438ad56aff06" providerId="ADAL" clId="{B59EF3AA-33AD-492F-9989-11440E5A1A15}" dt="2024-10-09T04:49:40.564" v="80" actId="478"/>
          <ac:picMkLst>
            <pc:docMk/>
            <pc:sldMk cId="3269285106" sldId="352"/>
            <ac:picMk id="4" creationId="{B42A1628-C08D-ADA3-1CB7-5F3FA98D3D2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635085747" sldId="355"/>
        </pc:sldMkLst>
      </pc:sldChg>
      <pc:sldChg chg="del">
        <pc:chgData name="Abdalla Mukhaimer, Widad" userId="eed79641-8d75-4c66-a669-438ad56aff06" providerId="ADAL" clId="{B59EF3AA-33AD-492F-9989-11440E5A1A15}" dt="2024-10-09T04:50:29.138" v="92" actId="47"/>
        <pc:sldMkLst>
          <pc:docMk/>
          <pc:sldMk cId="687456252" sldId="356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608685576" sldId="357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74095298" sldId="358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272232165" sldId="360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575277982" sldId="361"/>
        </pc:sldMkLst>
      </pc:sldChg>
      <pc:sldChg chg="addSp modSp new mod">
        <pc:chgData name="Abdalla Mukhaimer, Widad" userId="eed79641-8d75-4c66-a669-438ad56aff06" providerId="ADAL" clId="{B59EF3AA-33AD-492F-9989-11440E5A1A15}" dt="2024-10-09T04:46:08.830" v="28" actId="1076"/>
        <pc:sldMkLst>
          <pc:docMk/>
          <pc:sldMk cId="270377533" sldId="362"/>
        </pc:sldMkLst>
        <pc:spChg chg="add mod">
          <ac:chgData name="Abdalla Mukhaimer, Widad" userId="eed79641-8d75-4c66-a669-438ad56aff06" providerId="ADAL" clId="{B59EF3AA-33AD-492F-9989-11440E5A1A15}" dt="2024-10-09T04:46:08.830" v="28" actId="1076"/>
          <ac:spMkLst>
            <pc:docMk/>
            <pc:sldMk cId="270377533" sldId="362"/>
            <ac:spMk id="5" creationId="{E60F471F-BC8D-7BC3-F962-2F1DF7B56C3A}"/>
          </ac:spMkLst>
        </pc:spChg>
        <pc:picChg chg="add mod">
          <ac:chgData name="Abdalla Mukhaimer, Widad" userId="eed79641-8d75-4c66-a669-438ad56aff06" providerId="ADAL" clId="{B59EF3AA-33AD-492F-9989-11440E5A1A15}" dt="2024-10-09T04:45:57.341" v="24" actId="1076"/>
          <ac:picMkLst>
            <pc:docMk/>
            <pc:sldMk cId="270377533" sldId="362"/>
            <ac:picMk id="3" creationId="{69FCAC2A-997F-DD3A-57EC-BEC643E31FF1}"/>
          </ac:picMkLst>
        </pc:picChg>
      </pc:sldChg>
      <pc:sldChg chg="addSp delSp modSp add mod">
        <pc:chgData name="Abdalla Mukhaimer, Widad" userId="eed79641-8d75-4c66-a669-438ad56aff06" providerId="ADAL" clId="{B59EF3AA-33AD-492F-9989-11440E5A1A15}" dt="2024-10-09T04:46:32.019" v="35" actId="1076"/>
        <pc:sldMkLst>
          <pc:docMk/>
          <pc:sldMk cId="323151770" sldId="363"/>
        </pc:sldMkLst>
        <pc:spChg chg="del">
          <ac:chgData name="Abdalla Mukhaimer, Widad" userId="eed79641-8d75-4c66-a669-438ad56aff06" providerId="ADAL" clId="{B59EF3AA-33AD-492F-9989-11440E5A1A15}" dt="2024-10-09T04:46:17.546" v="30" actId="478"/>
          <ac:spMkLst>
            <pc:docMk/>
            <pc:sldMk cId="323151770" sldId="363"/>
            <ac:spMk id="5" creationId="{E60F471F-BC8D-7BC3-F962-2F1DF7B56C3A}"/>
          </ac:spMkLst>
        </pc:spChg>
        <pc:picChg chg="mod">
          <ac:chgData name="Abdalla Mukhaimer, Widad" userId="eed79641-8d75-4c66-a669-438ad56aff06" providerId="ADAL" clId="{B59EF3AA-33AD-492F-9989-11440E5A1A15}" dt="2024-10-09T04:46:19.816" v="31" actId="1076"/>
          <ac:picMkLst>
            <pc:docMk/>
            <pc:sldMk cId="323151770" sldId="363"/>
            <ac:picMk id="3" creationId="{69FCAC2A-997F-DD3A-57EC-BEC643E31FF1}"/>
          </ac:picMkLst>
        </pc:picChg>
        <pc:picChg chg="add mod">
          <ac:chgData name="Abdalla Mukhaimer, Widad" userId="eed79641-8d75-4c66-a669-438ad56aff06" providerId="ADAL" clId="{B59EF3AA-33AD-492F-9989-11440E5A1A15}" dt="2024-10-09T04:46:32.019" v="35" actId="1076"/>
          <ac:picMkLst>
            <pc:docMk/>
            <pc:sldMk cId="323151770" sldId="363"/>
            <ac:picMk id="4" creationId="{88A97736-FE3F-0D1C-691A-42B0A3ADB8C0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46:56.312" v="39" actId="1076"/>
        <pc:sldMkLst>
          <pc:docMk/>
          <pc:sldMk cId="1407713648" sldId="364"/>
        </pc:sldMkLst>
        <pc:picChg chg="add mod">
          <ac:chgData name="Abdalla Mukhaimer, Widad" userId="eed79641-8d75-4c66-a669-438ad56aff06" providerId="ADAL" clId="{B59EF3AA-33AD-492F-9989-11440E5A1A15}" dt="2024-10-09T04:46:56.312" v="39" actId="1076"/>
          <ac:picMkLst>
            <pc:docMk/>
            <pc:sldMk cId="1407713648" sldId="364"/>
            <ac:picMk id="3" creationId="{3E867BBE-4380-B6A1-EC8C-AA20EA24A4C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0:25.382" v="91" actId="1076"/>
        <pc:sldMkLst>
          <pc:docMk/>
          <pc:sldMk cId="1952497357" sldId="365"/>
        </pc:sldMkLst>
        <pc:spChg chg="add mod">
          <ac:chgData name="Abdalla Mukhaimer, Widad" userId="eed79641-8d75-4c66-a669-438ad56aff06" providerId="ADAL" clId="{B59EF3AA-33AD-492F-9989-11440E5A1A15}" dt="2024-10-09T04:50:25.382" v="91" actId="1076"/>
          <ac:spMkLst>
            <pc:docMk/>
            <pc:sldMk cId="1952497357" sldId="365"/>
            <ac:spMk id="5" creationId="{129EF3E2-6FB2-2058-FA7E-D16541D91A9B}"/>
          </ac:spMkLst>
        </pc:spChg>
        <pc:picChg chg="add mod">
          <ac:chgData name="Abdalla Mukhaimer, Widad" userId="eed79641-8d75-4c66-a669-438ad56aff06" providerId="ADAL" clId="{B59EF3AA-33AD-492F-9989-11440E5A1A15}" dt="2024-10-09T04:50:22.743" v="90" actId="1076"/>
          <ac:picMkLst>
            <pc:docMk/>
            <pc:sldMk cId="1952497357" sldId="365"/>
            <ac:picMk id="3" creationId="{22DEF591-36A0-46CD-1DB6-6B509CDC1A85}"/>
          </ac:picMkLst>
        </pc:picChg>
        <pc:picChg chg="mod">
          <ac:chgData name="Abdalla Mukhaimer, Widad" userId="eed79641-8d75-4c66-a669-438ad56aff06" providerId="ADAL" clId="{B59EF3AA-33AD-492F-9989-11440E5A1A15}" dt="2024-10-09T04:49:51.855" v="82" actId="1076"/>
          <ac:picMkLst>
            <pc:docMk/>
            <pc:sldMk cId="1952497357" sldId="365"/>
            <ac:picMk id="4" creationId="{CC1A5561-C15C-66AA-0280-3307B9565A58}"/>
          </ac:picMkLst>
        </pc:picChg>
        <pc:picChg chg="mod">
          <ac:chgData name="Abdalla Mukhaimer, Widad" userId="eed79641-8d75-4c66-a669-438ad56aff06" providerId="ADAL" clId="{B59EF3AA-33AD-492F-9989-11440E5A1A15}" dt="2024-10-09T04:49:54.205" v="83" actId="1076"/>
          <ac:picMkLst>
            <pc:docMk/>
            <pc:sldMk cId="1952497357" sldId="365"/>
            <ac:picMk id="7" creationId="{AB852C7D-C1F3-6DB9-16E4-E43EB499746C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1:16.620" v="101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B59EF3AA-33AD-492F-9989-11440E5A1A15}" dt="2024-10-09T04:50:57.992" v="96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1:16.620" v="101" actId="1076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2:20.574" v="114" actId="1076"/>
        <pc:sldMkLst>
          <pc:docMk/>
          <pc:sldMk cId="2915669867" sldId="367"/>
        </pc:sldMkLst>
        <pc:spChg chg="add mod">
          <ac:chgData name="Abdalla Mukhaimer, Widad" userId="eed79641-8d75-4c66-a669-438ad56aff06" providerId="ADAL" clId="{B59EF3AA-33AD-492F-9989-11440E5A1A15}" dt="2024-10-09T04:52:13.460" v="112"/>
          <ac:spMkLst>
            <pc:docMk/>
            <pc:sldMk cId="2915669867" sldId="367"/>
            <ac:spMk id="2" creationId="{D408F121-F82E-BBDE-F7AD-F1CC383C69AB}"/>
          </ac:spMkLst>
        </pc:spChg>
        <pc:picChg chg="mod">
          <ac:chgData name="Abdalla Mukhaimer, Widad" userId="eed79641-8d75-4c66-a669-438ad56aff06" providerId="ADAL" clId="{B59EF3AA-33AD-492F-9989-11440E5A1A15}" dt="2024-10-09T04:52:07.484" v="110" actId="1076"/>
          <ac:picMkLst>
            <pc:docMk/>
            <pc:sldMk cId="2915669867" sldId="367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2:20.574" v="114" actId="1076"/>
          <ac:picMkLst>
            <pc:docMk/>
            <pc:sldMk cId="2915669867" sldId="367"/>
            <ac:picMk id="4" creationId="{2A9ECD11-3153-3B58-20F3-E49840BE0965}"/>
          </ac:picMkLst>
        </pc:picChg>
        <pc:picChg chg="mod">
          <ac:chgData name="Abdalla Mukhaimer, Widad" userId="eed79641-8d75-4c66-a669-438ad56aff06" providerId="ADAL" clId="{B59EF3AA-33AD-492F-9989-11440E5A1A15}" dt="2024-10-09T04:52:08.934" v="111" actId="1076"/>
          <ac:picMkLst>
            <pc:docMk/>
            <pc:sldMk cId="2915669867" sldId="367"/>
            <ac:picMk id="5" creationId="{97272905-A3A3-EB9C-3825-5C46AC5CE45D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2:58.735" v="124" actId="1076"/>
        <pc:sldMkLst>
          <pc:docMk/>
          <pc:sldMk cId="2145447126" sldId="368"/>
        </pc:sldMkLst>
        <pc:spChg chg="add mod">
          <ac:chgData name="Abdalla Mukhaimer, Widad" userId="eed79641-8d75-4c66-a669-438ad56aff06" providerId="ADAL" clId="{B59EF3AA-33AD-492F-9989-11440E5A1A15}" dt="2024-10-09T04:52:58.735" v="124" actId="1076"/>
          <ac:spMkLst>
            <pc:docMk/>
            <pc:sldMk cId="2145447126" sldId="368"/>
            <ac:spMk id="3" creationId="{A3CC3E97-99BD-5638-81F2-61758DB7D038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3:39.524" v="140" actId="1076"/>
        <pc:sldMkLst>
          <pc:docMk/>
          <pc:sldMk cId="3875100456" sldId="369"/>
        </pc:sldMkLst>
        <pc:spChg chg="add mod">
          <ac:chgData name="Abdalla Mukhaimer, Widad" userId="eed79641-8d75-4c66-a669-438ad56aff06" providerId="ADAL" clId="{B59EF3AA-33AD-492F-9989-11440E5A1A15}" dt="2024-10-09T04:53:39.524" v="140" actId="1076"/>
          <ac:spMkLst>
            <pc:docMk/>
            <pc:sldMk cId="3875100456" sldId="369"/>
            <ac:spMk id="3" creationId="{FB18D251-E618-7744-66A9-B98B60AD5D05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4:23.156" v="150" actId="1076"/>
        <pc:sldMkLst>
          <pc:docMk/>
          <pc:sldMk cId="2873096860" sldId="370"/>
        </pc:sldMkLst>
        <pc:spChg chg="add mod">
          <ac:chgData name="Abdalla Mukhaimer, Widad" userId="eed79641-8d75-4c66-a669-438ad56aff06" providerId="ADAL" clId="{B59EF3AA-33AD-492F-9989-11440E5A1A15}" dt="2024-10-09T04:54:23.156" v="150" actId="1076"/>
          <ac:spMkLst>
            <pc:docMk/>
            <pc:sldMk cId="2873096860" sldId="370"/>
            <ac:spMk id="3" creationId="{26244362-E426-D51D-0152-24645744F6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27735"/>
            <a:ext cx="6097554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Tidy Data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D47D05-81D8-F9AE-8688-74A19E96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899" y="2389022"/>
            <a:ext cx="4941277" cy="2079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CA643-D55D-7E9B-FABB-88818D8AC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20" y="1177290"/>
            <a:ext cx="5203607" cy="4991100"/>
          </a:xfrm>
          <a:prstGeom prst="rect">
            <a:avLst/>
          </a:prstGeom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B8051A05-F00D-C7A4-3112-7EA844A43C12}"/>
              </a:ext>
            </a:extLst>
          </p:cNvPr>
          <p:cNvSpPr/>
          <p:nvPr/>
        </p:nvSpPr>
        <p:spPr>
          <a:xfrm>
            <a:off x="5494712" y="3019697"/>
            <a:ext cx="1464906" cy="65314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0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748937" y="774505"/>
            <a:ext cx="10676709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pivot_longer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679268" y="2426667"/>
            <a:ext cx="11077304" cy="272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wide_dataframe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61975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pivot_longer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(cols = -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column_name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names_to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"name_column1",    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values_to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"name_column2")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D47D05-81D8-F9AE-8688-74A19E96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14" y="628651"/>
            <a:ext cx="4941277" cy="2079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CA643-D55D-7E9B-FABB-88818D8AC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210" y="628651"/>
            <a:ext cx="5203607" cy="499110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2C35D16-A1A6-B57D-762B-B8C44B53CB35}"/>
              </a:ext>
            </a:extLst>
          </p:cNvPr>
          <p:cNvSpPr/>
          <p:nvPr/>
        </p:nvSpPr>
        <p:spPr>
          <a:xfrm>
            <a:off x="5495310" y="1385599"/>
            <a:ext cx="1289266" cy="5660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5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EEA30-E669-2461-683F-C473AF60E3C9}"/>
              </a:ext>
            </a:extLst>
          </p:cNvPr>
          <p:cNvSpPr txBox="1"/>
          <p:nvPr/>
        </p:nvSpPr>
        <p:spPr>
          <a:xfrm>
            <a:off x="349275" y="316175"/>
            <a:ext cx="1123405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pivot_longer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reshape the following wide 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5782C-3554-1332-934C-5740CA29D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75" y="941320"/>
            <a:ext cx="11493449" cy="15232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2DA5D8-D550-F6E9-F8ED-446B2DC2BA3E}"/>
              </a:ext>
            </a:extLst>
          </p:cNvPr>
          <p:cNvSpPr txBox="1"/>
          <p:nvPr/>
        </p:nvSpPr>
        <p:spPr>
          <a:xfrm>
            <a:off x="267010" y="2464525"/>
            <a:ext cx="11398587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write out what the output should look like and then write the code that should make that happen.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0C57F4-D602-37C6-B217-B02D82294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667" y="3550141"/>
            <a:ext cx="5744685" cy="315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4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17406-98D8-BAF9-C6D7-1534A3D95894}"/>
              </a:ext>
            </a:extLst>
          </p:cNvPr>
          <p:cNvSpPr txBox="1"/>
          <p:nvPr/>
        </p:nvSpPr>
        <p:spPr>
          <a:xfrm>
            <a:off x="618309" y="579317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55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748937" y="774505"/>
            <a:ext cx="10676709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pivot_wider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679268" y="2426667"/>
            <a:ext cx="11077304" cy="242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long_dataframe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pivot_wider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names_from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column_name1, </a:t>
            </a:r>
            <a:r>
              <a:rPr lang="en-US" sz="18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values_from</a:t>
            </a: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column_name2)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81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D47D05-81D8-F9AE-8688-74A19E96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813" y="524147"/>
            <a:ext cx="4941277" cy="2079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CA643-D55D-7E9B-FABB-88818D8AC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7" y="524147"/>
            <a:ext cx="5203607" cy="499110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CADA78DC-9661-BFD0-DDF9-499D2322805B}"/>
              </a:ext>
            </a:extLst>
          </p:cNvPr>
          <p:cNvSpPr/>
          <p:nvPr/>
        </p:nvSpPr>
        <p:spPr>
          <a:xfrm>
            <a:off x="5677345" y="1132114"/>
            <a:ext cx="1281447" cy="7228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55860-7ACA-73EF-C89C-BE743DC156F7}"/>
              </a:ext>
            </a:extLst>
          </p:cNvPr>
          <p:cNvSpPr txBox="1"/>
          <p:nvPr/>
        </p:nvSpPr>
        <p:spPr>
          <a:xfrm>
            <a:off x="513806" y="372682"/>
            <a:ext cx="87346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Example 2: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pivot_wider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to reshape the data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9A84C-2FB2-8A9D-5FCA-940682A0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833" y="1133202"/>
            <a:ext cx="5720851" cy="2678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D70793-FC55-4F79-22D2-B2FAB89C2E91}"/>
              </a:ext>
            </a:extLst>
          </p:cNvPr>
          <p:cNvSpPr txBox="1"/>
          <p:nvPr/>
        </p:nvSpPr>
        <p:spPr>
          <a:xfrm>
            <a:off x="513806" y="3811667"/>
            <a:ext cx="11138262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write out what the output should look like and then write the code that should make that happen.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73125E-FEDB-3315-3FD1-EB2457414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785" y="4922163"/>
            <a:ext cx="7507348" cy="160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36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17406-98D8-BAF9-C6D7-1534A3D95894}"/>
              </a:ext>
            </a:extLst>
          </p:cNvPr>
          <p:cNvSpPr txBox="1"/>
          <p:nvPr/>
        </p:nvSpPr>
        <p:spPr>
          <a:xfrm>
            <a:off x="618309" y="579317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65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151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8</cp:revision>
  <dcterms:created xsi:type="dcterms:W3CDTF">2024-08-27T22:14:52Z</dcterms:created>
  <dcterms:modified xsi:type="dcterms:W3CDTF">2024-10-16T06:37:18Z</dcterms:modified>
</cp:coreProperties>
</file>