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slides/slide27.xml" ContentType="application/vnd.openxmlformats-officedocument.presentationml.slide+xml"/>
  <Override PartName="/ppt/slides/slide28.xml" ContentType="application/vnd.openxmlformats-officedocument.presentationml.slide+xml"/>
  <Override PartName="/ppt/slides/slide29.xml" ContentType="application/vnd.openxmlformats-officedocument.presentationml.slide+xml"/>
  <Override PartName="/ppt/slides/slide30.xml" ContentType="application/vnd.openxmlformats-officedocument.presentationml.slide+xml"/>
  <Override PartName="/ppt/slides/slide31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changesInfos/changesInfo1.xml" ContentType="application/vnd.ms-powerpoint.changesinfo+xml"/>
  <Override PartName="/ppt/revisionInfo.xml" ContentType="application/vnd.ms-powerpoint.revisioninfo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sldIdLst>
    <p:sldId id="256" r:id="rId2"/>
    <p:sldId id="257" r:id="rId3"/>
    <p:sldId id="296" r:id="rId4"/>
    <p:sldId id="258" r:id="rId5"/>
    <p:sldId id="297" r:id="rId6"/>
    <p:sldId id="259" r:id="rId7"/>
    <p:sldId id="260" r:id="rId8"/>
    <p:sldId id="261" r:id="rId9"/>
    <p:sldId id="262" r:id="rId10"/>
    <p:sldId id="263" r:id="rId11"/>
    <p:sldId id="264" r:id="rId12"/>
    <p:sldId id="265" r:id="rId13"/>
    <p:sldId id="266" r:id="rId14"/>
    <p:sldId id="267" r:id="rId15"/>
    <p:sldId id="268" r:id="rId16"/>
    <p:sldId id="269" r:id="rId17"/>
    <p:sldId id="270" r:id="rId18"/>
    <p:sldId id="271" r:id="rId19"/>
    <p:sldId id="272" r:id="rId20"/>
    <p:sldId id="273" r:id="rId21"/>
    <p:sldId id="274" r:id="rId22"/>
    <p:sldId id="275" r:id="rId23"/>
    <p:sldId id="276" r:id="rId24"/>
    <p:sldId id="277" r:id="rId25"/>
    <p:sldId id="278" r:id="rId26"/>
    <p:sldId id="279" r:id="rId27"/>
    <p:sldId id="280" r:id="rId28"/>
    <p:sldId id="281" r:id="rId29"/>
    <p:sldId id="282" r:id="rId30"/>
    <p:sldId id="283" r:id="rId31"/>
    <p:sldId id="284" r:id="rId32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revisionInfo.xml><?xml version="1.0" encoding="utf-8"?>
<p1510:revInfo xmlns:a="http://schemas.openxmlformats.org/drawingml/2006/main" xmlns:r="http://schemas.openxmlformats.org/officeDocument/2006/relationships" xmlns:p1510="http://schemas.microsoft.com/office/powerpoint/2015/10/main">
  <p1510:revLst>
    <p1510:client id="{68ABF626-A2FC-4BD9-8915-C5E7873690A6}" v="62" dt="2024-10-24T19:17:16.205"/>
  </p1510:revLst>
</p1510:revInfo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 horzBarState="maximized">
    <p:restoredLeft sz="15987" autoAdjust="0"/>
    <p:restoredTop sz="94660"/>
  </p:normalViewPr>
  <p:slideViewPr>
    <p:cSldViewPr snapToGrid="0">
      <p:cViewPr varScale="1">
        <p:scale>
          <a:sx n="110" d="100"/>
          <a:sy n="110" d="100"/>
        </p:scale>
        <p:origin x="576" y="10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26" Type="http://schemas.openxmlformats.org/officeDocument/2006/relationships/slide" Target="slides/slide25.xml"/><Relationship Id="rId21" Type="http://schemas.openxmlformats.org/officeDocument/2006/relationships/slide" Target="slides/slide20.xml"/><Relationship Id="rId34" Type="http://schemas.openxmlformats.org/officeDocument/2006/relationships/viewProps" Target="viewProps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slide" Target="slides/slide24.xml"/><Relationship Id="rId33" Type="http://schemas.openxmlformats.org/officeDocument/2006/relationships/presProps" Target="presProps.xml"/><Relationship Id="rId38" Type="http://schemas.microsoft.com/office/2015/10/relationships/revisionInfo" Target="revisionInfo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slide" Target="slides/slide19.xml"/><Relationship Id="rId29" Type="http://schemas.openxmlformats.org/officeDocument/2006/relationships/slide" Target="slides/slide28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openxmlformats.org/officeDocument/2006/relationships/slide" Target="slides/slide23.xml"/><Relationship Id="rId32" Type="http://schemas.openxmlformats.org/officeDocument/2006/relationships/slide" Target="slides/slide31.xml"/><Relationship Id="rId37" Type="http://schemas.microsoft.com/office/2016/11/relationships/changesInfo" Target="changesInfos/changesInfo1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slide" Target="slides/slide22.xml"/><Relationship Id="rId28" Type="http://schemas.openxmlformats.org/officeDocument/2006/relationships/slide" Target="slides/slide27.xml"/><Relationship Id="rId36" Type="http://schemas.openxmlformats.org/officeDocument/2006/relationships/tableStyles" Target="tableStyles.xml"/><Relationship Id="rId10" Type="http://schemas.openxmlformats.org/officeDocument/2006/relationships/slide" Target="slides/slide9.xml"/><Relationship Id="rId19" Type="http://schemas.openxmlformats.org/officeDocument/2006/relationships/slide" Target="slides/slide18.xml"/><Relationship Id="rId31" Type="http://schemas.openxmlformats.org/officeDocument/2006/relationships/slide" Target="slides/slide30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slide" Target="slides/slide21.xml"/><Relationship Id="rId27" Type="http://schemas.openxmlformats.org/officeDocument/2006/relationships/slide" Target="slides/slide26.xml"/><Relationship Id="rId30" Type="http://schemas.openxmlformats.org/officeDocument/2006/relationships/slide" Target="slides/slide29.xml"/><Relationship Id="rId35" Type="http://schemas.openxmlformats.org/officeDocument/2006/relationships/theme" Target="theme/theme1.xml"/><Relationship Id="rId8" Type="http://schemas.openxmlformats.org/officeDocument/2006/relationships/slide" Target="slides/slide7.xml"/><Relationship Id="rId3" Type="http://schemas.openxmlformats.org/officeDocument/2006/relationships/slide" Target="slides/slide2.xml"/></Relationships>
</file>

<file path=ppt/changesInfos/changesInfo1.xml><?xml version="1.0" encoding="utf-8"?>
<pc:chgInfo xmlns:a="http://schemas.openxmlformats.org/drawingml/2006/main" xmlns:r="http://schemas.openxmlformats.org/officeDocument/2006/relationships" xmlns:ac="http://schemas.microsoft.com/office/drawing/2013/main/command" xmlns:pc="http://schemas.microsoft.com/office/powerpoint/2013/main/command">
  <pc:docChgLst>
    <pc:chgData name="Abdalla Mukhaimer, Widad" userId="eed79641-8d75-4c66-a669-438ad56aff06" providerId="ADAL" clId="{E8CAD9F5-C447-46AD-8385-0D95308312BD}"/>
    <pc:docChg chg="undo custSel addSld delSld modSld sldOrd">
      <pc:chgData name="Abdalla Mukhaimer, Widad" userId="eed79641-8d75-4c66-a669-438ad56aff06" providerId="ADAL" clId="{E8CAD9F5-C447-46AD-8385-0D95308312BD}" dt="2024-10-21T05:07:48.150" v="366" actId="1076"/>
      <pc:docMkLst>
        <pc:docMk/>
      </pc:docMkLst>
      <pc:sldChg chg="addSp delSp modSp mod">
        <pc:chgData name="Abdalla Mukhaimer, Widad" userId="eed79641-8d75-4c66-a669-438ad56aff06" providerId="ADAL" clId="{E8CAD9F5-C447-46AD-8385-0D95308312BD}" dt="2024-10-21T04:47:22.982" v="28" actId="20577"/>
        <pc:sldMkLst>
          <pc:docMk/>
          <pc:sldMk cId="638861158" sldId="256"/>
        </pc:sldMkLst>
        <pc:spChg chg="del">
          <ac:chgData name="Abdalla Mukhaimer, Widad" userId="eed79641-8d75-4c66-a669-438ad56aff06" providerId="ADAL" clId="{E8CAD9F5-C447-46AD-8385-0D95308312BD}" dt="2024-10-21T04:47:08.277" v="3" actId="478"/>
          <ac:spMkLst>
            <pc:docMk/>
            <pc:sldMk cId="638861158" sldId="256"/>
            <ac:spMk id="2" creationId="{F633F3CE-797F-9748-67A1-1C0D1D9273EE}"/>
          </ac:spMkLst>
        </pc:spChg>
        <pc:spChg chg="del">
          <ac:chgData name="Abdalla Mukhaimer, Widad" userId="eed79641-8d75-4c66-a669-438ad56aff06" providerId="ADAL" clId="{E8CAD9F5-C447-46AD-8385-0D95308312BD}" dt="2024-10-21T04:47:09.611" v="4" actId="478"/>
          <ac:spMkLst>
            <pc:docMk/>
            <pc:sldMk cId="638861158" sldId="256"/>
            <ac:spMk id="3" creationId="{BE0C7C9B-735F-3099-E34B-B0FA00C3E4F5}"/>
          </ac:spMkLst>
        </pc:spChg>
        <pc:spChg chg="add mod">
          <ac:chgData name="Abdalla Mukhaimer, Widad" userId="eed79641-8d75-4c66-a669-438ad56aff06" providerId="ADAL" clId="{E8CAD9F5-C447-46AD-8385-0D95308312BD}" dt="2024-10-21T04:47:22.982" v="28" actId="20577"/>
          <ac:spMkLst>
            <pc:docMk/>
            <pc:sldMk cId="638861158" sldId="256"/>
            <ac:spMk id="4" creationId="{ADC29C1E-686B-659F-2361-5E99D37B8237}"/>
          </ac:spMkLst>
        </pc:spChg>
      </pc:sldChg>
      <pc:sldChg chg="addSp delSp modSp new mod">
        <pc:chgData name="Abdalla Mukhaimer, Widad" userId="eed79641-8d75-4c66-a669-438ad56aff06" providerId="ADAL" clId="{E8CAD9F5-C447-46AD-8385-0D95308312BD}" dt="2024-10-21T04:59:02.618" v="203" actId="1076"/>
        <pc:sldMkLst>
          <pc:docMk/>
          <pc:sldMk cId="1226152773" sldId="257"/>
        </pc:sldMkLst>
        <pc:spChg chg="add del mod">
          <ac:chgData name="Abdalla Mukhaimer, Widad" userId="eed79641-8d75-4c66-a669-438ad56aff06" providerId="ADAL" clId="{E8CAD9F5-C447-46AD-8385-0D95308312BD}" dt="2024-10-21T04:47:39.037" v="31" actId="478"/>
          <ac:spMkLst>
            <pc:docMk/>
            <pc:sldMk cId="1226152773" sldId="257"/>
            <ac:spMk id="3" creationId="{A7443DA7-0F6B-58FC-5BA0-95CF64266780}"/>
          </ac:spMkLst>
        </pc:spChg>
        <pc:spChg chg="add mod">
          <ac:chgData name="Abdalla Mukhaimer, Widad" userId="eed79641-8d75-4c66-a669-438ad56aff06" providerId="ADAL" clId="{E8CAD9F5-C447-46AD-8385-0D95308312BD}" dt="2024-10-21T04:58:45.215" v="196" actId="255"/>
          <ac:spMkLst>
            <pc:docMk/>
            <pc:sldMk cId="1226152773" sldId="257"/>
            <ac:spMk id="5" creationId="{0371C202-571B-3D06-5729-A59D0FC176BE}"/>
          </ac:spMkLst>
        </pc:spChg>
        <pc:picChg chg="add mod">
          <ac:chgData name="Abdalla Mukhaimer, Widad" userId="eed79641-8d75-4c66-a669-438ad56aff06" providerId="ADAL" clId="{E8CAD9F5-C447-46AD-8385-0D95308312BD}" dt="2024-10-21T04:58:57.739" v="202" actId="1076"/>
          <ac:picMkLst>
            <pc:docMk/>
            <pc:sldMk cId="1226152773" sldId="257"/>
            <ac:picMk id="7" creationId="{4EFE9E37-99A5-AD22-C9DA-836390037F82}"/>
          </ac:picMkLst>
        </pc:picChg>
        <pc:picChg chg="add mod">
          <ac:chgData name="Abdalla Mukhaimer, Widad" userId="eed79641-8d75-4c66-a669-438ad56aff06" providerId="ADAL" clId="{E8CAD9F5-C447-46AD-8385-0D95308312BD}" dt="2024-10-21T04:59:02.618" v="203" actId="1076"/>
          <ac:picMkLst>
            <pc:docMk/>
            <pc:sldMk cId="1226152773" sldId="257"/>
            <ac:picMk id="8" creationId="{226BE56F-4AD9-4602-E04B-0141D4D203C1}"/>
          </ac:picMkLst>
        </pc:picChg>
      </pc:sldChg>
      <pc:sldChg chg="addSp delSp modSp new mod">
        <pc:chgData name="Abdalla Mukhaimer, Widad" userId="eed79641-8d75-4c66-a669-438ad56aff06" providerId="ADAL" clId="{E8CAD9F5-C447-46AD-8385-0D95308312BD}" dt="2024-10-21T04:59:22.861" v="211" actId="1076"/>
        <pc:sldMkLst>
          <pc:docMk/>
          <pc:sldMk cId="2170858485" sldId="258"/>
        </pc:sldMkLst>
        <pc:spChg chg="add del">
          <ac:chgData name="Abdalla Mukhaimer, Widad" userId="eed79641-8d75-4c66-a669-438ad56aff06" providerId="ADAL" clId="{E8CAD9F5-C447-46AD-8385-0D95308312BD}" dt="2024-10-21T04:47:48.532" v="33" actId="22"/>
          <ac:spMkLst>
            <pc:docMk/>
            <pc:sldMk cId="2170858485" sldId="258"/>
            <ac:spMk id="3" creationId="{E63A2D68-AD56-1D7A-3AB2-0767145FED5D}"/>
          </ac:spMkLst>
        </pc:spChg>
        <pc:spChg chg="add mod">
          <ac:chgData name="Abdalla Mukhaimer, Widad" userId="eed79641-8d75-4c66-a669-438ad56aff06" providerId="ADAL" clId="{E8CAD9F5-C447-46AD-8385-0D95308312BD}" dt="2024-10-21T04:59:12.122" v="205" actId="1076"/>
          <ac:spMkLst>
            <pc:docMk/>
            <pc:sldMk cId="2170858485" sldId="258"/>
            <ac:spMk id="5" creationId="{C6761776-1CEA-FEDD-799A-738A1119D35C}"/>
          </ac:spMkLst>
        </pc:spChg>
        <pc:picChg chg="add mod">
          <ac:chgData name="Abdalla Mukhaimer, Widad" userId="eed79641-8d75-4c66-a669-438ad56aff06" providerId="ADAL" clId="{E8CAD9F5-C447-46AD-8385-0D95308312BD}" dt="2024-10-21T04:59:22.861" v="211" actId="1076"/>
          <ac:picMkLst>
            <pc:docMk/>
            <pc:sldMk cId="2170858485" sldId="258"/>
            <ac:picMk id="7" creationId="{C0AA379A-1530-5E1F-CD61-3F48A53E5583}"/>
          </ac:picMkLst>
        </pc:picChg>
        <pc:picChg chg="add mod">
          <ac:chgData name="Abdalla Mukhaimer, Widad" userId="eed79641-8d75-4c66-a669-438ad56aff06" providerId="ADAL" clId="{E8CAD9F5-C447-46AD-8385-0D95308312BD}" dt="2024-10-21T04:59:21.560" v="210" actId="1076"/>
          <ac:picMkLst>
            <pc:docMk/>
            <pc:sldMk cId="2170858485" sldId="258"/>
            <ac:picMk id="8" creationId="{7CD47D29-EF67-ACCF-D56F-53A73B3EC568}"/>
          </ac:picMkLst>
        </pc:picChg>
      </pc:sldChg>
      <pc:sldChg chg="delSp modSp add mod">
        <pc:chgData name="Abdalla Mukhaimer, Widad" userId="eed79641-8d75-4c66-a669-438ad56aff06" providerId="ADAL" clId="{E8CAD9F5-C447-46AD-8385-0D95308312BD}" dt="2024-10-21T05:00:44.598" v="234" actId="1076"/>
        <pc:sldMkLst>
          <pc:docMk/>
          <pc:sldMk cId="3729604750" sldId="277"/>
        </pc:sldMkLst>
        <pc:spChg chg="del mod">
          <ac:chgData name="Abdalla Mukhaimer, Widad" userId="eed79641-8d75-4c66-a669-438ad56aff06" providerId="ADAL" clId="{E8CAD9F5-C447-46AD-8385-0D95308312BD}" dt="2024-10-21T04:52:20.307" v="94" actId="478"/>
          <ac:spMkLst>
            <pc:docMk/>
            <pc:sldMk cId="3729604750" sldId="277"/>
            <ac:spMk id="2" creationId="{C109E889-6A15-7171-F1E1-ADACB616B14D}"/>
          </ac:spMkLst>
        </pc:spChg>
        <pc:spChg chg="mod">
          <ac:chgData name="Abdalla Mukhaimer, Widad" userId="eed79641-8d75-4c66-a669-438ad56aff06" providerId="ADAL" clId="{E8CAD9F5-C447-46AD-8385-0D95308312BD}" dt="2024-10-21T05:00:44.598" v="234" actId="1076"/>
          <ac:spMkLst>
            <pc:docMk/>
            <pc:sldMk cId="3729604750" sldId="277"/>
            <ac:spMk id="3" creationId="{FA3C9DCF-93E5-3A96-840D-764A4117A0A5}"/>
          </ac:spMkLst>
        </pc:spChg>
      </pc:sldChg>
      <pc:sldChg chg="modSp add mod">
        <pc:chgData name="Abdalla Mukhaimer, Widad" userId="eed79641-8d75-4c66-a669-438ad56aff06" providerId="ADAL" clId="{E8CAD9F5-C447-46AD-8385-0D95308312BD}" dt="2024-10-21T05:00:08.848" v="228" actId="255"/>
        <pc:sldMkLst>
          <pc:docMk/>
          <pc:sldMk cId="1639976043" sldId="278"/>
        </pc:sldMkLst>
        <pc:spChg chg="mod">
          <ac:chgData name="Abdalla Mukhaimer, Widad" userId="eed79641-8d75-4c66-a669-438ad56aff06" providerId="ADAL" clId="{E8CAD9F5-C447-46AD-8385-0D95308312BD}" dt="2024-10-21T04:51:26.677" v="81"/>
          <ac:spMkLst>
            <pc:docMk/>
            <pc:sldMk cId="1639976043" sldId="278"/>
            <ac:spMk id="2" creationId="{C109E889-6A15-7171-F1E1-ADACB616B14D}"/>
          </ac:spMkLst>
        </pc:spChg>
        <pc:spChg chg="mod">
          <ac:chgData name="Abdalla Mukhaimer, Widad" userId="eed79641-8d75-4c66-a669-438ad56aff06" providerId="ADAL" clId="{E8CAD9F5-C447-46AD-8385-0D95308312BD}" dt="2024-10-21T05:00:08.848" v="228" actId="255"/>
          <ac:spMkLst>
            <pc:docMk/>
            <pc:sldMk cId="1639976043" sldId="278"/>
            <ac:spMk id="3" creationId="{FA3C9DCF-93E5-3A96-840D-764A4117A0A5}"/>
          </ac:spMkLst>
        </pc:spChg>
      </pc:sldChg>
      <pc:sldChg chg="addSp delSp modSp add mod">
        <pc:chgData name="Abdalla Mukhaimer, Widad" userId="eed79641-8d75-4c66-a669-438ad56aff06" providerId="ADAL" clId="{E8CAD9F5-C447-46AD-8385-0D95308312BD}" dt="2024-10-21T05:00:35.306" v="232" actId="1076"/>
        <pc:sldMkLst>
          <pc:docMk/>
          <pc:sldMk cId="3692440457" sldId="279"/>
        </pc:sldMkLst>
        <pc:spChg chg="del">
          <ac:chgData name="Abdalla Mukhaimer, Widad" userId="eed79641-8d75-4c66-a669-438ad56aff06" providerId="ADAL" clId="{E8CAD9F5-C447-46AD-8385-0D95308312BD}" dt="2024-10-21T04:51:58.532" v="89" actId="478"/>
          <ac:spMkLst>
            <pc:docMk/>
            <pc:sldMk cId="3692440457" sldId="279"/>
            <ac:spMk id="2" creationId="{C109E889-6A15-7171-F1E1-ADACB616B14D}"/>
          </ac:spMkLst>
        </pc:spChg>
        <pc:spChg chg="mod">
          <ac:chgData name="Abdalla Mukhaimer, Widad" userId="eed79641-8d75-4c66-a669-438ad56aff06" providerId="ADAL" clId="{E8CAD9F5-C447-46AD-8385-0D95308312BD}" dt="2024-10-21T05:00:35.306" v="232" actId="1076"/>
          <ac:spMkLst>
            <pc:docMk/>
            <pc:sldMk cId="3692440457" sldId="279"/>
            <ac:spMk id="3" creationId="{FA3C9DCF-93E5-3A96-840D-764A4117A0A5}"/>
          </ac:spMkLst>
        </pc:spChg>
        <pc:spChg chg="add del mod">
          <ac:chgData name="Abdalla Mukhaimer, Widad" userId="eed79641-8d75-4c66-a669-438ad56aff06" providerId="ADAL" clId="{E8CAD9F5-C447-46AD-8385-0D95308312BD}" dt="2024-10-21T04:52:00.006" v="90" actId="478"/>
          <ac:spMkLst>
            <pc:docMk/>
            <pc:sldMk cId="3692440457" sldId="279"/>
            <ac:spMk id="5" creationId="{7B92903E-BCDB-1FAC-9497-C1D6E189EEA1}"/>
          </ac:spMkLst>
        </pc:spChg>
      </pc:sldChg>
      <pc:sldChg chg="addSp delSp modSp add mod">
        <pc:chgData name="Abdalla Mukhaimer, Widad" userId="eed79641-8d75-4c66-a669-438ad56aff06" providerId="ADAL" clId="{E8CAD9F5-C447-46AD-8385-0D95308312BD}" dt="2024-10-21T04:52:49.540" v="100"/>
        <pc:sldMkLst>
          <pc:docMk/>
          <pc:sldMk cId="4213366159" sldId="280"/>
        </pc:sldMkLst>
        <pc:spChg chg="del">
          <ac:chgData name="Abdalla Mukhaimer, Widad" userId="eed79641-8d75-4c66-a669-438ad56aff06" providerId="ADAL" clId="{E8CAD9F5-C447-46AD-8385-0D95308312BD}" dt="2024-10-21T04:52:36.771" v="97" actId="478"/>
          <ac:spMkLst>
            <pc:docMk/>
            <pc:sldMk cId="4213366159" sldId="280"/>
            <ac:spMk id="2" creationId="{C109E889-6A15-7171-F1E1-ADACB616B14D}"/>
          </ac:spMkLst>
        </pc:spChg>
        <pc:spChg chg="mod">
          <ac:chgData name="Abdalla Mukhaimer, Widad" userId="eed79641-8d75-4c66-a669-438ad56aff06" providerId="ADAL" clId="{E8CAD9F5-C447-46AD-8385-0D95308312BD}" dt="2024-10-21T04:52:49.540" v="100"/>
          <ac:spMkLst>
            <pc:docMk/>
            <pc:sldMk cId="4213366159" sldId="280"/>
            <ac:spMk id="3" creationId="{FA3C9DCF-93E5-3A96-840D-764A4117A0A5}"/>
          </ac:spMkLst>
        </pc:spChg>
        <pc:spChg chg="add del mod">
          <ac:chgData name="Abdalla Mukhaimer, Widad" userId="eed79641-8d75-4c66-a669-438ad56aff06" providerId="ADAL" clId="{E8CAD9F5-C447-46AD-8385-0D95308312BD}" dt="2024-10-21T04:52:40.017" v="98" actId="478"/>
          <ac:spMkLst>
            <pc:docMk/>
            <pc:sldMk cId="4213366159" sldId="280"/>
            <ac:spMk id="5" creationId="{1BB79019-7DF1-9506-0B7F-699A42CC426B}"/>
          </ac:spMkLst>
        </pc:spChg>
      </pc:sldChg>
      <pc:sldChg chg="addSp delSp modSp add mod">
        <pc:chgData name="Abdalla Mukhaimer, Widad" userId="eed79641-8d75-4c66-a669-438ad56aff06" providerId="ADAL" clId="{E8CAD9F5-C447-46AD-8385-0D95308312BD}" dt="2024-10-21T05:01:12.732" v="240" actId="1076"/>
        <pc:sldMkLst>
          <pc:docMk/>
          <pc:sldMk cId="2574885341" sldId="281"/>
        </pc:sldMkLst>
        <pc:spChg chg="del">
          <ac:chgData name="Abdalla Mukhaimer, Widad" userId="eed79641-8d75-4c66-a669-438ad56aff06" providerId="ADAL" clId="{E8CAD9F5-C447-46AD-8385-0D95308312BD}" dt="2024-10-21T04:52:56.034" v="101" actId="478"/>
          <ac:spMkLst>
            <pc:docMk/>
            <pc:sldMk cId="2574885341" sldId="281"/>
            <ac:spMk id="2" creationId="{C109E889-6A15-7171-F1E1-ADACB616B14D}"/>
          </ac:spMkLst>
        </pc:spChg>
        <pc:spChg chg="mod">
          <ac:chgData name="Abdalla Mukhaimer, Widad" userId="eed79641-8d75-4c66-a669-438ad56aff06" providerId="ADAL" clId="{E8CAD9F5-C447-46AD-8385-0D95308312BD}" dt="2024-10-21T05:01:12.732" v="240" actId="1076"/>
          <ac:spMkLst>
            <pc:docMk/>
            <pc:sldMk cId="2574885341" sldId="281"/>
            <ac:spMk id="3" creationId="{FA3C9DCF-93E5-3A96-840D-764A4117A0A5}"/>
          </ac:spMkLst>
        </pc:spChg>
        <pc:spChg chg="add del mod">
          <ac:chgData name="Abdalla Mukhaimer, Widad" userId="eed79641-8d75-4c66-a669-438ad56aff06" providerId="ADAL" clId="{E8CAD9F5-C447-46AD-8385-0D95308312BD}" dt="2024-10-21T04:52:59.908" v="102" actId="478"/>
          <ac:spMkLst>
            <pc:docMk/>
            <pc:sldMk cId="2574885341" sldId="281"/>
            <ac:spMk id="5" creationId="{2AD5AC61-1A33-BA75-3E96-1A652481F6F4}"/>
          </ac:spMkLst>
        </pc:spChg>
      </pc:sldChg>
      <pc:sldChg chg="modSp add del mod">
        <pc:chgData name="Abdalla Mukhaimer, Widad" userId="eed79641-8d75-4c66-a669-438ad56aff06" providerId="ADAL" clId="{E8CAD9F5-C447-46AD-8385-0D95308312BD}" dt="2024-10-21T04:51:12.617" v="79" actId="2696"/>
        <pc:sldMkLst>
          <pc:docMk/>
          <pc:sldMk cId="851128216" sldId="311"/>
        </pc:sldMkLst>
        <pc:spChg chg="mod">
          <ac:chgData name="Abdalla Mukhaimer, Widad" userId="eed79641-8d75-4c66-a669-438ad56aff06" providerId="ADAL" clId="{E8CAD9F5-C447-46AD-8385-0D95308312BD}" dt="2024-10-21T04:50:36.327" v="75" actId="20577"/>
          <ac:spMkLst>
            <pc:docMk/>
            <pc:sldMk cId="851128216" sldId="311"/>
            <ac:spMk id="3" creationId="{3127D9CC-6269-0708-4FA9-91212ACF60E6}"/>
          </ac:spMkLst>
        </pc:spChg>
        <pc:spChg chg="mod">
          <ac:chgData name="Abdalla Mukhaimer, Widad" userId="eed79641-8d75-4c66-a669-438ad56aff06" providerId="ADAL" clId="{E8CAD9F5-C447-46AD-8385-0D95308312BD}" dt="2024-10-21T04:51:04.044" v="76"/>
          <ac:spMkLst>
            <pc:docMk/>
            <pc:sldMk cId="851128216" sldId="311"/>
            <ac:spMk id="4" creationId="{084441A6-B6DB-56B1-A2DA-CBBD5194D608}"/>
          </ac:spMkLst>
        </pc:spChg>
      </pc:sldChg>
      <pc:sldChg chg="modSp add mod">
        <pc:chgData name="Abdalla Mukhaimer, Widad" userId="eed79641-8d75-4c66-a669-438ad56aff06" providerId="ADAL" clId="{E8CAD9F5-C447-46AD-8385-0D95308312BD}" dt="2024-10-21T05:01:54.729" v="243" actId="1076"/>
        <pc:sldMkLst>
          <pc:docMk/>
          <pc:sldMk cId="3119546360" sldId="311"/>
        </pc:sldMkLst>
        <pc:spChg chg="mod">
          <ac:chgData name="Abdalla Mukhaimer, Widad" userId="eed79641-8d75-4c66-a669-438ad56aff06" providerId="ADAL" clId="{E8CAD9F5-C447-46AD-8385-0D95308312BD}" dt="2024-10-21T05:01:54.729" v="243" actId="1076"/>
          <ac:spMkLst>
            <pc:docMk/>
            <pc:sldMk cId="3119546360" sldId="311"/>
            <ac:spMk id="4" creationId="{084441A6-B6DB-56B1-A2DA-CBBD5194D608}"/>
          </ac:spMkLst>
        </pc:spChg>
      </pc:sldChg>
      <pc:sldChg chg="addSp modSp add mod">
        <pc:chgData name="Abdalla Mukhaimer, Widad" userId="eed79641-8d75-4c66-a669-438ad56aff06" providerId="ADAL" clId="{E8CAD9F5-C447-46AD-8385-0D95308312BD}" dt="2024-10-21T04:59:46.412" v="222" actId="1076"/>
        <pc:sldMkLst>
          <pc:docMk/>
          <pc:sldMk cId="3874814983" sldId="312"/>
        </pc:sldMkLst>
        <pc:spChg chg="add mod">
          <ac:chgData name="Abdalla Mukhaimer, Widad" userId="eed79641-8d75-4c66-a669-438ad56aff06" providerId="ADAL" clId="{E8CAD9F5-C447-46AD-8385-0D95308312BD}" dt="2024-10-21T04:59:34.274" v="214" actId="1076"/>
          <ac:spMkLst>
            <pc:docMk/>
            <pc:sldMk cId="3874814983" sldId="312"/>
            <ac:spMk id="3" creationId="{F28867F4-647D-5189-3460-15F0921C515F}"/>
          </ac:spMkLst>
        </pc:spChg>
        <pc:picChg chg="add mod">
          <ac:chgData name="Abdalla Mukhaimer, Widad" userId="eed79641-8d75-4c66-a669-438ad56aff06" providerId="ADAL" clId="{E8CAD9F5-C447-46AD-8385-0D95308312BD}" dt="2024-10-21T04:59:39.266" v="218" actId="1076"/>
          <ac:picMkLst>
            <pc:docMk/>
            <pc:sldMk cId="3874814983" sldId="312"/>
            <ac:picMk id="4" creationId="{7403B11A-37F4-3D0E-0836-721FCD8D8A76}"/>
          </ac:picMkLst>
        </pc:picChg>
        <pc:picChg chg="add mod">
          <ac:chgData name="Abdalla Mukhaimer, Widad" userId="eed79641-8d75-4c66-a669-438ad56aff06" providerId="ADAL" clId="{E8CAD9F5-C447-46AD-8385-0D95308312BD}" dt="2024-10-21T04:59:46.412" v="222" actId="1076"/>
          <ac:picMkLst>
            <pc:docMk/>
            <pc:sldMk cId="3874814983" sldId="312"/>
            <ac:picMk id="5" creationId="{E93CC546-5D38-8393-B246-3807B3345627}"/>
          </ac:picMkLst>
        </pc:picChg>
      </pc:sldChg>
      <pc:sldChg chg="addSp modSp add mod ord">
        <pc:chgData name="Abdalla Mukhaimer, Widad" userId="eed79641-8d75-4c66-a669-438ad56aff06" providerId="ADAL" clId="{E8CAD9F5-C447-46AD-8385-0D95308312BD}" dt="2024-10-21T04:59:59.547" v="227" actId="1076"/>
        <pc:sldMkLst>
          <pc:docMk/>
          <pc:sldMk cId="1595954017" sldId="313"/>
        </pc:sldMkLst>
        <pc:spChg chg="add mod">
          <ac:chgData name="Abdalla Mukhaimer, Widad" userId="eed79641-8d75-4c66-a669-438ad56aff06" providerId="ADAL" clId="{E8CAD9F5-C447-46AD-8385-0D95308312BD}" dt="2024-10-21T04:59:54.787" v="224" actId="1076"/>
          <ac:spMkLst>
            <pc:docMk/>
            <pc:sldMk cId="1595954017" sldId="313"/>
            <ac:spMk id="3" creationId="{D413F6EF-0762-71DA-DBE2-A11F6290E12F}"/>
          </ac:spMkLst>
        </pc:spChg>
        <pc:picChg chg="add mod">
          <ac:chgData name="Abdalla Mukhaimer, Widad" userId="eed79641-8d75-4c66-a669-438ad56aff06" providerId="ADAL" clId="{E8CAD9F5-C447-46AD-8385-0D95308312BD}" dt="2024-10-21T04:59:56.192" v="225" actId="1076"/>
          <ac:picMkLst>
            <pc:docMk/>
            <pc:sldMk cId="1595954017" sldId="313"/>
            <ac:picMk id="5" creationId="{3E975F65-DE8C-B418-E41A-0CEBBBBEE541}"/>
          </ac:picMkLst>
        </pc:picChg>
        <pc:picChg chg="add mod">
          <ac:chgData name="Abdalla Mukhaimer, Widad" userId="eed79641-8d75-4c66-a669-438ad56aff06" providerId="ADAL" clId="{E8CAD9F5-C447-46AD-8385-0D95308312BD}" dt="2024-10-21T04:59:59.547" v="227" actId="1076"/>
          <ac:picMkLst>
            <pc:docMk/>
            <pc:sldMk cId="1595954017" sldId="313"/>
            <ac:picMk id="7" creationId="{C73AC9A8-96D2-50D7-00E8-323DC55E1AAF}"/>
          </ac:picMkLst>
        </pc:picChg>
      </pc:sldChg>
      <pc:sldChg chg="add del">
        <pc:chgData name="Abdalla Mukhaimer, Widad" userId="eed79641-8d75-4c66-a669-438ad56aff06" providerId="ADAL" clId="{E8CAD9F5-C447-46AD-8385-0D95308312BD}" dt="2024-10-21T04:50:25.608" v="68" actId="2696"/>
        <pc:sldMkLst>
          <pc:docMk/>
          <pc:sldMk cId="113098977" sldId="314"/>
        </pc:sldMkLst>
      </pc:sldChg>
      <pc:sldChg chg="addSp modSp add mod">
        <pc:chgData name="Abdalla Mukhaimer, Widad" userId="eed79641-8d75-4c66-a669-438ad56aff06" providerId="ADAL" clId="{E8CAD9F5-C447-46AD-8385-0D95308312BD}" dt="2024-10-21T05:02:13.875" v="253" actId="1076"/>
        <pc:sldMkLst>
          <pc:docMk/>
          <pc:sldMk cId="2212542975" sldId="314"/>
        </pc:sldMkLst>
        <pc:spChg chg="add mod">
          <ac:chgData name="Abdalla Mukhaimer, Widad" userId="eed79641-8d75-4c66-a669-438ad56aff06" providerId="ADAL" clId="{E8CAD9F5-C447-46AD-8385-0D95308312BD}" dt="2024-10-21T05:02:00.130" v="244" actId="255"/>
          <ac:spMkLst>
            <pc:docMk/>
            <pc:sldMk cId="2212542975" sldId="314"/>
            <ac:spMk id="3" creationId="{4D96B190-3E92-380F-5D46-54D3607B6937}"/>
          </ac:spMkLst>
        </pc:spChg>
        <pc:picChg chg="add mod">
          <ac:chgData name="Abdalla Mukhaimer, Widad" userId="eed79641-8d75-4c66-a669-438ad56aff06" providerId="ADAL" clId="{E8CAD9F5-C447-46AD-8385-0D95308312BD}" dt="2024-10-21T05:02:13.875" v="253" actId="1076"/>
          <ac:picMkLst>
            <pc:docMk/>
            <pc:sldMk cId="2212542975" sldId="314"/>
            <ac:picMk id="4" creationId="{9ED15807-7864-1E30-9E47-9CCCFE78D5AA}"/>
          </ac:picMkLst>
        </pc:picChg>
      </pc:sldChg>
      <pc:sldChg chg="addSp modSp add mod">
        <pc:chgData name="Abdalla Mukhaimer, Widad" userId="eed79641-8d75-4c66-a669-438ad56aff06" providerId="ADAL" clId="{E8CAD9F5-C447-46AD-8385-0D95308312BD}" dt="2024-10-21T05:02:45.929" v="264" actId="1076"/>
        <pc:sldMkLst>
          <pc:docMk/>
          <pc:sldMk cId="1144066266" sldId="315"/>
        </pc:sldMkLst>
        <pc:spChg chg="add mod">
          <ac:chgData name="Abdalla Mukhaimer, Widad" userId="eed79641-8d75-4c66-a669-438ad56aff06" providerId="ADAL" clId="{E8CAD9F5-C447-46AD-8385-0D95308312BD}" dt="2024-10-21T05:02:22.617" v="254" actId="255"/>
          <ac:spMkLst>
            <pc:docMk/>
            <pc:sldMk cId="1144066266" sldId="315"/>
            <ac:spMk id="3" creationId="{58E4F826-DB3D-F775-C562-3C24644A9D83}"/>
          </ac:spMkLst>
        </pc:spChg>
        <pc:spChg chg="add mod">
          <ac:chgData name="Abdalla Mukhaimer, Widad" userId="eed79641-8d75-4c66-a669-438ad56aff06" providerId="ADAL" clId="{E8CAD9F5-C447-46AD-8385-0D95308312BD}" dt="2024-10-21T05:02:31.655" v="257" actId="1076"/>
          <ac:spMkLst>
            <pc:docMk/>
            <pc:sldMk cId="1144066266" sldId="315"/>
            <ac:spMk id="5" creationId="{79B59A1A-FC1E-90BE-0F06-F645BF8364DF}"/>
          </ac:spMkLst>
        </pc:spChg>
        <pc:spChg chg="add mod">
          <ac:chgData name="Abdalla Mukhaimer, Widad" userId="eed79641-8d75-4c66-a669-438ad56aff06" providerId="ADAL" clId="{E8CAD9F5-C447-46AD-8385-0D95308312BD}" dt="2024-10-21T05:02:38.545" v="259" actId="1076"/>
          <ac:spMkLst>
            <pc:docMk/>
            <pc:sldMk cId="1144066266" sldId="315"/>
            <ac:spMk id="7" creationId="{C524DA43-76DD-A855-F7E1-7E20DCB42D41}"/>
          </ac:spMkLst>
        </pc:spChg>
        <pc:picChg chg="add mod">
          <ac:chgData name="Abdalla Mukhaimer, Widad" userId="eed79641-8d75-4c66-a669-438ad56aff06" providerId="ADAL" clId="{E8CAD9F5-C447-46AD-8385-0D95308312BD}" dt="2024-10-21T05:02:45.929" v="264" actId="1076"/>
          <ac:picMkLst>
            <pc:docMk/>
            <pc:sldMk cId="1144066266" sldId="315"/>
            <ac:picMk id="8" creationId="{14F96524-45FA-2E34-825B-7B594B0DEF3C}"/>
          </ac:picMkLst>
        </pc:picChg>
      </pc:sldChg>
      <pc:sldChg chg="add del">
        <pc:chgData name="Abdalla Mukhaimer, Widad" userId="eed79641-8d75-4c66-a669-438ad56aff06" providerId="ADAL" clId="{E8CAD9F5-C447-46AD-8385-0D95308312BD}" dt="2024-10-21T04:50:25.608" v="68" actId="2696"/>
        <pc:sldMkLst>
          <pc:docMk/>
          <pc:sldMk cId="1527997979" sldId="315"/>
        </pc:sldMkLst>
      </pc:sldChg>
      <pc:sldChg chg="addSp modSp add mod">
        <pc:chgData name="Abdalla Mukhaimer, Widad" userId="eed79641-8d75-4c66-a669-438ad56aff06" providerId="ADAL" clId="{E8CAD9F5-C447-46AD-8385-0D95308312BD}" dt="2024-10-21T05:03:33.979" v="279" actId="20577"/>
        <pc:sldMkLst>
          <pc:docMk/>
          <pc:sldMk cId="280554529" sldId="316"/>
        </pc:sldMkLst>
        <pc:spChg chg="add mod">
          <ac:chgData name="Abdalla Mukhaimer, Widad" userId="eed79641-8d75-4c66-a669-438ad56aff06" providerId="ADAL" clId="{E8CAD9F5-C447-46AD-8385-0D95308312BD}" dt="2024-10-21T05:03:00.712" v="268" actId="14100"/>
          <ac:spMkLst>
            <pc:docMk/>
            <pc:sldMk cId="280554529" sldId="316"/>
            <ac:spMk id="3" creationId="{139E6CC0-1FB4-BFF9-B383-482832E57DAD}"/>
          </ac:spMkLst>
        </pc:spChg>
        <pc:spChg chg="add mod">
          <ac:chgData name="Abdalla Mukhaimer, Widad" userId="eed79641-8d75-4c66-a669-438ad56aff06" providerId="ADAL" clId="{E8CAD9F5-C447-46AD-8385-0D95308312BD}" dt="2024-10-21T05:03:33.979" v="279" actId="20577"/>
          <ac:spMkLst>
            <pc:docMk/>
            <pc:sldMk cId="280554529" sldId="316"/>
            <ac:spMk id="5" creationId="{404BCCA5-047C-5838-B5D2-45042797F7DC}"/>
          </ac:spMkLst>
        </pc:spChg>
        <pc:picChg chg="add mod">
          <ac:chgData name="Abdalla Mukhaimer, Widad" userId="eed79641-8d75-4c66-a669-438ad56aff06" providerId="ADAL" clId="{E8CAD9F5-C447-46AD-8385-0D95308312BD}" dt="2024-10-21T05:03:27.213" v="277" actId="14100"/>
          <ac:picMkLst>
            <pc:docMk/>
            <pc:sldMk cId="280554529" sldId="316"/>
            <ac:picMk id="6" creationId="{0DB2167D-34CF-8968-4AE4-BADF350E172C}"/>
          </ac:picMkLst>
        </pc:picChg>
      </pc:sldChg>
      <pc:sldChg chg="add del">
        <pc:chgData name="Abdalla Mukhaimer, Widad" userId="eed79641-8d75-4c66-a669-438ad56aff06" providerId="ADAL" clId="{E8CAD9F5-C447-46AD-8385-0D95308312BD}" dt="2024-10-21T04:50:25.608" v="68" actId="2696"/>
        <pc:sldMkLst>
          <pc:docMk/>
          <pc:sldMk cId="3538312966" sldId="316"/>
        </pc:sldMkLst>
      </pc:sldChg>
      <pc:sldChg chg="add del">
        <pc:chgData name="Abdalla Mukhaimer, Widad" userId="eed79641-8d75-4c66-a669-438ad56aff06" providerId="ADAL" clId="{E8CAD9F5-C447-46AD-8385-0D95308312BD}" dt="2024-10-21T04:50:25.608" v="68" actId="2696"/>
        <pc:sldMkLst>
          <pc:docMk/>
          <pc:sldMk cId="857965072" sldId="317"/>
        </pc:sldMkLst>
      </pc:sldChg>
      <pc:sldChg chg="addSp modSp add mod">
        <pc:chgData name="Abdalla Mukhaimer, Widad" userId="eed79641-8d75-4c66-a669-438ad56aff06" providerId="ADAL" clId="{E8CAD9F5-C447-46AD-8385-0D95308312BD}" dt="2024-10-21T05:04:14.279" v="292" actId="1076"/>
        <pc:sldMkLst>
          <pc:docMk/>
          <pc:sldMk cId="1855780009" sldId="317"/>
        </pc:sldMkLst>
        <pc:spChg chg="add mod">
          <ac:chgData name="Abdalla Mukhaimer, Widad" userId="eed79641-8d75-4c66-a669-438ad56aff06" providerId="ADAL" clId="{E8CAD9F5-C447-46AD-8385-0D95308312BD}" dt="2024-10-21T05:03:51.448" v="283" actId="1076"/>
          <ac:spMkLst>
            <pc:docMk/>
            <pc:sldMk cId="1855780009" sldId="317"/>
            <ac:spMk id="3" creationId="{F0F2F0F0-E9CA-066C-5159-59E91A8504F4}"/>
          </ac:spMkLst>
        </pc:spChg>
        <pc:spChg chg="add">
          <ac:chgData name="Abdalla Mukhaimer, Widad" userId="eed79641-8d75-4c66-a669-438ad56aff06" providerId="ADAL" clId="{E8CAD9F5-C447-46AD-8385-0D95308312BD}" dt="2024-10-21T04:55:01.208" v="129"/>
          <ac:spMkLst>
            <pc:docMk/>
            <pc:sldMk cId="1855780009" sldId="317"/>
            <ac:spMk id="4" creationId="{AAD365CF-FF0F-2D6C-E43E-D5A038658260}"/>
          </ac:spMkLst>
        </pc:spChg>
        <pc:spChg chg="add">
          <ac:chgData name="Abdalla Mukhaimer, Widad" userId="eed79641-8d75-4c66-a669-438ad56aff06" providerId="ADAL" clId="{E8CAD9F5-C447-46AD-8385-0D95308312BD}" dt="2024-10-21T04:55:01.208" v="129"/>
          <ac:spMkLst>
            <pc:docMk/>
            <pc:sldMk cId="1855780009" sldId="317"/>
            <ac:spMk id="5" creationId="{ABB406F3-D68F-9F34-0931-B68A0D3BF370}"/>
          </ac:spMkLst>
        </pc:spChg>
        <pc:spChg chg="add mod">
          <ac:chgData name="Abdalla Mukhaimer, Widad" userId="eed79641-8d75-4c66-a669-438ad56aff06" providerId="ADAL" clId="{E8CAD9F5-C447-46AD-8385-0D95308312BD}" dt="2024-10-21T05:04:14.279" v="292" actId="1076"/>
          <ac:spMkLst>
            <pc:docMk/>
            <pc:sldMk cId="1855780009" sldId="317"/>
            <ac:spMk id="8" creationId="{15F6889B-032E-A930-547D-D2C42CED25FD}"/>
          </ac:spMkLst>
        </pc:spChg>
        <pc:picChg chg="add mod">
          <ac:chgData name="Abdalla Mukhaimer, Widad" userId="eed79641-8d75-4c66-a669-438ad56aff06" providerId="ADAL" clId="{E8CAD9F5-C447-46AD-8385-0D95308312BD}" dt="2024-10-21T05:04:08.813" v="291" actId="1076"/>
          <ac:picMkLst>
            <pc:docMk/>
            <pc:sldMk cId="1855780009" sldId="317"/>
            <ac:picMk id="6" creationId="{29EB6EE8-C053-2F93-6926-06CC6F74B7E3}"/>
          </ac:picMkLst>
        </pc:picChg>
        <pc:picChg chg="add">
          <ac:chgData name="Abdalla Mukhaimer, Widad" userId="eed79641-8d75-4c66-a669-438ad56aff06" providerId="ADAL" clId="{E8CAD9F5-C447-46AD-8385-0D95308312BD}" dt="2024-10-21T04:55:01.208" v="129"/>
          <ac:picMkLst>
            <pc:docMk/>
            <pc:sldMk cId="1855780009" sldId="317"/>
            <ac:picMk id="2049" creationId="{B487D4D5-4ECE-453C-6F5C-E259E7AC5747}"/>
          </ac:picMkLst>
        </pc:picChg>
      </pc:sldChg>
      <pc:sldChg chg="add del">
        <pc:chgData name="Abdalla Mukhaimer, Widad" userId="eed79641-8d75-4c66-a669-438ad56aff06" providerId="ADAL" clId="{E8CAD9F5-C447-46AD-8385-0D95308312BD}" dt="2024-10-21T04:50:25.608" v="68" actId="2696"/>
        <pc:sldMkLst>
          <pc:docMk/>
          <pc:sldMk cId="649702712" sldId="318"/>
        </pc:sldMkLst>
      </pc:sldChg>
      <pc:sldChg chg="addSp modSp add mod">
        <pc:chgData name="Abdalla Mukhaimer, Widad" userId="eed79641-8d75-4c66-a669-438ad56aff06" providerId="ADAL" clId="{E8CAD9F5-C447-46AD-8385-0D95308312BD}" dt="2024-10-21T05:04:45.005" v="303" actId="1076"/>
        <pc:sldMkLst>
          <pc:docMk/>
          <pc:sldMk cId="2339884530" sldId="318"/>
        </pc:sldMkLst>
        <pc:spChg chg="add mod">
          <ac:chgData name="Abdalla Mukhaimer, Widad" userId="eed79641-8d75-4c66-a669-438ad56aff06" providerId="ADAL" clId="{E8CAD9F5-C447-46AD-8385-0D95308312BD}" dt="2024-10-21T05:04:30.679" v="296" actId="1076"/>
          <ac:spMkLst>
            <pc:docMk/>
            <pc:sldMk cId="2339884530" sldId="318"/>
            <ac:spMk id="3" creationId="{4C4AC1FB-7CF5-FBA4-2F87-7DF2D1EB650F}"/>
          </ac:spMkLst>
        </pc:spChg>
        <pc:spChg chg="add mod">
          <ac:chgData name="Abdalla Mukhaimer, Widad" userId="eed79641-8d75-4c66-a669-438ad56aff06" providerId="ADAL" clId="{E8CAD9F5-C447-46AD-8385-0D95308312BD}" dt="2024-10-21T05:04:39.378" v="299" actId="1076"/>
          <ac:spMkLst>
            <pc:docMk/>
            <pc:sldMk cId="2339884530" sldId="318"/>
            <ac:spMk id="5" creationId="{5E20082E-F791-DB83-9FDC-1E1ACC5ECA92}"/>
          </ac:spMkLst>
        </pc:spChg>
        <pc:spChg chg="add mod">
          <ac:chgData name="Abdalla Mukhaimer, Widad" userId="eed79641-8d75-4c66-a669-438ad56aff06" providerId="ADAL" clId="{E8CAD9F5-C447-46AD-8385-0D95308312BD}" dt="2024-10-21T05:04:24.620" v="294" actId="1076"/>
          <ac:spMkLst>
            <pc:docMk/>
            <pc:sldMk cId="2339884530" sldId="318"/>
            <ac:spMk id="7" creationId="{A2B1C0D8-1E8B-1140-7D79-FE65266BA93D}"/>
          </ac:spMkLst>
        </pc:spChg>
        <pc:picChg chg="add mod">
          <ac:chgData name="Abdalla Mukhaimer, Widad" userId="eed79641-8d75-4c66-a669-438ad56aff06" providerId="ADAL" clId="{E8CAD9F5-C447-46AD-8385-0D95308312BD}" dt="2024-10-21T05:04:45.005" v="303" actId="1076"/>
          <ac:picMkLst>
            <pc:docMk/>
            <pc:sldMk cId="2339884530" sldId="318"/>
            <ac:picMk id="8" creationId="{D988B579-6653-B2AA-151C-DD5EFDC4E4C6}"/>
          </ac:picMkLst>
        </pc:picChg>
      </pc:sldChg>
      <pc:sldChg chg="addSp modSp add mod">
        <pc:chgData name="Abdalla Mukhaimer, Widad" userId="eed79641-8d75-4c66-a669-438ad56aff06" providerId="ADAL" clId="{E8CAD9F5-C447-46AD-8385-0D95308312BD}" dt="2024-10-21T05:05:07.274" v="310" actId="1076"/>
        <pc:sldMkLst>
          <pc:docMk/>
          <pc:sldMk cId="645209246" sldId="319"/>
        </pc:sldMkLst>
        <pc:spChg chg="add mod">
          <ac:chgData name="Abdalla Mukhaimer, Widad" userId="eed79641-8d75-4c66-a669-438ad56aff06" providerId="ADAL" clId="{E8CAD9F5-C447-46AD-8385-0D95308312BD}" dt="2024-10-21T05:04:55.928" v="306" actId="1076"/>
          <ac:spMkLst>
            <pc:docMk/>
            <pc:sldMk cId="645209246" sldId="319"/>
            <ac:spMk id="3" creationId="{6FD35C31-B2FF-B029-E896-4F6A31219839}"/>
          </ac:spMkLst>
        </pc:spChg>
        <pc:spChg chg="add mod">
          <ac:chgData name="Abdalla Mukhaimer, Widad" userId="eed79641-8d75-4c66-a669-438ad56aff06" providerId="ADAL" clId="{E8CAD9F5-C447-46AD-8385-0D95308312BD}" dt="2024-10-21T05:05:03.092" v="308" actId="1076"/>
          <ac:spMkLst>
            <pc:docMk/>
            <pc:sldMk cId="645209246" sldId="319"/>
            <ac:spMk id="5" creationId="{B8E98F01-BAB2-24FD-DC70-F246D0D92E4D}"/>
          </ac:spMkLst>
        </pc:spChg>
        <pc:picChg chg="add mod">
          <ac:chgData name="Abdalla Mukhaimer, Widad" userId="eed79641-8d75-4c66-a669-438ad56aff06" providerId="ADAL" clId="{E8CAD9F5-C447-46AD-8385-0D95308312BD}" dt="2024-10-21T05:05:07.274" v="310" actId="1076"/>
          <ac:picMkLst>
            <pc:docMk/>
            <pc:sldMk cId="645209246" sldId="319"/>
            <ac:picMk id="6" creationId="{F8C79579-C702-1057-68E0-0E97E9DD3820}"/>
          </ac:picMkLst>
        </pc:picChg>
      </pc:sldChg>
      <pc:sldChg chg="addSp modSp add mod">
        <pc:chgData name="Abdalla Mukhaimer, Widad" userId="eed79641-8d75-4c66-a669-438ad56aff06" providerId="ADAL" clId="{E8CAD9F5-C447-46AD-8385-0D95308312BD}" dt="2024-10-21T05:05:27.646" v="317" actId="1076"/>
        <pc:sldMkLst>
          <pc:docMk/>
          <pc:sldMk cId="3983598069" sldId="320"/>
        </pc:sldMkLst>
        <pc:spChg chg="add mod">
          <ac:chgData name="Abdalla Mukhaimer, Widad" userId="eed79641-8d75-4c66-a669-438ad56aff06" providerId="ADAL" clId="{E8CAD9F5-C447-46AD-8385-0D95308312BD}" dt="2024-10-21T05:05:18.138" v="313" actId="1076"/>
          <ac:spMkLst>
            <pc:docMk/>
            <pc:sldMk cId="3983598069" sldId="320"/>
            <ac:spMk id="3" creationId="{FD6F1651-EEEC-7426-90AD-7765BA655BF1}"/>
          </ac:spMkLst>
        </pc:spChg>
        <pc:spChg chg="add mod">
          <ac:chgData name="Abdalla Mukhaimer, Widad" userId="eed79641-8d75-4c66-a669-438ad56aff06" providerId="ADAL" clId="{E8CAD9F5-C447-46AD-8385-0D95308312BD}" dt="2024-10-21T05:05:24.122" v="315" actId="1076"/>
          <ac:spMkLst>
            <pc:docMk/>
            <pc:sldMk cId="3983598069" sldId="320"/>
            <ac:spMk id="5" creationId="{CE289C9E-F6E3-21EB-9858-971BD8284A05}"/>
          </ac:spMkLst>
        </pc:spChg>
        <pc:picChg chg="add mod">
          <ac:chgData name="Abdalla Mukhaimer, Widad" userId="eed79641-8d75-4c66-a669-438ad56aff06" providerId="ADAL" clId="{E8CAD9F5-C447-46AD-8385-0D95308312BD}" dt="2024-10-21T05:05:27.646" v="317" actId="1076"/>
          <ac:picMkLst>
            <pc:docMk/>
            <pc:sldMk cId="3983598069" sldId="320"/>
            <ac:picMk id="6" creationId="{E33A775C-AEE2-50F9-02EE-C67FD99F6719}"/>
          </ac:picMkLst>
        </pc:picChg>
      </pc:sldChg>
      <pc:sldChg chg="addSp modSp add mod">
        <pc:chgData name="Abdalla Mukhaimer, Widad" userId="eed79641-8d75-4c66-a669-438ad56aff06" providerId="ADAL" clId="{E8CAD9F5-C447-46AD-8385-0D95308312BD}" dt="2024-10-21T05:05:53.033" v="326" actId="1076"/>
        <pc:sldMkLst>
          <pc:docMk/>
          <pc:sldMk cId="3744503788" sldId="321"/>
        </pc:sldMkLst>
        <pc:spChg chg="add mod">
          <ac:chgData name="Abdalla Mukhaimer, Widad" userId="eed79641-8d75-4c66-a669-438ad56aff06" providerId="ADAL" clId="{E8CAD9F5-C447-46AD-8385-0D95308312BD}" dt="2024-10-21T05:05:36.046" v="319" actId="1076"/>
          <ac:spMkLst>
            <pc:docMk/>
            <pc:sldMk cId="3744503788" sldId="321"/>
            <ac:spMk id="3" creationId="{78451B12-24FE-D9F3-A17A-6F86C2EBD39B}"/>
          </ac:spMkLst>
        </pc:spChg>
        <pc:spChg chg="add mod">
          <ac:chgData name="Abdalla Mukhaimer, Widad" userId="eed79641-8d75-4c66-a669-438ad56aff06" providerId="ADAL" clId="{E8CAD9F5-C447-46AD-8385-0D95308312BD}" dt="2024-10-21T05:05:43.517" v="322" actId="1076"/>
          <ac:spMkLst>
            <pc:docMk/>
            <pc:sldMk cId="3744503788" sldId="321"/>
            <ac:spMk id="5" creationId="{9D6D77AE-14E7-5FF1-ACAA-ABF0E6EE1B1A}"/>
          </ac:spMkLst>
        </pc:spChg>
        <pc:spChg chg="add mod">
          <ac:chgData name="Abdalla Mukhaimer, Widad" userId="eed79641-8d75-4c66-a669-438ad56aff06" providerId="ADAL" clId="{E8CAD9F5-C447-46AD-8385-0D95308312BD}" dt="2024-10-21T05:05:49.262" v="324" actId="1076"/>
          <ac:spMkLst>
            <pc:docMk/>
            <pc:sldMk cId="3744503788" sldId="321"/>
            <ac:spMk id="7" creationId="{F3A5AE60-6BA9-548A-7B66-5972AD7D4E2A}"/>
          </ac:spMkLst>
        </pc:spChg>
        <pc:picChg chg="add mod">
          <ac:chgData name="Abdalla Mukhaimer, Widad" userId="eed79641-8d75-4c66-a669-438ad56aff06" providerId="ADAL" clId="{E8CAD9F5-C447-46AD-8385-0D95308312BD}" dt="2024-10-21T05:05:53.033" v="326" actId="1076"/>
          <ac:picMkLst>
            <pc:docMk/>
            <pc:sldMk cId="3744503788" sldId="321"/>
            <ac:picMk id="8" creationId="{8F689785-AAA4-A601-0A17-633ADF018B04}"/>
          </ac:picMkLst>
        </pc:picChg>
      </pc:sldChg>
      <pc:sldChg chg="addSp modSp add mod">
        <pc:chgData name="Abdalla Mukhaimer, Widad" userId="eed79641-8d75-4c66-a669-438ad56aff06" providerId="ADAL" clId="{E8CAD9F5-C447-46AD-8385-0D95308312BD}" dt="2024-10-21T05:06:16.280" v="336" actId="1076"/>
        <pc:sldMkLst>
          <pc:docMk/>
          <pc:sldMk cId="1002169850" sldId="322"/>
        </pc:sldMkLst>
        <pc:spChg chg="add mod">
          <ac:chgData name="Abdalla Mukhaimer, Widad" userId="eed79641-8d75-4c66-a669-438ad56aff06" providerId="ADAL" clId="{E8CAD9F5-C447-46AD-8385-0D95308312BD}" dt="2024-10-21T05:06:04.795" v="330" actId="1076"/>
          <ac:spMkLst>
            <pc:docMk/>
            <pc:sldMk cId="1002169850" sldId="322"/>
            <ac:spMk id="3" creationId="{E6AD96ED-5C86-A566-59B6-5C044BBE6C97}"/>
          </ac:spMkLst>
        </pc:spChg>
        <pc:spChg chg="add mod">
          <ac:chgData name="Abdalla Mukhaimer, Widad" userId="eed79641-8d75-4c66-a669-438ad56aff06" providerId="ADAL" clId="{E8CAD9F5-C447-46AD-8385-0D95308312BD}" dt="2024-10-21T05:06:08.571" v="331" actId="255"/>
          <ac:spMkLst>
            <pc:docMk/>
            <pc:sldMk cId="1002169850" sldId="322"/>
            <ac:spMk id="5" creationId="{DB3F5E55-BCA3-1C0F-A564-F129CBE6B28F}"/>
          </ac:spMkLst>
        </pc:spChg>
        <pc:picChg chg="add mod">
          <ac:chgData name="Abdalla Mukhaimer, Widad" userId="eed79641-8d75-4c66-a669-438ad56aff06" providerId="ADAL" clId="{E8CAD9F5-C447-46AD-8385-0D95308312BD}" dt="2024-10-21T05:06:16.280" v="336" actId="1076"/>
          <ac:picMkLst>
            <pc:docMk/>
            <pc:sldMk cId="1002169850" sldId="322"/>
            <ac:picMk id="6" creationId="{97AB0C18-D765-F2D1-5247-3DB368FB8847}"/>
          </ac:picMkLst>
        </pc:picChg>
      </pc:sldChg>
      <pc:sldChg chg="addSp modSp add mod">
        <pc:chgData name="Abdalla Mukhaimer, Widad" userId="eed79641-8d75-4c66-a669-438ad56aff06" providerId="ADAL" clId="{E8CAD9F5-C447-46AD-8385-0D95308312BD}" dt="2024-10-21T05:06:55.060" v="349" actId="1076"/>
        <pc:sldMkLst>
          <pc:docMk/>
          <pc:sldMk cId="578352598" sldId="323"/>
        </pc:sldMkLst>
        <pc:spChg chg="add mod">
          <ac:chgData name="Abdalla Mukhaimer, Widad" userId="eed79641-8d75-4c66-a669-438ad56aff06" providerId="ADAL" clId="{E8CAD9F5-C447-46AD-8385-0D95308312BD}" dt="2024-10-21T05:06:24.655" v="338" actId="1076"/>
          <ac:spMkLst>
            <pc:docMk/>
            <pc:sldMk cId="578352598" sldId="323"/>
            <ac:spMk id="3" creationId="{8537C7F5-EEF7-B60F-F550-40B1B6D2937C}"/>
          </ac:spMkLst>
        </pc:spChg>
        <pc:spChg chg="add mod">
          <ac:chgData name="Abdalla Mukhaimer, Widad" userId="eed79641-8d75-4c66-a669-438ad56aff06" providerId="ADAL" clId="{E8CAD9F5-C447-46AD-8385-0D95308312BD}" dt="2024-10-21T05:06:36.643" v="342" actId="1076"/>
          <ac:spMkLst>
            <pc:docMk/>
            <pc:sldMk cId="578352598" sldId="323"/>
            <ac:spMk id="5" creationId="{B679549F-EC04-CDD5-9231-DEB00F957DCC}"/>
          </ac:spMkLst>
        </pc:spChg>
        <pc:spChg chg="add mod">
          <ac:chgData name="Abdalla Mukhaimer, Widad" userId="eed79641-8d75-4c66-a669-438ad56aff06" providerId="ADAL" clId="{E8CAD9F5-C447-46AD-8385-0D95308312BD}" dt="2024-10-21T05:06:51.190" v="347" actId="1076"/>
          <ac:spMkLst>
            <pc:docMk/>
            <pc:sldMk cId="578352598" sldId="323"/>
            <ac:spMk id="7" creationId="{5CF4F021-72E5-3FFC-0522-BD29CD687E33}"/>
          </ac:spMkLst>
        </pc:spChg>
        <pc:picChg chg="add mod">
          <ac:chgData name="Abdalla Mukhaimer, Widad" userId="eed79641-8d75-4c66-a669-438ad56aff06" providerId="ADAL" clId="{E8CAD9F5-C447-46AD-8385-0D95308312BD}" dt="2024-10-21T05:06:55.060" v="349" actId="1076"/>
          <ac:picMkLst>
            <pc:docMk/>
            <pc:sldMk cId="578352598" sldId="323"/>
            <ac:picMk id="8" creationId="{8E9CF5D7-3718-FF4B-F069-47F3D4F65CB8}"/>
          </ac:picMkLst>
        </pc:picChg>
      </pc:sldChg>
      <pc:sldChg chg="addSp modSp add mod">
        <pc:chgData name="Abdalla Mukhaimer, Widad" userId="eed79641-8d75-4c66-a669-438ad56aff06" providerId="ADAL" clId="{E8CAD9F5-C447-46AD-8385-0D95308312BD}" dt="2024-10-21T05:07:48.150" v="366" actId="1076"/>
        <pc:sldMkLst>
          <pc:docMk/>
          <pc:sldMk cId="544336040" sldId="324"/>
        </pc:sldMkLst>
        <pc:spChg chg="add mod">
          <ac:chgData name="Abdalla Mukhaimer, Widad" userId="eed79641-8d75-4c66-a669-438ad56aff06" providerId="ADAL" clId="{E8CAD9F5-C447-46AD-8385-0D95308312BD}" dt="2024-10-21T05:07:07.475" v="353" actId="1076"/>
          <ac:spMkLst>
            <pc:docMk/>
            <pc:sldMk cId="544336040" sldId="324"/>
            <ac:spMk id="3" creationId="{A6D86BCB-1719-518B-B593-198C3C7B3583}"/>
          </ac:spMkLst>
        </pc:spChg>
        <pc:spChg chg="add mod">
          <ac:chgData name="Abdalla Mukhaimer, Widad" userId="eed79641-8d75-4c66-a669-438ad56aff06" providerId="ADAL" clId="{E8CAD9F5-C447-46AD-8385-0D95308312BD}" dt="2024-10-21T05:07:43.876" v="364" actId="1076"/>
          <ac:spMkLst>
            <pc:docMk/>
            <pc:sldMk cId="544336040" sldId="324"/>
            <ac:spMk id="6" creationId="{92C45F7F-4563-7E51-111D-555677F64412}"/>
          </ac:spMkLst>
        </pc:spChg>
        <pc:picChg chg="add mod">
          <ac:chgData name="Abdalla Mukhaimer, Widad" userId="eed79641-8d75-4c66-a669-438ad56aff06" providerId="ADAL" clId="{E8CAD9F5-C447-46AD-8385-0D95308312BD}" dt="2024-10-21T05:07:48.150" v="366" actId="1076"/>
          <ac:picMkLst>
            <pc:docMk/>
            <pc:sldMk cId="544336040" sldId="324"/>
            <ac:picMk id="4" creationId="{72FF98E2-E615-5862-C206-EBBDD013C376}"/>
          </ac:picMkLst>
        </pc:picChg>
      </pc:sldChg>
      <pc:sldChg chg="add del">
        <pc:chgData name="Abdalla Mukhaimer, Widad" userId="eed79641-8d75-4c66-a669-438ad56aff06" providerId="ADAL" clId="{E8CAD9F5-C447-46AD-8385-0D95308312BD}" dt="2024-10-21T04:58:37.071" v="195" actId="47"/>
        <pc:sldMkLst>
          <pc:docMk/>
          <pc:sldMk cId="514928190" sldId="325"/>
        </pc:sldMkLst>
      </pc:sldChg>
    </pc:docChg>
  </pc:docChgLst>
  <pc:docChgLst>
    <pc:chgData name="Abdalla Mukhaimer, Widad" userId="eed79641-8d75-4c66-a669-438ad56aff06" providerId="ADAL" clId="{68ABF626-A2FC-4BD9-8915-C5E7873690A6}"/>
    <pc:docChg chg="custSel addSld delSld modSld">
      <pc:chgData name="Abdalla Mukhaimer, Widad" userId="eed79641-8d75-4c66-a669-438ad56aff06" providerId="ADAL" clId="{68ABF626-A2FC-4BD9-8915-C5E7873690A6}" dt="2024-10-24T19:35:31.001" v="525" actId="1076"/>
      <pc:docMkLst>
        <pc:docMk/>
      </pc:docMkLst>
      <pc:sldChg chg="modSp mod">
        <pc:chgData name="Abdalla Mukhaimer, Widad" userId="eed79641-8d75-4c66-a669-438ad56aff06" providerId="ADAL" clId="{68ABF626-A2FC-4BD9-8915-C5E7873690A6}" dt="2024-10-24T19:10:05.950" v="0" actId="20577"/>
        <pc:sldMkLst>
          <pc:docMk/>
          <pc:sldMk cId="638861158" sldId="256"/>
        </pc:sldMkLst>
        <pc:spChg chg="mod">
          <ac:chgData name="Abdalla Mukhaimer, Widad" userId="eed79641-8d75-4c66-a669-438ad56aff06" providerId="ADAL" clId="{68ABF626-A2FC-4BD9-8915-C5E7873690A6}" dt="2024-10-24T19:10:05.950" v="0" actId="20577"/>
          <ac:spMkLst>
            <pc:docMk/>
            <pc:sldMk cId="638861158" sldId="256"/>
            <ac:spMk id="4" creationId="{ADC29C1E-686B-659F-2361-5E99D37B8237}"/>
          </ac:spMkLst>
        </pc:spChg>
      </pc:sldChg>
      <pc:sldChg chg="addSp delSp modSp mod">
        <pc:chgData name="Abdalla Mukhaimer, Widad" userId="eed79641-8d75-4c66-a669-438ad56aff06" providerId="ADAL" clId="{68ABF626-A2FC-4BD9-8915-C5E7873690A6}" dt="2024-10-24T19:11:14.364" v="74" actId="1076"/>
        <pc:sldMkLst>
          <pc:docMk/>
          <pc:sldMk cId="1993590842" sldId="257"/>
        </pc:sldMkLst>
        <pc:spChg chg="mod">
          <ac:chgData name="Abdalla Mukhaimer, Widad" userId="eed79641-8d75-4c66-a669-438ad56aff06" providerId="ADAL" clId="{68ABF626-A2FC-4BD9-8915-C5E7873690A6}" dt="2024-10-24T19:10:51.537" v="52" actId="20577"/>
          <ac:spMkLst>
            <pc:docMk/>
            <pc:sldMk cId="1993590842" sldId="257"/>
            <ac:spMk id="3" creationId="{FAD6757D-0CEA-B555-7400-A14904244978}"/>
          </ac:spMkLst>
        </pc:spChg>
        <pc:picChg chg="add mod">
          <ac:chgData name="Abdalla Mukhaimer, Widad" userId="eed79641-8d75-4c66-a669-438ad56aff06" providerId="ADAL" clId="{68ABF626-A2FC-4BD9-8915-C5E7873690A6}" dt="2024-10-24T19:11:14.364" v="74" actId="1076"/>
          <ac:picMkLst>
            <pc:docMk/>
            <pc:sldMk cId="1993590842" sldId="257"/>
            <ac:picMk id="2" creationId="{EC308465-0AAF-2FAC-EADE-2147EF7F8962}"/>
          </ac:picMkLst>
        </pc:picChg>
        <pc:picChg chg="del">
          <ac:chgData name="Abdalla Mukhaimer, Widad" userId="eed79641-8d75-4c66-a669-438ad56aff06" providerId="ADAL" clId="{68ABF626-A2FC-4BD9-8915-C5E7873690A6}" dt="2024-10-24T19:10:08.952" v="1" actId="478"/>
          <ac:picMkLst>
            <pc:docMk/>
            <pc:sldMk cId="1993590842" sldId="257"/>
            <ac:picMk id="4" creationId="{2A76C762-C147-828E-D9FD-1FEEDA63D1A8}"/>
          </ac:picMkLst>
        </pc:picChg>
      </pc:sldChg>
      <pc:sldChg chg="del">
        <pc:chgData name="Abdalla Mukhaimer, Widad" userId="eed79641-8d75-4c66-a669-438ad56aff06" providerId="ADAL" clId="{68ABF626-A2FC-4BD9-8915-C5E7873690A6}" dt="2024-10-24T19:10:14.487" v="2" actId="47"/>
        <pc:sldMkLst>
          <pc:docMk/>
          <pc:sldMk cId="3396014645" sldId="258"/>
        </pc:sldMkLst>
      </pc:sldChg>
      <pc:sldChg chg="addSp delSp modSp new mod">
        <pc:chgData name="Abdalla Mukhaimer, Widad" userId="eed79641-8d75-4c66-a669-438ad56aff06" providerId="ADAL" clId="{68ABF626-A2FC-4BD9-8915-C5E7873690A6}" dt="2024-10-24T19:17:43.703" v="139" actId="1076"/>
        <pc:sldMkLst>
          <pc:docMk/>
          <pc:sldMk cId="3822914983" sldId="258"/>
        </pc:sldMkLst>
        <pc:spChg chg="add mod">
          <ac:chgData name="Abdalla Mukhaimer, Widad" userId="eed79641-8d75-4c66-a669-438ad56aff06" providerId="ADAL" clId="{68ABF626-A2FC-4BD9-8915-C5E7873690A6}" dt="2024-10-24T19:17:43.703" v="139" actId="1076"/>
          <ac:spMkLst>
            <pc:docMk/>
            <pc:sldMk cId="3822914983" sldId="258"/>
            <ac:spMk id="4" creationId="{BB64267E-B14E-BD23-B48F-2B524CA06A45}"/>
          </ac:spMkLst>
        </pc:spChg>
        <pc:picChg chg="add del mod">
          <ac:chgData name="Abdalla Mukhaimer, Widad" userId="eed79641-8d75-4c66-a669-438ad56aff06" providerId="ADAL" clId="{68ABF626-A2FC-4BD9-8915-C5E7873690A6}" dt="2024-10-24T19:17:22.934" v="132" actId="478"/>
          <ac:picMkLst>
            <pc:docMk/>
            <pc:sldMk cId="3822914983" sldId="258"/>
            <ac:picMk id="2" creationId="{0A5A33E0-C81B-1242-C8B6-56288C49E682}"/>
          </ac:picMkLst>
        </pc:picChg>
      </pc:sldChg>
      <pc:sldChg chg="del">
        <pc:chgData name="Abdalla Mukhaimer, Widad" userId="eed79641-8d75-4c66-a669-438ad56aff06" providerId="ADAL" clId="{68ABF626-A2FC-4BD9-8915-C5E7873690A6}" dt="2024-10-24T19:10:14.487" v="2" actId="47"/>
        <pc:sldMkLst>
          <pc:docMk/>
          <pc:sldMk cId="2215906862" sldId="259"/>
        </pc:sldMkLst>
      </pc:sldChg>
      <pc:sldChg chg="addSp modSp add mod">
        <pc:chgData name="Abdalla Mukhaimer, Widad" userId="eed79641-8d75-4c66-a669-438ad56aff06" providerId="ADAL" clId="{68ABF626-A2FC-4BD9-8915-C5E7873690A6}" dt="2024-10-24T19:18:55.802" v="162" actId="1076"/>
        <pc:sldMkLst>
          <pc:docMk/>
          <pc:sldMk cId="2296290643" sldId="259"/>
        </pc:sldMkLst>
        <pc:spChg chg="add mod">
          <ac:chgData name="Abdalla Mukhaimer, Widad" userId="eed79641-8d75-4c66-a669-438ad56aff06" providerId="ADAL" clId="{68ABF626-A2FC-4BD9-8915-C5E7873690A6}" dt="2024-10-24T19:18:53.468" v="161" actId="1076"/>
          <ac:spMkLst>
            <pc:docMk/>
            <pc:sldMk cId="2296290643" sldId="259"/>
            <ac:spMk id="4" creationId="{A005C7D5-CF23-0351-8A6D-425A4865BA1B}"/>
          </ac:spMkLst>
        </pc:spChg>
        <pc:picChg chg="add mod">
          <ac:chgData name="Abdalla Mukhaimer, Widad" userId="eed79641-8d75-4c66-a669-438ad56aff06" providerId="ADAL" clId="{68ABF626-A2FC-4BD9-8915-C5E7873690A6}" dt="2024-10-24T19:18:55.802" v="162" actId="1076"/>
          <ac:picMkLst>
            <pc:docMk/>
            <pc:sldMk cId="2296290643" sldId="259"/>
            <ac:picMk id="2" creationId="{FE28998A-C747-CE72-1F0F-1096FAFBCE8E}"/>
          </ac:picMkLst>
        </pc:picChg>
      </pc:sldChg>
      <pc:sldChg chg="del">
        <pc:chgData name="Abdalla Mukhaimer, Widad" userId="eed79641-8d75-4c66-a669-438ad56aff06" providerId="ADAL" clId="{68ABF626-A2FC-4BD9-8915-C5E7873690A6}" dt="2024-10-24T19:10:14.487" v="2" actId="47"/>
        <pc:sldMkLst>
          <pc:docMk/>
          <pc:sldMk cId="355976737" sldId="260"/>
        </pc:sldMkLst>
      </pc:sldChg>
      <pc:sldChg chg="addSp modSp add mod">
        <pc:chgData name="Abdalla Mukhaimer, Widad" userId="eed79641-8d75-4c66-a669-438ad56aff06" providerId="ADAL" clId="{68ABF626-A2FC-4BD9-8915-C5E7873690A6}" dt="2024-10-24T19:19:41.865" v="175" actId="1076"/>
        <pc:sldMkLst>
          <pc:docMk/>
          <pc:sldMk cId="3839960161" sldId="260"/>
        </pc:sldMkLst>
        <pc:spChg chg="add mod ord">
          <ac:chgData name="Abdalla Mukhaimer, Widad" userId="eed79641-8d75-4c66-a669-438ad56aff06" providerId="ADAL" clId="{68ABF626-A2FC-4BD9-8915-C5E7873690A6}" dt="2024-10-24T19:19:39.096" v="174" actId="255"/>
          <ac:spMkLst>
            <pc:docMk/>
            <pc:sldMk cId="3839960161" sldId="260"/>
            <ac:spMk id="4" creationId="{A0AE2F6B-1E26-80E8-C500-0C7BB63D10C7}"/>
          </ac:spMkLst>
        </pc:spChg>
        <pc:picChg chg="add mod ord">
          <ac:chgData name="Abdalla Mukhaimer, Widad" userId="eed79641-8d75-4c66-a669-438ad56aff06" providerId="ADAL" clId="{68ABF626-A2FC-4BD9-8915-C5E7873690A6}" dt="2024-10-24T19:19:41.865" v="175" actId="1076"/>
          <ac:picMkLst>
            <pc:docMk/>
            <pc:sldMk cId="3839960161" sldId="260"/>
            <ac:picMk id="2" creationId="{A8E84958-BD02-7558-A230-931A77D1DE93}"/>
          </ac:picMkLst>
        </pc:picChg>
      </pc:sldChg>
      <pc:sldChg chg="del">
        <pc:chgData name="Abdalla Mukhaimer, Widad" userId="eed79641-8d75-4c66-a669-438ad56aff06" providerId="ADAL" clId="{68ABF626-A2FC-4BD9-8915-C5E7873690A6}" dt="2024-10-24T19:10:14.487" v="2" actId="47"/>
        <pc:sldMkLst>
          <pc:docMk/>
          <pc:sldMk cId="3706249138" sldId="261"/>
        </pc:sldMkLst>
      </pc:sldChg>
      <pc:sldChg chg="addSp modSp add mod">
        <pc:chgData name="Abdalla Mukhaimer, Widad" userId="eed79641-8d75-4c66-a669-438ad56aff06" providerId="ADAL" clId="{68ABF626-A2FC-4BD9-8915-C5E7873690A6}" dt="2024-10-24T19:24:37.868" v="243" actId="1076"/>
        <pc:sldMkLst>
          <pc:docMk/>
          <pc:sldMk cId="3803587831" sldId="261"/>
        </pc:sldMkLst>
        <pc:spChg chg="add mod">
          <ac:chgData name="Abdalla Mukhaimer, Widad" userId="eed79641-8d75-4c66-a669-438ad56aff06" providerId="ADAL" clId="{68ABF626-A2FC-4BD9-8915-C5E7873690A6}" dt="2024-10-24T19:19:52.292" v="178" actId="255"/>
          <ac:spMkLst>
            <pc:docMk/>
            <pc:sldMk cId="3803587831" sldId="261"/>
            <ac:spMk id="4" creationId="{8D6EE780-2B42-D7C9-0A36-1FA3E904CB06}"/>
          </ac:spMkLst>
        </pc:spChg>
        <pc:picChg chg="add mod">
          <ac:chgData name="Abdalla Mukhaimer, Widad" userId="eed79641-8d75-4c66-a669-438ad56aff06" providerId="ADAL" clId="{68ABF626-A2FC-4BD9-8915-C5E7873690A6}" dt="2024-10-24T19:24:37.868" v="243" actId="1076"/>
          <ac:picMkLst>
            <pc:docMk/>
            <pc:sldMk cId="3803587831" sldId="261"/>
            <ac:picMk id="2" creationId="{AB975939-EE6A-FE05-978B-6AB56533902F}"/>
          </ac:picMkLst>
        </pc:picChg>
      </pc:sldChg>
      <pc:sldChg chg="del">
        <pc:chgData name="Abdalla Mukhaimer, Widad" userId="eed79641-8d75-4c66-a669-438ad56aff06" providerId="ADAL" clId="{68ABF626-A2FC-4BD9-8915-C5E7873690A6}" dt="2024-10-24T19:10:14.487" v="2" actId="47"/>
        <pc:sldMkLst>
          <pc:docMk/>
          <pc:sldMk cId="939110182" sldId="262"/>
        </pc:sldMkLst>
      </pc:sldChg>
      <pc:sldChg chg="addSp modSp add mod">
        <pc:chgData name="Abdalla Mukhaimer, Widad" userId="eed79641-8d75-4c66-a669-438ad56aff06" providerId="ADAL" clId="{68ABF626-A2FC-4BD9-8915-C5E7873690A6}" dt="2024-10-24T19:24:59.767" v="252" actId="1076"/>
        <pc:sldMkLst>
          <pc:docMk/>
          <pc:sldMk cId="2633099977" sldId="262"/>
        </pc:sldMkLst>
        <pc:spChg chg="add mod">
          <ac:chgData name="Abdalla Mukhaimer, Widad" userId="eed79641-8d75-4c66-a669-438ad56aff06" providerId="ADAL" clId="{68ABF626-A2FC-4BD9-8915-C5E7873690A6}" dt="2024-10-24T19:24:53.002" v="248" actId="14100"/>
          <ac:spMkLst>
            <pc:docMk/>
            <pc:sldMk cId="2633099977" sldId="262"/>
            <ac:spMk id="4" creationId="{3DA981F2-7B8D-1DDF-63BA-2AB444D1CB0D}"/>
          </ac:spMkLst>
        </pc:spChg>
        <pc:picChg chg="add mod ord">
          <ac:chgData name="Abdalla Mukhaimer, Widad" userId="eed79641-8d75-4c66-a669-438ad56aff06" providerId="ADAL" clId="{68ABF626-A2FC-4BD9-8915-C5E7873690A6}" dt="2024-10-24T19:24:59.767" v="252" actId="1076"/>
          <ac:picMkLst>
            <pc:docMk/>
            <pc:sldMk cId="2633099977" sldId="262"/>
            <ac:picMk id="2" creationId="{2C19603A-378B-69FB-47B0-4402AAD806B0}"/>
          </ac:picMkLst>
        </pc:picChg>
      </pc:sldChg>
      <pc:sldChg chg="del">
        <pc:chgData name="Abdalla Mukhaimer, Widad" userId="eed79641-8d75-4c66-a669-438ad56aff06" providerId="ADAL" clId="{68ABF626-A2FC-4BD9-8915-C5E7873690A6}" dt="2024-10-24T19:10:14.487" v="2" actId="47"/>
        <pc:sldMkLst>
          <pc:docMk/>
          <pc:sldMk cId="3683636504" sldId="263"/>
        </pc:sldMkLst>
      </pc:sldChg>
      <pc:sldChg chg="addSp modSp add mod">
        <pc:chgData name="Abdalla Mukhaimer, Widad" userId="eed79641-8d75-4c66-a669-438ad56aff06" providerId="ADAL" clId="{68ABF626-A2FC-4BD9-8915-C5E7873690A6}" dt="2024-10-24T19:25:13.626" v="258" actId="14100"/>
        <pc:sldMkLst>
          <pc:docMk/>
          <pc:sldMk cId="3785793728" sldId="263"/>
        </pc:sldMkLst>
        <pc:spChg chg="add mod">
          <ac:chgData name="Abdalla Mukhaimer, Widad" userId="eed79641-8d75-4c66-a669-438ad56aff06" providerId="ADAL" clId="{68ABF626-A2FC-4BD9-8915-C5E7873690A6}" dt="2024-10-24T19:25:06.370" v="254" actId="14100"/>
          <ac:spMkLst>
            <pc:docMk/>
            <pc:sldMk cId="3785793728" sldId="263"/>
            <ac:spMk id="4" creationId="{8AD27E54-4544-A143-F86F-C591E0A33C20}"/>
          </ac:spMkLst>
        </pc:spChg>
        <pc:picChg chg="add mod">
          <ac:chgData name="Abdalla Mukhaimer, Widad" userId="eed79641-8d75-4c66-a669-438ad56aff06" providerId="ADAL" clId="{68ABF626-A2FC-4BD9-8915-C5E7873690A6}" dt="2024-10-24T19:25:13.626" v="258" actId="14100"/>
          <ac:picMkLst>
            <pc:docMk/>
            <pc:sldMk cId="3785793728" sldId="263"/>
            <ac:picMk id="2" creationId="{D936E68F-5A16-569B-33F8-53994041B0F5}"/>
          </ac:picMkLst>
        </pc:picChg>
      </pc:sldChg>
      <pc:sldChg chg="del">
        <pc:chgData name="Abdalla Mukhaimer, Widad" userId="eed79641-8d75-4c66-a669-438ad56aff06" providerId="ADAL" clId="{68ABF626-A2FC-4BD9-8915-C5E7873690A6}" dt="2024-10-24T19:10:14.487" v="2" actId="47"/>
        <pc:sldMkLst>
          <pc:docMk/>
          <pc:sldMk cId="1804669952" sldId="264"/>
        </pc:sldMkLst>
      </pc:sldChg>
      <pc:sldChg chg="addSp modSp add mod">
        <pc:chgData name="Abdalla Mukhaimer, Widad" userId="eed79641-8d75-4c66-a669-438ad56aff06" providerId="ADAL" clId="{68ABF626-A2FC-4BD9-8915-C5E7873690A6}" dt="2024-10-24T19:25:27.504" v="264" actId="1076"/>
        <pc:sldMkLst>
          <pc:docMk/>
          <pc:sldMk cId="2530113349" sldId="264"/>
        </pc:sldMkLst>
        <pc:spChg chg="add mod">
          <ac:chgData name="Abdalla Mukhaimer, Widad" userId="eed79641-8d75-4c66-a669-438ad56aff06" providerId="ADAL" clId="{68ABF626-A2FC-4BD9-8915-C5E7873690A6}" dt="2024-10-24T19:25:22.921" v="261" actId="1076"/>
          <ac:spMkLst>
            <pc:docMk/>
            <pc:sldMk cId="2530113349" sldId="264"/>
            <ac:spMk id="4" creationId="{F76CA867-5A33-DCF2-33D7-90C02667AD13}"/>
          </ac:spMkLst>
        </pc:spChg>
        <pc:picChg chg="add mod">
          <ac:chgData name="Abdalla Mukhaimer, Widad" userId="eed79641-8d75-4c66-a669-438ad56aff06" providerId="ADAL" clId="{68ABF626-A2FC-4BD9-8915-C5E7873690A6}" dt="2024-10-24T19:25:27.504" v="264" actId="1076"/>
          <ac:picMkLst>
            <pc:docMk/>
            <pc:sldMk cId="2530113349" sldId="264"/>
            <ac:picMk id="2" creationId="{FB7E2151-125C-EEA3-06C0-76C4886440BD}"/>
          </ac:picMkLst>
        </pc:picChg>
      </pc:sldChg>
      <pc:sldChg chg="del">
        <pc:chgData name="Abdalla Mukhaimer, Widad" userId="eed79641-8d75-4c66-a669-438ad56aff06" providerId="ADAL" clId="{68ABF626-A2FC-4BD9-8915-C5E7873690A6}" dt="2024-10-24T19:10:14.487" v="2" actId="47"/>
        <pc:sldMkLst>
          <pc:docMk/>
          <pc:sldMk cId="1546901984" sldId="265"/>
        </pc:sldMkLst>
      </pc:sldChg>
      <pc:sldChg chg="addSp modSp add mod">
        <pc:chgData name="Abdalla Mukhaimer, Widad" userId="eed79641-8d75-4c66-a669-438ad56aff06" providerId="ADAL" clId="{68ABF626-A2FC-4BD9-8915-C5E7873690A6}" dt="2024-10-24T19:25:44.776" v="271" actId="14100"/>
        <pc:sldMkLst>
          <pc:docMk/>
          <pc:sldMk cId="4149767526" sldId="265"/>
        </pc:sldMkLst>
        <pc:spChg chg="add mod ord">
          <ac:chgData name="Abdalla Mukhaimer, Widad" userId="eed79641-8d75-4c66-a669-438ad56aff06" providerId="ADAL" clId="{68ABF626-A2FC-4BD9-8915-C5E7873690A6}" dt="2024-10-24T19:25:39.220" v="267" actId="167"/>
          <ac:spMkLst>
            <pc:docMk/>
            <pc:sldMk cId="4149767526" sldId="265"/>
            <ac:spMk id="4" creationId="{8F739DE1-0A64-6867-DCAF-C6C285CC4FBB}"/>
          </ac:spMkLst>
        </pc:spChg>
        <pc:picChg chg="add mod">
          <ac:chgData name="Abdalla Mukhaimer, Widad" userId="eed79641-8d75-4c66-a669-438ad56aff06" providerId="ADAL" clId="{68ABF626-A2FC-4BD9-8915-C5E7873690A6}" dt="2024-10-24T19:25:44.776" v="271" actId="14100"/>
          <ac:picMkLst>
            <pc:docMk/>
            <pc:sldMk cId="4149767526" sldId="265"/>
            <ac:picMk id="2" creationId="{F7717FFA-3760-032D-6E43-9CFA6BDEB67C}"/>
          </ac:picMkLst>
        </pc:picChg>
      </pc:sldChg>
      <pc:sldChg chg="del">
        <pc:chgData name="Abdalla Mukhaimer, Widad" userId="eed79641-8d75-4c66-a669-438ad56aff06" providerId="ADAL" clId="{68ABF626-A2FC-4BD9-8915-C5E7873690A6}" dt="2024-10-24T19:10:14.487" v="2" actId="47"/>
        <pc:sldMkLst>
          <pc:docMk/>
          <pc:sldMk cId="2041060149" sldId="266"/>
        </pc:sldMkLst>
      </pc:sldChg>
      <pc:sldChg chg="addSp modSp add mod">
        <pc:chgData name="Abdalla Mukhaimer, Widad" userId="eed79641-8d75-4c66-a669-438ad56aff06" providerId="ADAL" clId="{68ABF626-A2FC-4BD9-8915-C5E7873690A6}" dt="2024-10-24T19:25:59.653" v="274" actId="1076"/>
        <pc:sldMkLst>
          <pc:docMk/>
          <pc:sldMk cId="2815339782" sldId="266"/>
        </pc:sldMkLst>
        <pc:spChg chg="add mod">
          <ac:chgData name="Abdalla Mukhaimer, Widad" userId="eed79641-8d75-4c66-a669-438ad56aff06" providerId="ADAL" clId="{68ABF626-A2FC-4BD9-8915-C5E7873690A6}" dt="2024-10-24T19:25:59.653" v="274" actId="1076"/>
          <ac:spMkLst>
            <pc:docMk/>
            <pc:sldMk cId="2815339782" sldId="266"/>
            <ac:spMk id="3" creationId="{EFCB744B-3BC8-A940-0BD0-06DF1D6E2A00}"/>
          </ac:spMkLst>
        </pc:spChg>
      </pc:sldChg>
      <pc:sldChg chg="del">
        <pc:chgData name="Abdalla Mukhaimer, Widad" userId="eed79641-8d75-4c66-a669-438ad56aff06" providerId="ADAL" clId="{68ABF626-A2FC-4BD9-8915-C5E7873690A6}" dt="2024-10-24T19:10:14.487" v="2" actId="47"/>
        <pc:sldMkLst>
          <pc:docMk/>
          <pc:sldMk cId="721458959" sldId="267"/>
        </pc:sldMkLst>
      </pc:sldChg>
      <pc:sldChg chg="addSp modSp add mod">
        <pc:chgData name="Abdalla Mukhaimer, Widad" userId="eed79641-8d75-4c66-a669-438ad56aff06" providerId="ADAL" clId="{68ABF626-A2FC-4BD9-8915-C5E7873690A6}" dt="2024-10-24T19:26:24.595" v="279" actId="1076"/>
        <pc:sldMkLst>
          <pc:docMk/>
          <pc:sldMk cId="828316129" sldId="267"/>
        </pc:sldMkLst>
        <pc:spChg chg="add mod">
          <ac:chgData name="Abdalla Mukhaimer, Widad" userId="eed79641-8d75-4c66-a669-438ad56aff06" providerId="ADAL" clId="{68ABF626-A2FC-4BD9-8915-C5E7873690A6}" dt="2024-10-24T19:26:19.913" v="276" actId="1076"/>
          <ac:spMkLst>
            <pc:docMk/>
            <pc:sldMk cId="828316129" sldId="267"/>
            <ac:spMk id="4" creationId="{B573F237-B2F0-194A-9CD6-38F1EFEA48D4}"/>
          </ac:spMkLst>
        </pc:spChg>
        <pc:picChg chg="add mod">
          <ac:chgData name="Abdalla Mukhaimer, Widad" userId="eed79641-8d75-4c66-a669-438ad56aff06" providerId="ADAL" clId="{68ABF626-A2FC-4BD9-8915-C5E7873690A6}" dt="2024-10-24T19:26:24.595" v="279" actId="1076"/>
          <ac:picMkLst>
            <pc:docMk/>
            <pc:sldMk cId="828316129" sldId="267"/>
            <ac:picMk id="2" creationId="{7EF3DF18-9AAE-B341-45AF-71467CFDC0DA}"/>
          </ac:picMkLst>
        </pc:picChg>
      </pc:sldChg>
      <pc:sldChg chg="addSp modSp add mod">
        <pc:chgData name="Abdalla Mukhaimer, Widad" userId="eed79641-8d75-4c66-a669-438ad56aff06" providerId="ADAL" clId="{68ABF626-A2FC-4BD9-8915-C5E7873690A6}" dt="2024-10-24T19:27:03.341" v="292" actId="1076"/>
        <pc:sldMkLst>
          <pc:docMk/>
          <pc:sldMk cId="746977217" sldId="268"/>
        </pc:sldMkLst>
        <pc:spChg chg="add mod ord">
          <ac:chgData name="Abdalla Mukhaimer, Widad" userId="eed79641-8d75-4c66-a669-438ad56aff06" providerId="ADAL" clId="{68ABF626-A2FC-4BD9-8915-C5E7873690A6}" dt="2024-10-24T19:26:55.663" v="287" actId="255"/>
          <ac:spMkLst>
            <pc:docMk/>
            <pc:sldMk cId="746977217" sldId="268"/>
            <ac:spMk id="4" creationId="{0E0BDB10-08F6-6D29-AB25-007C15A8C1BB}"/>
          </ac:spMkLst>
        </pc:spChg>
        <pc:picChg chg="add mod">
          <ac:chgData name="Abdalla Mukhaimer, Widad" userId="eed79641-8d75-4c66-a669-438ad56aff06" providerId="ADAL" clId="{68ABF626-A2FC-4BD9-8915-C5E7873690A6}" dt="2024-10-24T19:27:03.341" v="292" actId="1076"/>
          <ac:picMkLst>
            <pc:docMk/>
            <pc:sldMk cId="746977217" sldId="268"/>
            <ac:picMk id="2" creationId="{3D69DFBF-518C-0AFE-BDE3-886B44E102FA}"/>
          </ac:picMkLst>
        </pc:picChg>
      </pc:sldChg>
      <pc:sldChg chg="del">
        <pc:chgData name="Abdalla Mukhaimer, Widad" userId="eed79641-8d75-4c66-a669-438ad56aff06" providerId="ADAL" clId="{68ABF626-A2FC-4BD9-8915-C5E7873690A6}" dt="2024-10-24T19:10:14.487" v="2" actId="47"/>
        <pc:sldMkLst>
          <pc:docMk/>
          <pc:sldMk cId="2829489500" sldId="268"/>
        </pc:sldMkLst>
      </pc:sldChg>
      <pc:sldChg chg="del">
        <pc:chgData name="Abdalla Mukhaimer, Widad" userId="eed79641-8d75-4c66-a669-438ad56aff06" providerId="ADAL" clId="{68ABF626-A2FC-4BD9-8915-C5E7873690A6}" dt="2024-10-24T19:10:14.487" v="2" actId="47"/>
        <pc:sldMkLst>
          <pc:docMk/>
          <pc:sldMk cId="279109919" sldId="269"/>
        </pc:sldMkLst>
      </pc:sldChg>
      <pc:sldChg chg="addSp modSp add mod">
        <pc:chgData name="Abdalla Mukhaimer, Widad" userId="eed79641-8d75-4c66-a669-438ad56aff06" providerId="ADAL" clId="{68ABF626-A2FC-4BD9-8915-C5E7873690A6}" dt="2024-10-24T19:27:38.005" v="300" actId="14100"/>
        <pc:sldMkLst>
          <pc:docMk/>
          <pc:sldMk cId="3380371759" sldId="269"/>
        </pc:sldMkLst>
        <pc:spChg chg="add mod ord">
          <ac:chgData name="Abdalla Mukhaimer, Widad" userId="eed79641-8d75-4c66-a669-438ad56aff06" providerId="ADAL" clId="{68ABF626-A2FC-4BD9-8915-C5E7873690A6}" dt="2024-10-24T19:27:30.594" v="296" actId="167"/>
          <ac:spMkLst>
            <pc:docMk/>
            <pc:sldMk cId="3380371759" sldId="269"/>
            <ac:spMk id="4" creationId="{8CE66DE4-3406-5ED3-6882-0FF7CA117DA5}"/>
          </ac:spMkLst>
        </pc:spChg>
        <pc:picChg chg="add mod">
          <ac:chgData name="Abdalla Mukhaimer, Widad" userId="eed79641-8d75-4c66-a669-438ad56aff06" providerId="ADAL" clId="{68ABF626-A2FC-4BD9-8915-C5E7873690A6}" dt="2024-10-24T19:27:38.005" v="300" actId="14100"/>
          <ac:picMkLst>
            <pc:docMk/>
            <pc:sldMk cId="3380371759" sldId="269"/>
            <ac:picMk id="2" creationId="{30BA169C-E416-2C3F-19D5-C0E20C41FC39}"/>
          </ac:picMkLst>
        </pc:picChg>
      </pc:sldChg>
      <pc:sldChg chg="addSp modSp add mod">
        <pc:chgData name="Abdalla Mukhaimer, Widad" userId="eed79641-8d75-4c66-a669-438ad56aff06" providerId="ADAL" clId="{68ABF626-A2FC-4BD9-8915-C5E7873690A6}" dt="2024-10-24T19:28:07.421" v="308" actId="1076"/>
        <pc:sldMkLst>
          <pc:docMk/>
          <pc:sldMk cId="940679707" sldId="270"/>
        </pc:sldMkLst>
        <pc:spChg chg="add mod ord">
          <ac:chgData name="Abdalla Mukhaimer, Widad" userId="eed79641-8d75-4c66-a669-438ad56aff06" providerId="ADAL" clId="{68ABF626-A2FC-4BD9-8915-C5E7873690A6}" dt="2024-10-24T19:28:00.218" v="305" actId="20577"/>
          <ac:spMkLst>
            <pc:docMk/>
            <pc:sldMk cId="940679707" sldId="270"/>
            <ac:spMk id="4" creationId="{A44BECB1-FAC6-F776-7161-836416AE5EEC}"/>
          </ac:spMkLst>
        </pc:spChg>
        <pc:picChg chg="add mod">
          <ac:chgData name="Abdalla Mukhaimer, Widad" userId="eed79641-8d75-4c66-a669-438ad56aff06" providerId="ADAL" clId="{68ABF626-A2FC-4BD9-8915-C5E7873690A6}" dt="2024-10-24T19:28:07.421" v="308" actId="1076"/>
          <ac:picMkLst>
            <pc:docMk/>
            <pc:sldMk cId="940679707" sldId="270"/>
            <ac:picMk id="2" creationId="{29F3176B-8349-7738-8884-5A0CA5D9E522}"/>
          </ac:picMkLst>
        </pc:picChg>
      </pc:sldChg>
      <pc:sldChg chg="del">
        <pc:chgData name="Abdalla Mukhaimer, Widad" userId="eed79641-8d75-4c66-a669-438ad56aff06" providerId="ADAL" clId="{68ABF626-A2FC-4BD9-8915-C5E7873690A6}" dt="2024-10-24T19:10:14.487" v="2" actId="47"/>
        <pc:sldMkLst>
          <pc:docMk/>
          <pc:sldMk cId="1889037119" sldId="270"/>
        </pc:sldMkLst>
      </pc:sldChg>
      <pc:sldChg chg="del">
        <pc:chgData name="Abdalla Mukhaimer, Widad" userId="eed79641-8d75-4c66-a669-438ad56aff06" providerId="ADAL" clId="{68ABF626-A2FC-4BD9-8915-C5E7873690A6}" dt="2024-10-24T19:10:14.487" v="2" actId="47"/>
        <pc:sldMkLst>
          <pc:docMk/>
          <pc:sldMk cId="44171298" sldId="271"/>
        </pc:sldMkLst>
      </pc:sldChg>
      <pc:sldChg chg="addSp modSp add mod">
        <pc:chgData name="Abdalla Mukhaimer, Widad" userId="eed79641-8d75-4c66-a669-438ad56aff06" providerId="ADAL" clId="{68ABF626-A2FC-4BD9-8915-C5E7873690A6}" dt="2024-10-24T19:28:39.051" v="318" actId="14100"/>
        <pc:sldMkLst>
          <pc:docMk/>
          <pc:sldMk cId="1740582485" sldId="271"/>
        </pc:sldMkLst>
        <pc:spChg chg="add mod ord">
          <ac:chgData name="Abdalla Mukhaimer, Widad" userId="eed79641-8d75-4c66-a669-438ad56aff06" providerId="ADAL" clId="{68ABF626-A2FC-4BD9-8915-C5E7873690A6}" dt="2024-10-24T19:28:32.530" v="314" actId="167"/>
          <ac:spMkLst>
            <pc:docMk/>
            <pc:sldMk cId="1740582485" sldId="271"/>
            <ac:spMk id="4" creationId="{B8C9CB0B-7770-C095-82BC-C6F6AC54C917}"/>
          </ac:spMkLst>
        </pc:spChg>
        <pc:picChg chg="add mod">
          <ac:chgData name="Abdalla Mukhaimer, Widad" userId="eed79641-8d75-4c66-a669-438ad56aff06" providerId="ADAL" clId="{68ABF626-A2FC-4BD9-8915-C5E7873690A6}" dt="2024-10-24T19:28:39.051" v="318" actId="14100"/>
          <ac:picMkLst>
            <pc:docMk/>
            <pc:sldMk cId="1740582485" sldId="271"/>
            <ac:picMk id="2" creationId="{A202979A-0EC9-052B-9837-F04DF26B8F27}"/>
          </ac:picMkLst>
        </pc:picChg>
      </pc:sldChg>
      <pc:sldChg chg="del">
        <pc:chgData name="Abdalla Mukhaimer, Widad" userId="eed79641-8d75-4c66-a669-438ad56aff06" providerId="ADAL" clId="{68ABF626-A2FC-4BD9-8915-C5E7873690A6}" dt="2024-10-24T19:10:14.487" v="2" actId="47"/>
        <pc:sldMkLst>
          <pc:docMk/>
          <pc:sldMk cId="841702963" sldId="272"/>
        </pc:sldMkLst>
      </pc:sldChg>
      <pc:sldChg chg="addSp modSp add mod">
        <pc:chgData name="Abdalla Mukhaimer, Widad" userId="eed79641-8d75-4c66-a669-438ad56aff06" providerId="ADAL" clId="{68ABF626-A2FC-4BD9-8915-C5E7873690A6}" dt="2024-10-24T19:29:10.528" v="327" actId="122"/>
        <pc:sldMkLst>
          <pc:docMk/>
          <pc:sldMk cId="3002084988" sldId="272"/>
        </pc:sldMkLst>
        <pc:spChg chg="add mod">
          <ac:chgData name="Abdalla Mukhaimer, Widad" userId="eed79641-8d75-4c66-a669-438ad56aff06" providerId="ADAL" clId="{68ABF626-A2FC-4BD9-8915-C5E7873690A6}" dt="2024-10-24T19:29:10.528" v="327" actId="122"/>
          <ac:spMkLst>
            <pc:docMk/>
            <pc:sldMk cId="3002084988" sldId="272"/>
            <ac:spMk id="3" creationId="{3ABE6D9F-D264-96F0-70DC-A52249681862}"/>
          </ac:spMkLst>
        </pc:spChg>
      </pc:sldChg>
      <pc:sldChg chg="addSp modSp add mod">
        <pc:chgData name="Abdalla Mukhaimer, Widad" userId="eed79641-8d75-4c66-a669-438ad56aff06" providerId="ADAL" clId="{68ABF626-A2FC-4BD9-8915-C5E7873690A6}" dt="2024-10-24T19:30:12.166" v="344" actId="1076"/>
        <pc:sldMkLst>
          <pc:docMk/>
          <pc:sldMk cId="2330232824" sldId="273"/>
        </pc:sldMkLst>
        <pc:spChg chg="add mod ord">
          <ac:chgData name="Abdalla Mukhaimer, Widad" userId="eed79641-8d75-4c66-a669-438ad56aff06" providerId="ADAL" clId="{68ABF626-A2FC-4BD9-8915-C5E7873690A6}" dt="2024-10-24T19:29:55.302" v="337" actId="14100"/>
          <ac:spMkLst>
            <pc:docMk/>
            <pc:sldMk cId="2330232824" sldId="273"/>
            <ac:spMk id="4" creationId="{66DC2FAC-66DA-D77B-6C76-859503A34978}"/>
          </ac:spMkLst>
        </pc:spChg>
        <pc:picChg chg="add mod">
          <ac:chgData name="Abdalla Mukhaimer, Widad" userId="eed79641-8d75-4c66-a669-438ad56aff06" providerId="ADAL" clId="{68ABF626-A2FC-4BD9-8915-C5E7873690A6}" dt="2024-10-24T19:30:12.166" v="344" actId="1076"/>
          <ac:picMkLst>
            <pc:docMk/>
            <pc:sldMk cId="2330232824" sldId="273"/>
            <ac:picMk id="2" creationId="{354C8F94-E82F-4227-76C2-A76F7A54E51A}"/>
          </ac:picMkLst>
        </pc:picChg>
      </pc:sldChg>
      <pc:sldChg chg="del">
        <pc:chgData name="Abdalla Mukhaimer, Widad" userId="eed79641-8d75-4c66-a669-438ad56aff06" providerId="ADAL" clId="{68ABF626-A2FC-4BD9-8915-C5E7873690A6}" dt="2024-10-24T19:10:14.487" v="2" actId="47"/>
        <pc:sldMkLst>
          <pc:docMk/>
          <pc:sldMk cId="3789894156" sldId="273"/>
        </pc:sldMkLst>
      </pc:sldChg>
      <pc:sldChg chg="del">
        <pc:chgData name="Abdalla Mukhaimer, Widad" userId="eed79641-8d75-4c66-a669-438ad56aff06" providerId="ADAL" clId="{68ABF626-A2FC-4BD9-8915-C5E7873690A6}" dt="2024-10-24T19:10:14.487" v="2" actId="47"/>
        <pc:sldMkLst>
          <pc:docMk/>
          <pc:sldMk cId="20678823" sldId="274"/>
        </pc:sldMkLst>
      </pc:sldChg>
      <pc:sldChg chg="addSp modSp add mod">
        <pc:chgData name="Abdalla Mukhaimer, Widad" userId="eed79641-8d75-4c66-a669-438ad56aff06" providerId="ADAL" clId="{68ABF626-A2FC-4BD9-8915-C5E7873690A6}" dt="2024-10-24T19:30:46.117" v="354" actId="1076"/>
        <pc:sldMkLst>
          <pc:docMk/>
          <pc:sldMk cId="463550143" sldId="274"/>
        </pc:sldMkLst>
        <pc:spChg chg="add mod ord">
          <ac:chgData name="Abdalla Mukhaimer, Widad" userId="eed79641-8d75-4c66-a669-438ad56aff06" providerId="ADAL" clId="{68ABF626-A2FC-4BD9-8915-C5E7873690A6}" dt="2024-10-24T19:30:39.157" v="351" actId="255"/>
          <ac:spMkLst>
            <pc:docMk/>
            <pc:sldMk cId="463550143" sldId="274"/>
            <ac:spMk id="4" creationId="{3D632A84-AC9A-5F8B-7F85-371D7128FC5F}"/>
          </ac:spMkLst>
        </pc:spChg>
        <pc:picChg chg="add mod">
          <ac:chgData name="Abdalla Mukhaimer, Widad" userId="eed79641-8d75-4c66-a669-438ad56aff06" providerId="ADAL" clId="{68ABF626-A2FC-4BD9-8915-C5E7873690A6}" dt="2024-10-24T19:30:46.117" v="354" actId="1076"/>
          <ac:picMkLst>
            <pc:docMk/>
            <pc:sldMk cId="463550143" sldId="274"/>
            <ac:picMk id="2" creationId="{C727EC02-502E-D15A-E662-0F7A954B4BCE}"/>
          </ac:picMkLst>
        </pc:picChg>
      </pc:sldChg>
      <pc:sldChg chg="del">
        <pc:chgData name="Abdalla Mukhaimer, Widad" userId="eed79641-8d75-4c66-a669-438ad56aff06" providerId="ADAL" clId="{68ABF626-A2FC-4BD9-8915-C5E7873690A6}" dt="2024-10-24T19:10:14.487" v="2" actId="47"/>
        <pc:sldMkLst>
          <pc:docMk/>
          <pc:sldMk cId="425731203" sldId="275"/>
        </pc:sldMkLst>
      </pc:sldChg>
      <pc:sldChg chg="addSp modSp add mod">
        <pc:chgData name="Abdalla Mukhaimer, Widad" userId="eed79641-8d75-4c66-a669-438ad56aff06" providerId="ADAL" clId="{68ABF626-A2FC-4BD9-8915-C5E7873690A6}" dt="2024-10-24T19:31:16.679" v="374" actId="20577"/>
        <pc:sldMkLst>
          <pc:docMk/>
          <pc:sldMk cId="4291937327" sldId="275"/>
        </pc:sldMkLst>
        <pc:spChg chg="add mod">
          <ac:chgData name="Abdalla Mukhaimer, Widad" userId="eed79641-8d75-4c66-a669-438ad56aff06" providerId="ADAL" clId="{68ABF626-A2FC-4BD9-8915-C5E7873690A6}" dt="2024-10-24T19:31:16.679" v="374" actId="20577"/>
          <ac:spMkLst>
            <pc:docMk/>
            <pc:sldMk cId="4291937327" sldId="275"/>
            <ac:spMk id="3" creationId="{4536600C-E3B7-7F23-216F-BA533A4BD4DD}"/>
          </ac:spMkLst>
        </pc:spChg>
      </pc:sldChg>
      <pc:sldChg chg="addSp modSp add mod">
        <pc:chgData name="Abdalla Mukhaimer, Widad" userId="eed79641-8d75-4c66-a669-438ad56aff06" providerId="ADAL" clId="{68ABF626-A2FC-4BD9-8915-C5E7873690A6}" dt="2024-10-24T19:31:48.163" v="384" actId="1076"/>
        <pc:sldMkLst>
          <pc:docMk/>
          <pc:sldMk cId="2237967327" sldId="276"/>
        </pc:sldMkLst>
        <pc:spChg chg="add mod ord">
          <ac:chgData name="Abdalla Mukhaimer, Widad" userId="eed79641-8d75-4c66-a669-438ad56aff06" providerId="ADAL" clId="{68ABF626-A2FC-4BD9-8915-C5E7873690A6}" dt="2024-10-24T19:31:43.784" v="381" actId="167"/>
          <ac:spMkLst>
            <pc:docMk/>
            <pc:sldMk cId="2237967327" sldId="276"/>
            <ac:spMk id="4" creationId="{24876D90-5A30-9CDE-9415-22BECD281265}"/>
          </ac:spMkLst>
        </pc:spChg>
        <pc:picChg chg="add mod">
          <ac:chgData name="Abdalla Mukhaimer, Widad" userId="eed79641-8d75-4c66-a669-438ad56aff06" providerId="ADAL" clId="{68ABF626-A2FC-4BD9-8915-C5E7873690A6}" dt="2024-10-24T19:31:48.163" v="384" actId="1076"/>
          <ac:picMkLst>
            <pc:docMk/>
            <pc:sldMk cId="2237967327" sldId="276"/>
            <ac:picMk id="2" creationId="{CEB85DA5-5D77-F1F5-1E84-E12CC724B601}"/>
          </ac:picMkLst>
        </pc:picChg>
      </pc:sldChg>
      <pc:sldChg chg="del">
        <pc:chgData name="Abdalla Mukhaimer, Widad" userId="eed79641-8d75-4c66-a669-438ad56aff06" providerId="ADAL" clId="{68ABF626-A2FC-4BD9-8915-C5E7873690A6}" dt="2024-10-24T19:10:14.487" v="2" actId="47"/>
        <pc:sldMkLst>
          <pc:docMk/>
          <pc:sldMk cId="3015665845" sldId="276"/>
        </pc:sldMkLst>
      </pc:sldChg>
      <pc:sldChg chg="addSp modSp add mod">
        <pc:chgData name="Abdalla Mukhaimer, Widad" userId="eed79641-8d75-4c66-a669-438ad56aff06" providerId="ADAL" clId="{68ABF626-A2FC-4BD9-8915-C5E7873690A6}" dt="2024-10-24T19:32:42.886" v="421" actId="1076"/>
        <pc:sldMkLst>
          <pc:docMk/>
          <pc:sldMk cId="2157657898" sldId="277"/>
        </pc:sldMkLst>
        <pc:spChg chg="add mod ord">
          <ac:chgData name="Abdalla Mukhaimer, Widad" userId="eed79641-8d75-4c66-a669-438ad56aff06" providerId="ADAL" clId="{68ABF626-A2FC-4BD9-8915-C5E7873690A6}" dt="2024-10-24T19:32:37.283" v="418" actId="167"/>
          <ac:spMkLst>
            <pc:docMk/>
            <pc:sldMk cId="2157657898" sldId="277"/>
            <ac:spMk id="4" creationId="{800BAD20-FC10-9441-A64B-C5AFBC3B66A2}"/>
          </ac:spMkLst>
        </pc:spChg>
        <pc:picChg chg="add mod">
          <ac:chgData name="Abdalla Mukhaimer, Widad" userId="eed79641-8d75-4c66-a669-438ad56aff06" providerId="ADAL" clId="{68ABF626-A2FC-4BD9-8915-C5E7873690A6}" dt="2024-10-24T19:32:42.886" v="421" actId="1076"/>
          <ac:picMkLst>
            <pc:docMk/>
            <pc:sldMk cId="2157657898" sldId="277"/>
            <ac:picMk id="2" creationId="{55B87EB8-D932-A263-C4BA-173F94E5AAD3}"/>
          </ac:picMkLst>
        </pc:picChg>
      </pc:sldChg>
      <pc:sldChg chg="del">
        <pc:chgData name="Abdalla Mukhaimer, Widad" userId="eed79641-8d75-4c66-a669-438ad56aff06" providerId="ADAL" clId="{68ABF626-A2FC-4BD9-8915-C5E7873690A6}" dt="2024-10-24T19:10:14.487" v="2" actId="47"/>
        <pc:sldMkLst>
          <pc:docMk/>
          <pc:sldMk cId="2705063114" sldId="277"/>
        </pc:sldMkLst>
      </pc:sldChg>
      <pc:sldChg chg="addSp modSp add mod">
        <pc:chgData name="Abdalla Mukhaimer, Widad" userId="eed79641-8d75-4c66-a669-438ad56aff06" providerId="ADAL" clId="{68ABF626-A2FC-4BD9-8915-C5E7873690A6}" dt="2024-10-24T19:33:18.103" v="457" actId="1076"/>
        <pc:sldMkLst>
          <pc:docMk/>
          <pc:sldMk cId="1254756078" sldId="278"/>
        </pc:sldMkLst>
        <pc:spChg chg="add mod ord">
          <ac:chgData name="Abdalla Mukhaimer, Widad" userId="eed79641-8d75-4c66-a669-438ad56aff06" providerId="ADAL" clId="{68ABF626-A2FC-4BD9-8915-C5E7873690A6}" dt="2024-10-24T19:33:13.958" v="454" actId="167"/>
          <ac:spMkLst>
            <pc:docMk/>
            <pc:sldMk cId="1254756078" sldId="278"/>
            <ac:spMk id="4" creationId="{62C45872-909D-EBF1-EB90-C0B4439C6855}"/>
          </ac:spMkLst>
        </pc:spChg>
        <pc:picChg chg="add mod">
          <ac:chgData name="Abdalla Mukhaimer, Widad" userId="eed79641-8d75-4c66-a669-438ad56aff06" providerId="ADAL" clId="{68ABF626-A2FC-4BD9-8915-C5E7873690A6}" dt="2024-10-24T19:33:18.103" v="457" actId="1076"/>
          <ac:picMkLst>
            <pc:docMk/>
            <pc:sldMk cId="1254756078" sldId="278"/>
            <ac:picMk id="2" creationId="{D2AD2F1A-B1B7-DFA1-ADFE-A0240C6F7971}"/>
          </ac:picMkLst>
        </pc:picChg>
      </pc:sldChg>
      <pc:sldChg chg="del">
        <pc:chgData name="Abdalla Mukhaimer, Widad" userId="eed79641-8d75-4c66-a669-438ad56aff06" providerId="ADAL" clId="{68ABF626-A2FC-4BD9-8915-C5E7873690A6}" dt="2024-10-24T19:10:14.487" v="2" actId="47"/>
        <pc:sldMkLst>
          <pc:docMk/>
          <pc:sldMk cId="1277562541" sldId="278"/>
        </pc:sldMkLst>
      </pc:sldChg>
      <pc:sldChg chg="addSp modSp add mod">
        <pc:chgData name="Abdalla Mukhaimer, Widad" userId="eed79641-8d75-4c66-a669-438ad56aff06" providerId="ADAL" clId="{68ABF626-A2FC-4BD9-8915-C5E7873690A6}" dt="2024-10-24T19:33:53.671" v="493" actId="14100"/>
        <pc:sldMkLst>
          <pc:docMk/>
          <pc:sldMk cId="1521480919" sldId="279"/>
        </pc:sldMkLst>
        <pc:spChg chg="add mod ord">
          <ac:chgData name="Abdalla Mukhaimer, Widad" userId="eed79641-8d75-4c66-a669-438ad56aff06" providerId="ADAL" clId="{68ABF626-A2FC-4BD9-8915-C5E7873690A6}" dt="2024-10-24T19:33:46.855" v="489" actId="167"/>
          <ac:spMkLst>
            <pc:docMk/>
            <pc:sldMk cId="1521480919" sldId="279"/>
            <ac:spMk id="4" creationId="{27DEA2D5-1077-6861-DBAE-7606F31314F8}"/>
          </ac:spMkLst>
        </pc:spChg>
        <pc:picChg chg="add mod">
          <ac:chgData name="Abdalla Mukhaimer, Widad" userId="eed79641-8d75-4c66-a669-438ad56aff06" providerId="ADAL" clId="{68ABF626-A2FC-4BD9-8915-C5E7873690A6}" dt="2024-10-24T19:33:53.671" v="493" actId="14100"/>
          <ac:picMkLst>
            <pc:docMk/>
            <pc:sldMk cId="1521480919" sldId="279"/>
            <ac:picMk id="2" creationId="{1D7135FA-3A2E-5F60-F5E9-A637F7284921}"/>
          </ac:picMkLst>
        </pc:picChg>
      </pc:sldChg>
      <pc:sldChg chg="del">
        <pc:chgData name="Abdalla Mukhaimer, Widad" userId="eed79641-8d75-4c66-a669-438ad56aff06" providerId="ADAL" clId="{68ABF626-A2FC-4BD9-8915-C5E7873690A6}" dt="2024-10-24T19:10:14.487" v="2" actId="47"/>
        <pc:sldMkLst>
          <pc:docMk/>
          <pc:sldMk cId="2015917354" sldId="279"/>
        </pc:sldMkLst>
      </pc:sldChg>
      <pc:sldChg chg="addSp modSp add mod">
        <pc:chgData name="Abdalla Mukhaimer, Widad" userId="eed79641-8d75-4c66-a669-438ad56aff06" providerId="ADAL" clId="{68ABF626-A2FC-4BD9-8915-C5E7873690A6}" dt="2024-10-24T19:34:22.719" v="503" actId="1076"/>
        <pc:sldMkLst>
          <pc:docMk/>
          <pc:sldMk cId="3149079748" sldId="280"/>
        </pc:sldMkLst>
        <pc:spChg chg="add mod">
          <ac:chgData name="Abdalla Mukhaimer, Widad" userId="eed79641-8d75-4c66-a669-438ad56aff06" providerId="ADAL" clId="{68ABF626-A2FC-4BD9-8915-C5E7873690A6}" dt="2024-10-24T19:34:22.719" v="503" actId="1076"/>
          <ac:spMkLst>
            <pc:docMk/>
            <pc:sldMk cId="3149079748" sldId="280"/>
            <ac:spMk id="3" creationId="{F9685350-D95D-E97C-B53B-1EAF3EA144FC}"/>
          </ac:spMkLst>
        </pc:spChg>
      </pc:sldChg>
      <pc:sldChg chg="del">
        <pc:chgData name="Abdalla Mukhaimer, Widad" userId="eed79641-8d75-4c66-a669-438ad56aff06" providerId="ADAL" clId="{68ABF626-A2FC-4BD9-8915-C5E7873690A6}" dt="2024-10-24T19:10:14.487" v="2" actId="47"/>
        <pc:sldMkLst>
          <pc:docMk/>
          <pc:sldMk cId="4108740977" sldId="280"/>
        </pc:sldMkLst>
      </pc:sldChg>
      <pc:sldChg chg="del">
        <pc:chgData name="Abdalla Mukhaimer, Widad" userId="eed79641-8d75-4c66-a669-438ad56aff06" providerId="ADAL" clId="{68ABF626-A2FC-4BD9-8915-C5E7873690A6}" dt="2024-10-24T19:10:14.487" v="2" actId="47"/>
        <pc:sldMkLst>
          <pc:docMk/>
          <pc:sldMk cId="236014210" sldId="281"/>
        </pc:sldMkLst>
      </pc:sldChg>
      <pc:sldChg chg="addSp modSp add mod">
        <pc:chgData name="Abdalla Mukhaimer, Widad" userId="eed79641-8d75-4c66-a669-438ad56aff06" providerId="ADAL" clId="{68ABF626-A2FC-4BD9-8915-C5E7873690A6}" dt="2024-10-24T19:34:58.035" v="511" actId="20577"/>
        <pc:sldMkLst>
          <pc:docMk/>
          <pc:sldMk cId="3593849849" sldId="281"/>
        </pc:sldMkLst>
        <pc:spChg chg="add mod">
          <ac:chgData name="Abdalla Mukhaimer, Widad" userId="eed79641-8d75-4c66-a669-438ad56aff06" providerId="ADAL" clId="{68ABF626-A2FC-4BD9-8915-C5E7873690A6}" dt="2024-10-24T19:34:58.035" v="511" actId="20577"/>
          <ac:spMkLst>
            <pc:docMk/>
            <pc:sldMk cId="3593849849" sldId="281"/>
            <ac:spMk id="3" creationId="{FC41ADF8-AD73-CEB7-BE59-5BC7773ACC6D}"/>
          </ac:spMkLst>
        </pc:spChg>
      </pc:sldChg>
      <pc:sldChg chg="addSp modSp add mod">
        <pc:chgData name="Abdalla Mukhaimer, Widad" userId="eed79641-8d75-4c66-a669-438ad56aff06" providerId="ADAL" clId="{68ABF626-A2FC-4BD9-8915-C5E7873690A6}" dt="2024-10-24T19:35:08.536" v="516" actId="1076"/>
        <pc:sldMkLst>
          <pc:docMk/>
          <pc:sldMk cId="771781431" sldId="282"/>
        </pc:sldMkLst>
        <pc:picChg chg="add mod">
          <ac:chgData name="Abdalla Mukhaimer, Widad" userId="eed79641-8d75-4c66-a669-438ad56aff06" providerId="ADAL" clId="{68ABF626-A2FC-4BD9-8915-C5E7873690A6}" dt="2024-10-24T19:35:08.536" v="516" actId="1076"/>
          <ac:picMkLst>
            <pc:docMk/>
            <pc:sldMk cId="771781431" sldId="282"/>
            <ac:picMk id="2" creationId="{DA015856-0B36-E941-F1C2-746E098937BB}"/>
          </ac:picMkLst>
        </pc:picChg>
      </pc:sldChg>
      <pc:sldChg chg="del">
        <pc:chgData name="Abdalla Mukhaimer, Widad" userId="eed79641-8d75-4c66-a669-438ad56aff06" providerId="ADAL" clId="{68ABF626-A2FC-4BD9-8915-C5E7873690A6}" dt="2024-10-24T19:10:14.487" v="2" actId="47"/>
        <pc:sldMkLst>
          <pc:docMk/>
          <pc:sldMk cId="1091032460" sldId="282"/>
        </pc:sldMkLst>
      </pc:sldChg>
      <pc:sldChg chg="addSp modSp add mod">
        <pc:chgData name="Abdalla Mukhaimer, Widad" userId="eed79641-8d75-4c66-a669-438ad56aff06" providerId="ADAL" clId="{68ABF626-A2FC-4BD9-8915-C5E7873690A6}" dt="2024-10-24T19:35:23.143" v="521" actId="20577"/>
        <pc:sldMkLst>
          <pc:docMk/>
          <pc:sldMk cId="311881240" sldId="283"/>
        </pc:sldMkLst>
        <pc:spChg chg="add mod">
          <ac:chgData name="Abdalla Mukhaimer, Widad" userId="eed79641-8d75-4c66-a669-438ad56aff06" providerId="ADAL" clId="{68ABF626-A2FC-4BD9-8915-C5E7873690A6}" dt="2024-10-24T19:35:23.143" v="521" actId="20577"/>
          <ac:spMkLst>
            <pc:docMk/>
            <pc:sldMk cId="311881240" sldId="283"/>
            <ac:spMk id="3" creationId="{597FE38E-2C56-698B-3B57-6B7EA29346E5}"/>
          </ac:spMkLst>
        </pc:spChg>
      </pc:sldChg>
      <pc:sldChg chg="del">
        <pc:chgData name="Abdalla Mukhaimer, Widad" userId="eed79641-8d75-4c66-a669-438ad56aff06" providerId="ADAL" clId="{68ABF626-A2FC-4BD9-8915-C5E7873690A6}" dt="2024-10-24T19:10:14.487" v="2" actId="47"/>
        <pc:sldMkLst>
          <pc:docMk/>
          <pc:sldMk cId="1840960278" sldId="283"/>
        </pc:sldMkLst>
      </pc:sldChg>
      <pc:sldChg chg="del">
        <pc:chgData name="Abdalla Mukhaimer, Widad" userId="eed79641-8d75-4c66-a669-438ad56aff06" providerId="ADAL" clId="{68ABF626-A2FC-4BD9-8915-C5E7873690A6}" dt="2024-10-24T19:10:14.487" v="2" actId="47"/>
        <pc:sldMkLst>
          <pc:docMk/>
          <pc:sldMk cId="3462729529" sldId="284"/>
        </pc:sldMkLst>
      </pc:sldChg>
      <pc:sldChg chg="addSp modSp add mod">
        <pc:chgData name="Abdalla Mukhaimer, Widad" userId="eed79641-8d75-4c66-a669-438ad56aff06" providerId="ADAL" clId="{68ABF626-A2FC-4BD9-8915-C5E7873690A6}" dt="2024-10-24T19:35:31.001" v="525" actId="1076"/>
        <pc:sldMkLst>
          <pc:docMk/>
          <pc:sldMk cId="3851197766" sldId="284"/>
        </pc:sldMkLst>
        <pc:picChg chg="add mod">
          <ac:chgData name="Abdalla Mukhaimer, Widad" userId="eed79641-8d75-4c66-a669-438ad56aff06" providerId="ADAL" clId="{68ABF626-A2FC-4BD9-8915-C5E7873690A6}" dt="2024-10-24T19:35:31.001" v="525" actId="1076"/>
          <ac:picMkLst>
            <pc:docMk/>
            <pc:sldMk cId="3851197766" sldId="284"/>
            <ac:picMk id="2" creationId="{E2D41826-15C4-751A-3F5D-10B60B26A97F}"/>
          </ac:picMkLst>
        </pc:picChg>
      </pc:sldChg>
      <pc:sldChg chg="del">
        <pc:chgData name="Abdalla Mukhaimer, Widad" userId="eed79641-8d75-4c66-a669-438ad56aff06" providerId="ADAL" clId="{68ABF626-A2FC-4BD9-8915-C5E7873690A6}" dt="2024-10-24T19:10:14.487" v="2" actId="47"/>
        <pc:sldMkLst>
          <pc:docMk/>
          <pc:sldMk cId="3695355985" sldId="285"/>
        </pc:sldMkLst>
      </pc:sldChg>
      <pc:sldChg chg="add del">
        <pc:chgData name="Abdalla Mukhaimer, Widad" userId="eed79641-8d75-4c66-a669-438ad56aff06" providerId="ADAL" clId="{68ABF626-A2FC-4BD9-8915-C5E7873690A6}" dt="2024-10-24T19:16:56.765" v="126" actId="47"/>
        <pc:sldMkLst>
          <pc:docMk/>
          <pc:sldMk cId="4005492780" sldId="285"/>
        </pc:sldMkLst>
      </pc:sldChg>
      <pc:sldChg chg="add del">
        <pc:chgData name="Abdalla Mukhaimer, Widad" userId="eed79641-8d75-4c66-a669-438ad56aff06" providerId="ADAL" clId="{68ABF626-A2FC-4BD9-8915-C5E7873690A6}" dt="2024-10-24T19:16:56.765" v="126" actId="47"/>
        <pc:sldMkLst>
          <pc:docMk/>
          <pc:sldMk cId="1449442595" sldId="286"/>
        </pc:sldMkLst>
      </pc:sldChg>
      <pc:sldChg chg="add del">
        <pc:chgData name="Abdalla Mukhaimer, Widad" userId="eed79641-8d75-4c66-a669-438ad56aff06" providerId="ADAL" clId="{68ABF626-A2FC-4BD9-8915-C5E7873690A6}" dt="2024-10-24T19:16:56.765" v="126" actId="47"/>
        <pc:sldMkLst>
          <pc:docMk/>
          <pc:sldMk cId="1151936406" sldId="287"/>
        </pc:sldMkLst>
      </pc:sldChg>
      <pc:sldChg chg="add del">
        <pc:chgData name="Abdalla Mukhaimer, Widad" userId="eed79641-8d75-4c66-a669-438ad56aff06" providerId="ADAL" clId="{68ABF626-A2FC-4BD9-8915-C5E7873690A6}" dt="2024-10-24T19:16:56.765" v="126" actId="47"/>
        <pc:sldMkLst>
          <pc:docMk/>
          <pc:sldMk cId="2735874875" sldId="288"/>
        </pc:sldMkLst>
      </pc:sldChg>
      <pc:sldChg chg="add del">
        <pc:chgData name="Abdalla Mukhaimer, Widad" userId="eed79641-8d75-4c66-a669-438ad56aff06" providerId="ADAL" clId="{68ABF626-A2FC-4BD9-8915-C5E7873690A6}" dt="2024-10-24T19:16:56.765" v="126" actId="47"/>
        <pc:sldMkLst>
          <pc:docMk/>
          <pc:sldMk cId="35294223" sldId="289"/>
        </pc:sldMkLst>
      </pc:sldChg>
      <pc:sldChg chg="add del">
        <pc:chgData name="Abdalla Mukhaimer, Widad" userId="eed79641-8d75-4c66-a669-438ad56aff06" providerId="ADAL" clId="{68ABF626-A2FC-4BD9-8915-C5E7873690A6}" dt="2024-10-24T19:16:56.765" v="126" actId="47"/>
        <pc:sldMkLst>
          <pc:docMk/>
          <pc:sldMk cId="775960995" sldId="290"/>
        </pc:sldMkLst>
      </pc:sldChg>
      <pc:sldChg chg="add del">
        <pc:chgData name="Abdalla Mukhaimer, Widad" userId="eed79641-8d75-4c66-a669-438ad56aff06" providerId="ADAL" clId="{68ABF626-A2FC-4BD9-8915-C5E7873690A6}" dt="2024-10-24T19:16:56.765" v="126" actId="47"/>
        <pc:sldMkLst>
          <pc:docMk/>
          <pc:sldMk cId="632870566" sldId="291"/>
        </pc:sldMkLst>
      </pc:sldChg>
      <pc:sldChg chg="add del">
        <pc:chgData name="Abdalla Mukhaimer, Widad" userId="eed79641-8d75-4c66-a669-438ad56aff06" providerId="ADAL" clId="{68ABF626-A2FC-4BD9-8915-C5E7873690A6}" dt="2024-10-24T19:16:56.765" v="126" actId="47"/>
        <pc:sldMkLst>
          <pc:docMk/>
          <pc:sldMk cId="273819200" sldId="292"/>
        </pc:sldMkLst>
      </pc:sldChg>
      <pc:sldChg chg="add del">
        <pc:chgData name="Abdalla Mukhaimer, Widad" userId="eed79641-8d75-4c66-a669-438ad56aff06" providerId="ADAL" clId="{68ABF626-A2FC-4BD9-8915-C5E7873690A6}" dt="2024-10-24T19:16:56.765" v="126" actId="47"/>
        <pc:sldMkLst>
          <pc:docMk/>
          <pc:sldMk cId="906534056" sldId="293"/>
        </pc:sldMkLst>
      </pc:sldChg>
      <pc:sldChg chg="add del">
        <pc:chgData name="Abdalla Mukhaimer, Widad" userId="eed79641-8d75-4c66-a669-438ad56aff06" providerId="ADAL" clId="{68ABF626-A2FC-4BD9-8915-C5E7873690A6}" dt="2024-10-24T19:16:56.765" v="126" actId="47"/>
        <pc:sldMkLst>
          <pc:docMk/>
          <pc:sldMk cId="713057023" sldId="294"/>
        </pc:sldMkLst>
      </pc:sldChg>
      <pc:sldChg chg="add del">
        <pc:chgData name="Abdalla Mukhaimer, Widad" userId="eed79641-8d75-4c66-a669-438ad56aff06" providerId="ADAL" clId="{68ABF626-A2FC-4BD9-8915-C5E7873690A6}" dt="2024-10-24T19:16:56.765" v="126" actId="47"/>
        <pc:sldMkLst>
          <pc:docMk/>
          <pc:sldMk cId="1207364182" sldId="295"/>
        </pc:sldMkLst>
      </pc:sldChg>
      <pc:sldChg chg="addSp modSp add mod">
        <pc:chgData name="Abdalla Mukhaimer, Widad" userId="eed79641-8d75-4c66-a669-438ad56aff06" providerId="ADAL" clId="{68ABF626-A2FC-4BD9-8915-C5E7873690A6}" dt="2024-10-24T19:11:27.768" v="79" actId="1076"/>
        <pc:sldMkLst>
          <pc:docMk/>
          <pc:sldMk cId="304614709" sldId="296"/>
        </pc:sldMkLst>
        <pc:spChg chg="mod">
          <ac:chgData name="Abdalla Mukhaimer, Widad" userId="eed79641-8d75-4c66-a669-438ad56aff06" providerId="ADAL" clId="{68ABF626-A2FC-4BD9-8915-C5E7873690A6}" dt="2024-10-24T19:10:59.590" v="67" actId="20577"/>
          <ac:spMkLst>
            <pc:docMk/>
            <pc:sldMk cId="304614709" sldId="296"/>
            <ac:spMk id="3" creationId="{FAD6757D-0CEA-B555-7400-A14904244978}"/>
          </ac:spMkLst>
        </pc:spChg>
        <pc:picChg chg="add mod">
          <ac:chgData name="Abdalla Mukhaimer, Widad" userId="eed79641-8d75-4c66-a669-438ad56aff06" providerId="ADAL" clId="{68ABF626-A2FC-4BD9-8915-C5E7873690A6}" dt="2024-10-24T19:11:27.768" v="79" actId="1076"/>
          <ac:picMkLst>
            <pc:docMk/>
            <pc:sldMk cId="304614709" sldId="296"/>
            <ac:picMk id="2" creationId="{EF7C99C8-41A1-F9D0-1348-580095E802D4}"/>
          </ac:picMkLst>
        </pc:picChg>
      </pc:sldChg>
      <pc:sldChg chg="modSp add mod">
        <pc:chgData name="Abdalla Mukhaimer, Widad" userId="eed79641-8d75-4c66-a669-438ad56aff06" providerId="ADAL" clId="{68ABF626-A2FC-4BD9-8915-C5E7873690A6}" dt="2024-10-24T19:18:20.596" v="152" actId="1076"/>
        <pc:sldMkLst>
          <pc:docMk/>
          <pc:sldMk cId="478302482" sldId="297"/>
        </pc:sldMkLst>
        <pc:spChg chg="mod">
          <ac:chgData name="Abdalla Mukhaimer, Widad" userId="eed79641-8d75-4c66-a669-438ad56aff06" providerId="ADAL" clId="{68ABF626-A2FC-4BD9-8915-C5E7873690A6}" dt="2024-10-24T19:18:20.596" v="152" actId="1076"/>
          <ac:spMkLst>
            <pc:docMk/>
            <pc:sldMk cId="478302482" sldId="297"/>
            <ac:spMk id="4" creationId="{BB64267E-B14E-BD23-B48F-2B524CA06A45}"/>
          </ac:spMkLst>
        </pc:spChg>
        <pc:picChg chg="mod">
          <ac:chgData name="Abdalla Mukhaimer, Widad" userId="eed79641-8d75-4c66-a669-438ad56aff06" providerId="ADAL" clId="{68ABF626-A2FC-4BD9-8915-C5E7873690A6}" dt="2024-10-24T19:18:18.653" v="151" actId="1076"/>
          <ac:picMkLst>
            <pc:docMk/>
            <pc:sldMk cId="478302482" sldId="297"/>
            <ac:picMk id="2" creationId="{0A5A33E0-C81B-1242-C8B6-56288C49E682}"/>
          </ac:picMkLst>
        </pc:picChg>
      </pc:sldChg>
    </pc:docChg>
  </pc:docChgLst>
  <pc:docChgLst>
    <pc:chgData name="Abdalla Mukhaimer, Widad" userId="eed79641-8d75-4c66-a669-438ad56aff06" providerId="ADAL" clId="{BB55C39F-DCDD-4388-9AAB-284FE38E3B2C}"/>
    <pc:docChg chg="undo custSel addSld delSld modSld">
      <pc:chgData name="Abdalla Mukhaimer, Widad" userId="eed79641-8d75-4c66-a669-438ad56aff06" providerId="ADAL" clId="{BB55C39F-DCDD-4388-9AAB-284FE38E3B2C}" dt="2024-10-22T23:03:49.441" v="693" actId="1076"/>
      <pc:docMkLst>
        <pc:docMk/>
      </pc:docMkLst>
      <pc:sldChg chg="modSp mod">
        <pc:chgData name="Abdalla Mukhaimer, Widad" userId="eed79641-8d75-4c66-a669-438ad56aff06" providerId="ADAL" clId="{BB55C39F-DCDD-4388-9AAB-284FE38E3B2C}" dt="2024-10-22T22:42:25.445" v="0" actId="20577"/>
        <pc:sldMkLst>
          <pc:docMk/>
          <pc:sldMk cId="638861158" sldId="256"/>
        </pc:sldMkLst>
        <pc:spChg chg="mod">
          <ac:chgData name="Abdalla Mukhaimer, Widad" userId="eed79641-8d75-4c66-a669-438ad56aff06" providerId="ADAL" clId="{BB55C39F-DCDD-4388-9AAB-284FE38E3B2C}" dt="2024-10-22T22:42:25.445" v="0" actId="20577"/>
          <ac:spMkLst>
            <pc:docMk/>
            <pc:sldMk cId="638861158" sldId="256"/>
            <ac:spMk id="4" creationId="{ADC29C1E-686B-659F-2361-5E99D37B8237}"/>
          </ac:spMkLst>
        </pc:spChg>
      </pc:sldChg>
      <pc:sldChg chg="del">
        <pc:chgData name="Abdalla Mukhaimer, Widad" userId="eed79641-8d75-4c66-a669-438ad56aff06" providerId="ADAL" clId="{BB55C39F-DCDD-4388-9AAB-284FE38E3B2C}" dt="2024-10-22T22:42:37.894" v="1" actId="47"/>
        <pc:sldMkLst>
          <pc:docMk/>
          <pc:sldMk cId="1226152773" sldId="257"/>
        </pc:sldMkLst>
      </pc:sldChg>
      <pc:sldChg chg="addSp modSp new mod">
        <pc:chgData name="Abdalla Mukhaimer, Widad" userId="eed79641-8d75-4c66-a669-438ad56aff06" providerId="ADAL" clId="{BB55C39F-DCDD-4388-9AAB-284FE38E3B2C}" dt="2024-10-22T22:49:51.713" v="79" actId="255"/>
        <pc:sldMkLst>
          <pc:docMk/>
          <pc:sldMk cId="1993590842" sldId="257"/>
        </pc:sldMkLst>
        <pc:spChg chg="add mod">
          <ac:chgData name="Abdalla Mukhaimer, Widad" userId="eed79641-8d75-4c66-a669-438ad56aff06" providerId="ADAL" clId="{BB55C39F-DCDD-4388-9AAB-284FE38E3B2C}" dt="2024-10-22T22:49:51.713" v="79" actId="255"/>
          <ac:spMkLst>
            <pc:docMk/>
            <pc:sldMk cId="1993590842" sldId="257"/>
            <ac:spMk id="3" creationId="{FAD6757D-0CEA-B555-7400-A14904244978}"/>
          </ac:spMkLst>
        </pc:spChg>
        <pc:picChg chg="add mod">
          <ac:chgData name="Abdalla Mukhaimer, Widad" userId="eed79641-8d75-4c66-a669-438ad56aff06" providerId="ADAL" clId="{BB55C39F-DCDD-4388-9AAB-284FE38E3B2C}" dt="2024-10-22T22:49:48.172" v="78" actId="1076"/>
          <ac:picMkLst>
            <pc:docMk/>
            <pc:sldMk cId="1993590842" sldId="257"/>
            <ac:picMk id="4" creationId="{2A76C762-C147-828E-D9FD-1FEEDA63D1A8}"/>
          </ac:picMkLst>
        </pc:picChg>
      </pc:sldChg>
      <pc:sldChg chg="del">
        <pc:chgData name="Abdalla Mukhaimer, Widad" userId="eed79641-8d75-4c66-a669-438ad56aff06" providerId="ADAL" clId="{BB55C39F-DCDD-4388-9AAB-284FE38E3B2C}" dt="2024-10-22T22:42:37.894" v="1" actId="47"/>
        <pc:sldMkLst>
          <pc:docMk/>
          <pc:sldMk cId="2170858485" sldId="258"/>
        </pc:sldMkLst>
      </pc:sldChg>
      <pc:sldChg chg="addSp modSp add mod">
        <pc:chgData name="Abdalla Mukhaimer, Widad" userId="eed79641-8d75-4c66-a669-438ad56aff06" providerId="ADAL" clId="{BB55C39F-DCDD-4388-9AAB-284FE38E3B2C}" dt="2024-10-22T22:50:36.188" v="87" actId="1076"/>
        <pc:sldMkLst>
          <pc:docMk/>
          <pc:sldMk cId="3396014645" sldId="258"/>
        </pc:sldMkLst>
        <pc:spChg chg="add mod">
          <ac:chgData name="Abdalla Mukhaimer, Widad" userId="eed79641-8d75-4c66-a669-438ad56aff06" providerId="ADAL" clId="{BB55C39F-DCDD-4388-9AAB-284FE38E3B2C}" dt="2024-10-22T22:50:36.188" v="87" actId="1076"/>
          <ac:spMkLst>
            <pc:docMk/>
            <pc:sldMk cId="3396014645" sldId="258"/>
            <ac:spMk id="3" creationId="{424C2317-2226-9393-5423-80292D8FB47C}"/>
          </ac:spMkLst>
        </pc:spChg>
      </pc:sldChg>
      <pc:sldChg chg="addSp delSp modSp add mod">
        <pc:chgData name="Abdalla Mukhaimer, Widad" userId="eed79641-8d75-4c66-a669-438ad56aff06" providerId="ADAL" clId="{BB55C39F-DCDD-4388-9AAB-284FE38E3B2C}" dt="2024-10-22T22:51:10.035" v="97" actId="1076"/>
        <pc:sldMkLst>
          <pc:docMk/>
          <pc:sldMk cId="2215906862" sldId="259"/>
        </pc:sldMkLst>
        <pc:spChg chg="add mod">
          <ac:chgData name="Abdalla Mukhaimer, Widad" userId="eed79641-8d75-4c66-a669-438ad56aff06" providerId="ADAL" clId="{BB55C39F-DCDD-4388-9AAB-284FE38E3B2C}" dt="2024-10-22T22:51:10.035" v="97" actId="1076"/>
          <ac:spMkLst>
            <pc:docMk/>
            <pc:sldMk cId="2215906862" sldId="259"/>
            <ac:spMk id="4" creationId="{9B9D0096-E21B-B9FE-B3E4-CD9736F4FFFB}"/>
          </ac:spMkLst>
        </pc:spChg>
        <pc:picChg chg="add del mod">
          <ac:chgData name="Abdalla Mukhaimer, Widad" userId="eed79641-8d75-4c66-a669-438ad56aff06" providerId="ADAL" clId="{BB55C39F-DCDD-4388-9AAB-284FE38E3B2C}" dt="2024-10-22T22:50:56.629" v="93" actId="478"/>
          <ac:picMkLst>
            <pc:docMk/>
            <pc:sldMk cId="2215906862" sldId="259"/>
            <ac:picMk id="2" creationId="{AEAD57B2-D9A2-D510-4D23-90DF73226B10}"/>
          </ac:picMkLst>
        </pc:picChg>
      </pc:sldChg>
      <pc:sldChg chg="addSp modSp add mod">
        <pc:chgData name="Abdalla Mukhaimer, Widad" userId="eed79641-8d75-4c66-a669-438ad56aff06" providerId="ADAL" clId="{BB55C39F-DCDD-4388-9AAB-284FE38E3B2C}" dt="2024-10-22T22:53:20.108" v="146" actId="14100"/>
        <pc:sldMkLst>
          <pc:docMk/>
          <pc:sldMk cId="355976737" sldId="260"/>
        </pc:sldMkLst>
        <pc:spChg chg="add mod">
          <ac:chgData name="Abdalla Mukhaimer, Widad" userId="eed79641-8d75-4c66-a669-438ad56aff06" providerId="ADAL" clId="{BB55C39F-DCDD-4388-9AAB-284FE38E3B2C}" dt="2024-10-22T22:53:13.468" v="144" actId="20577"/>
          <ac:spMkLst>
            <pc:docMk/>
            <pc:sldMk cId="355976737" sldId="260"/>
            <ac:spMk id="4" creationId="{4E07B213-598E-DB49-9AF5-205A59F83B74}"/>
          </ac:spMkLst>
        </pc:spChg>
        <pc:picChg chg="add mod">
          <ac:chgData name="Abdalla Mukhaimer, Widad" userId="eed79641-8d75-4c66-a669-438ad56aff06" providerId="ADAL" clId="{BB55C39F-DCDD-4388-9AAB-284FE38E3B2C}" dt="2024-10-22T22:53:20.108" v="146" actId="14100"/>
          <ac:picMkLst>
            <pc:docMk/>
            <pc:sldMk cId="355976737" sldId="260"/>
            <ac:picMk id="2" creationId="{BA3D4B67-E4F6-1428-BFA2-520D9383BD0B}"/>
          </ac:picMkLst>
        </pc:picChg>
      </pc:sldChg>
      <pc:sldChg chg="addSp modSp add mod">
        <pc:chgData name="Abdalla Mukhaimer, Widad" userId="eed79641-8d75-4c66-a669-438ad56aff06" providerId="ADAL" clId="{BB55C39F-DCDD-4388-9AAB-284FE38E3B2C}" dt="2024-10-22T22:54:21.336" v="187" actId="1076"/>
        <pc:sldMkLst>
          <pc:docMk/>
          <pc:sldMk cId="3706249138" sldId="261"/>
        </pc:sldMkLst>
        <pc:spChg chg="add mod ord">
          <ac:chgData name="Abdalla Mukhaimer, Widad" userId="eed79641-8d75-4c66-a669-438ad56aff06" providerId="ADAL" clId="{BB55C39F-DCDD-4388-9AAB-284FE38E3B2C}" dt="2024-10-22T22:54:12.341" v="183" actId="255"/>
          <ac:spMkLst>
            <pc:docMk/>
            <pc:sldMk cId="3706249138" sldId="261"/>
            <ac:spMk id="4" creationId="{CAA38AA8-FE3D-F694-8077-CD80E2E2E3F0}"/>
          </ac:spMkLst>
        </pc:spChg>
        <pc:picChg chg="add mod">
          <ac:chgData name="Abdalla Mukhaimer, Widad" userId="eed79641-8d75-4c66-a669-438ad56aff06" providerId="ADAL" clId="{BB55C39F-DCDD-4388-9AAB-284FE38E3B2C}" dt="2024-10-22T22:54:21.336" v="187" actId="1076"/>
          <ac:picMkLst>
            <pc:docMk/>
            <pc:sldMk cId="3706249138" sldId="261"/>
            <ac:picMk id="2" creationId="{FCCCBB86-D2E6-0C72-5CA5-A295D5C0C509}"/>
          </ac:picMkLst>
        </pc:picChg>
      </pc:sldChg>
      <pc:sldChg chg="addSp modSp add mod">
        <pc:chgData name="Abdalla Mukhaimer, Widad" userId="eed79641-8d75-4c66-a669-438ad56aff06" providerId="ADAL" clId="{BB55C39F-DCDD-4388-9AAB-284FE38E3B2C}" dt="2024-10-22T22:55:00.323" v="224" actId="1076"/>
        <pc:sldMkLst>
          <pc:docMk/>
          <pc:sldMk cId="939110182" sldId="262"/>
        </pc:sldMkLst>
        <pc:spChg chg="add mod ord">
          <ac:chgData name="Abdalla Mukhaimer, Widad" userId="eed79641-8d75-4c66-a669-438ad56aff06" providerId="ADAL" clId="{BB55C39F-DCDD-4388-9AAB-284FE38E3B2C}" dt="2024-10-22T22:54:54.125" v="221" actId="167"/>
          <ac:spMkLst>
            <pc:docMk/>
            <pc:sldMk cId="939110182" sldId="262"/>
            <ac:spMk id="4" creationId="{4854FB18-F700-E754-33B0-8603D5BF20DC}"/>
          </ac:spMkLst>
        </pc:spChg>
        <pc:picChg chg="add mod">
          <ac:chgData name="Abdalla Mukhaimer, Widad" userId="eed79641-8d75-4c66-a669-438ad56aff06" providerId="ADAL" clId="{BB55C39F-DCDD-4388-9AAB-284FE38E3B2C}" dt="2024-10-22T22:55:00.323" v="224" actId="1076"/>
          <ac:picMkLst>
            <pc:docMk/>
            <pc:sldMk cId="939110182" sldId="262"/>
            <ac:picMk id="2" creationId="{A2A1CCFB-5FE3-58CC-C771-165BEAC13348}"/>
          </ac:picMkLst>
        </pc:picChg>
      </pc:sldChg>
      <pc:sldChg chg="addSp modSp add mod">
        <pc:chgData name="Abdalla Mukhaimer, Widad" userId="eed79641-8d75-4c66-a669-438ad56aff06" providerId="ADAL" clId="{BB55C39F-DCDD-4388-9AAB-284FE38E3B2C}" dt="2024-10-22T22:55:45.722" v="272" actId="1076"/>
        <pc:sldMkLst>
          <pc:docMk/>
          <pc:sldMk cId="3683636504" sldId="263"/>
        </pc:sldMkLst>
        <pc:spChg chg="add mod ord">
          <ac:chgData name="Abdalla Mukhaimer, Widad" userId="eed79641-8d75-4c66-a669-438ad56aff06" providerId="ADAL" clId="{BB55C39F-DCDD-4388-9AAB-284FE38E3B2C}" dt="2024-10-22T22:55:41.917" v="270" actId="167"/>
          <ac:spMkLst>
            <pc:docMk/>
            <pc:sldMk cId="3683636504" sldId="263"/>
            <ac:spMk id="4" creationId="{C0457BC3-D622-D873-CBB2-94EB402447AD}"/>
          </ac:spMkLst>
        </pc:spChg>
        <pc:picChg chg="add mod">
          <ac:chgData name="Abdalla Mukhaimer, Widad" userId="eed79641-8d75-4c66-a669-438ad56aff06" providerId="ADAL" clId="{BB55C39F-DCDD-4388-9AAB-284FE38E3B2C}" dt="2024-10-22T22:55:45.722" v="272" actId="1076"/>
          <ac:picMkLst>
            <pc:docMk/>
            <pc:sldMk cId="3683636504" sldId="263"/>
            <ac:picMk id="2" creationId="{8400A370-3622-094F-7D51-D5A82F936669}"/>
          </ac:picMkLst>
        </pc:picChg>
      </pc:sldChg>
      <pc:sldChg chg="addSp modSp add mod">
        <pc:chgData name="Abdalla Mukhaimer, Widad" userId="eed79641-8d75-4c66-a669-438ad56aff06" providerId="ADAL" clId="{BB55C39F-DCDD-4388-9AAB-284FE38E3B2C}" dt="2024-10-22T22:51:18.659" v="99" actId="1076"/>
        <pc:sldMkLst>
          <pc:docMk/>
          <pc:sldMk cId="1804669952" sldId="264"/>
        </pc:sldMkLst>
        <pc:spChg chg="add mod">
          <ac:chgData name="Abdalla Mukhaimer, Widad" userId="eed79641-8d75-4c66-a669-438ad56aff06" providerId="ADAL" clId="{BB55C39F-DCDD-4388-9AAB-284FE38E3B2C}" dt="2024-10-22T22:51:18.659" v="99" actId="1076"/>
          <ac:spMkLst>
            <pc:docMk/>
            <pc:sldMk cId="1804669952" sldId="264"/>
            <ac:spMk id="3" creationId="{B06BECEC-F5E8-601E-1F05-6BE3C8C6F7B2}"/>
          </ac:spMkLst>
        </pc:spChg>
      </pc:sldChg>
      <pc:sldChg chg="addSp modSp add mod">
        <pc:chgData name="Abdalla Mukhaimer, Widad" userId="eed79641-8d75-4c66-a669-438ad56aff06" providerId="ADAL" clId="{BB55C39F-DCDD-4388-9AAB-284FE38E3B2C}" dt="2024-10-22T22:56:37.148" v="295" actId="14100"/>
        <pc:sldMkLst>
          <pc:docMk/>
          <pc:sldMk cId="1546901984" sldId="265"/>
        </pc:sldMkLst>
        <pc:spChg chg="add mod ord">
          <ac:chgData name="Abdalla Mukhaimer, Widad" userId="eed79641-8d75-4c66-a669-438ad56aff06" providerId="ADAL" clId="{BB55C39F-DCDD-4388-9AAB-284FE38E3B2C}" dt="2024-10-22T22:56:32.922" v="293" actId="167"/>
          <ac:spMkLst>
            <pc:docMk/>
            <pc:sldMk cId="1546901984" sldId="265"/>
            <ac:spMk id="4" creationId="{B3092DCA-9D8D-2185-756A-69ECA21422C9}"/>
          </ac:spMkLst>
        </pc:spChg>
        <pc:picChg chg="add mod">
          <ac:chgData name="Abdalla Mukhaimer, Widad" userId="eed79641-8d75-4c66-a669-438ad56aff06" providerId="ADAL" clId="{BB55C39F-DCDD-4388-9AAB-284FE38E3B2C}" dt="2024-10-22T22:56:37.148" v="295" actId="14100"/>
          <ac:picMkLst>
            <pc:docMk/>
            <pc:sldMk cId="1546901984" sldId="265"/>
            <ac:picMk id="2" creationId="{66C6FB71-DDDC-DE21-4B29-CBCAF0ED68CE}"/>
          </ac:picMkLst>
        </pc:picChg>
      </pc:sldChg>
      <pc:sldChg chg="addSp modSp add mod">
        <pc:chgData name="Abdalla Mukhaimer, Widad" userId="eed79641-8d75-4c66-a669-438ad56aff06" providerId="ADAL" clId="{BB55C39F-DCDD-4388-9AAB-284FE38E3B2C}" dt="2024-10-22T22:57:20.382" v="332" actId="1076"/>
        <pc:sldMkLst>
          <pc:docMk/>
          <pc:sldMk cId="2041060149" sldId="266"/>
        </pc:sldMkLst>
        <pc:spChg chg="add mod ord">
          <ac:chgData name="Abdalla Mukhaimer, Widad" userId="eed79641-8d75-4c66-a669-438ad56aff06" providerId="ADAL" clId="{BB55C39F-DCDD-4388-9AAB-284FE38E3B2C}" dt="2024-10-22T22:57:12.704" v="329" actId="167"/>
          <ac:spMkLst>
            <pc:docMk/>
            <pc:sldMk cId="2041060149" sldId="266"/>
            <ac:spMk id="4" creationId="{A2864D16-D114-45BD-27A6-4797FF845858}"/>
          </ac:spMkLst>
        </pc:spChg>
        <pc:picChg chg="add mod">
          <ac:chgData name="Abdalla Mukhaimer, Widad" userId="eed79641-8d75-4c66-a669-438ad56aff06" providerId="ADAL" clId="{BB55C39F-DCDD-4388-9AAB-284FE38E3B2C}" dt="2024-10-22T22:57:20.382" v="332" actId="1076"/>
          <ac:picMkLst>
            <pc:docMk/>
            <pc:sldMk cId="2041060149" sldId="266"/>
            <ac:picMk id="2" creationId="{4A6B5D35-991F-CF18-3187-8CFA1BCCFD5F}"/>
          </ac:picMkLst>
        </pc:picChg>
      </pc:sldChg>
      <pc:sldChg chg="add del">
        <pc:chgData name="Abdalla Mukhaimer, Widad" userId="eed79641-8d75-4c66-a669-438ad56aff06" providerId="ADAL" clId="{BB55C39F-DCDD-4388-9AAB-284FE38E3B2C}" dt="2024-10-22T22:44:36.546" v="31"/>
        <pc:sldMkLst>
          <pc:docMk/>
          <pc:sldMk cId="2043157048" sldId="266"/>
        </pc:sldMkLst>
      </pc:sldChg>
      <pc:sldChg chg="addSp modSp add mod">
        <pc:chgData name="Abdalla Mukhaimer, Widad" userId="eed79641-8d75-4c66-a669-438ad56aff06" providerId="ADAL" clId="{BB55C39F-DCDD-4388-9AAB-284FE38E3B2C}" dt="2024-10-22T22:51:29.388" v="101" actId="1076"/>
        <pc:sldMkLst>
          <pc:docMk/>
          <pc:sldMk cId="721458959" sldId="267"/>
        </pc:sldMkLst>
        <pc:spChg chg="add mod">
          <ac:chgData name="Abdalla Mukhaimer, Widad" userId="eed79641-8d75-4c66-a669-438ad56aff06" providerId="ADAL" clId="{BB55C39F-DCDD-4388-9AAB-284FE38E3B2C}" dt="2024-10-22T22:51:29.388" v="101" actId="1076"/>
          <ac:spMkLst>
            <pc:docMk/>
            <pc:sldMk cId="721458959" sldId="267"/>
            <ac:spMk id="3" creationId="{4EDF1206-98C2-D520-5258-242FC358CBA4}"/>
          </ac:spMkLst>
        </pc:spChg>
      </pc:sldChg>
      <pc:sldChg chg="add del">
        <pc:chgData name="Abdalla Mukhaimer, Widad" userId="eed79641-8d75-4c66-a669-438ad56aff06" providerId="ADAL" clId="{BB55C39F-DCDD-4388-9AAB-284FE38E3B2C}" dt="2024-10-22T22:44:36.546" v="31"/>
        <pc:sldMkLst>
          <pc:docMk/>
          <pc:sldMk cId="3498562341" sldId="267"/>
        </pc:sldMkLst>
      </pc:sldChg>
      <pc:sldChg chg="addSp modSp add mod">
        <pc:chgData name="Abdalla Mukhaimer, Widad" userId="eed79641-8d75-4c66-a669-438ad56aff06" providerId="ADAL" clId="{BB55C39F-DCDD-4388-9AAB-284FE38E3B2C}" dt="2024-10-22T22:57:58.909" v="356" actId="1076"/>
        <pc:sldMkLst>
          <pc:docMk/>
          <pc:sldMk cId="2829489500" sldId="268"/>
        </pc:sldMkLst>
        <pc:spChg chg="add mod ord">
          <ac:chgData name="Abdalla Mukhaimer, Widad" userId="eed79641-8d75-4c66-a669-438ad56aff06" providerId="ADAL" clId="{BB55C39F-DCDD-4388-9AAB-284FE38E3B2C}" dt="2024-10-22T22:57:53.704" v="353" actId="167"/>
          <ac:spMkLst>
            <pc:docMk/>
            <pc:sldMk cId="2829489500" sldId="268"/>
            <ac:spMk id="4" creationId="{2468AD07-B722-CE5F-5426-83D3ADB24E0A}"/>
          </ac:spMkLst>
        </pc:spChg>
        <pc:picChg chg="add mod">
          <ac:chgData name="Abdalla Mukhaimer, Widad" userId="eed79641-8d75-4c66-a669-438ad56aff06" providerId="ADAL" clId="{BB55C39F-DCDD-4388-9AAB-284FE38E3B2C}" dt="2024-10-22T22:57:58.909" v="356" actId="1076"/>
          <ac:picMkLst>
            <pc:docMk/>
            <pc:sldMk cId="2829489500" sldId="268"/>
            <ac:picMk id="2" creationId="{E238FBDF-18D0-6374-F4BE-0551D2D7A45F}"/>
          </ac:picMkLst>
        </pc:picChg>
      </pc:sldChg>
      <pc:sldChg chg="add del">
        <pc:chgData name="Abdalla Mukhaimer, Widad" userId="eed79641-8d75-4c66-a669-438ad56aff06" providerId="ADAL" clId="{BB55C39F-DCDD-4388-9AAB-284FE38E3B2C}" dt="2024-10-22T22:44:36.546" v="31"/>
        <pc:sldMkLst>
          <pc:docMk/>
          <pc:sldMk cId="3494071297" sldId="268"/>
        </pc:sldMkLst>
      </pc:sldChg>
      <pc:sldChg chg="addSp modSp add mod">
        <pc:chgData name="Abdalla Mukhaimer, Widad" userId="eed79641-8d75-4c66-a669-438ad56aff06" providerId="ADAL" clId="{BB55C39F-DCDD-4388-9AAB-284FE38E3B2C}" dt="2024-10-22T22:58:37.234" v="394" actId="1076"/>
        <pc:sldMkLst>
          <pc:docMk/>
          <pc:sldMk cId="279109919" sldId="269"/>
        </pc:sldMkLst>
        <pc:spChg chg="add mod ord">
          <ac:chgData name="Abdalla Mukhaimer, Widad" userId="eed79641-8d75-4c66-a669-438ad56aff06" providerId="ADAL" clId="{BB55C39F-DCDD-4388-9AAB-284FE38E3B2C}" dt="2024-10-22T22:58:31.892" v="391" actId="167"/>
          <ac:spMkLst>
            <pc:docMk/>
            <pc:sldMk cId="279109919" sldId="269"/>
            <ac:spMk id="4" creationId="{445635BB-1FA8-4B7D-2826-A5724ED376B8}"/>
          </ac:spMkLst>
        </pc:spChg>
        <pc:picChg chg="add mod">
          <ac:chgData name="Abdalla Mukhaimer, Widad" userId="eed79641-8d75-4c66-a669-438ad56aff06" providerId="ADAL" clId="{BB55C39F-DCDD-4388-9AAB-284FE38E3B2C}" dt="2024-10-22T22:58:37.234" v="394" actId="1076"/>
          <ac:picMkLst>
            <pc:docMk/>
            <pc:sldMk cId="279109919" sldId="269"/>
            <ac:picMk id="2" creationId="{5CEF7547-55BD-587F-A243-2007A3E42884}"/>
          </ac:picMkLst>
        </pc:picChg>
      </pc:sldChg>
      <pc:sldChg chg="add del">
        <pc:chgData name="Abdalla Mukhaimer, Widad" userId="eed79641-8d75-4c66-a669-438ad56aff06" providerId="ADAL" clId="{BB55C39F-DCDD-4388-9AAB-284FE38E3B2C}" dt="2024-10-22T22:44:36.546" v="31"/>
        <pc:sldMkLst>
          <pc:docMk/>
          <pc:sldMk cId="2124501224" sldId="269"/>
        </pc:sldMkLst>
      </pc:sldChg>
      <pc:sldChg chg="add del">
        <pc:chgData name="Abdalla Mukhaimer, Widad" userId="eed79641-8d75-4c66-a669-438ad56aff06" providerId="ADAL" clId="{BB55C39F-DCDD-4388-9AAB-284FE38E3B2C}" dt="2024-10-22T22:44:35.998" v="30"/>
        <pc:sldMkLst>
          <pc:docMk/>
          <pc:sldMk cId="700468562" sldId="270"/>
        </pc:sldMkLst>
      </pc:sldChg>
      <pc:sldChg chg="addSp modSp add mod">
        <pc:chgData name="Abdalla Mukhaimer, Widad" userId="eed79641-8d75-4c66-a669-438ad56aff06" providerId="ADAL" clId="{BB55C39F-DCDD-4388-9AAB-284FE38E3B2C}" dt="2024-10-22T22:59:15.818" v="433" actId="20577"/>
        <pc:sldMkLst>
          <pc:docMk/>
          <pc:sldMk cId="1889037119" sldId="270"/>
        </pc:sldMkLst>
        <pc:spChg chg="add mod ord">
          <ac:chgData name="Abdalla Mukhaimer, Widad" userId="eed79641-8d75-4c66-a669-438ad56aff06" providerId="ADAL" clId="{BB55C39F-DCDD-4388-9AAB-284FE38E3B2C}" dt="2024-10-22T22:59:15.818" v="433" actId="20577"/>
          <ac:spMkLst>
            <pc:docMk/>
            <pc:sldMk cId="1889037119" sldId="270"/>
            <ac:spMk id="4" creationId="{FCD23AFF-37B3-FEC5-C24F-8B7C6A22942E}"/>
          </ac:spMkLst>
        </pc:spChg>
        <pc:picChg chg="add mod">
          <ac:chgData name="Abdalla Mukhaimer, Widad" userId="eed79641-8d75-4c66-a669-438ad56aff06" providerId="ADAL" clId="{BB55C39F-DCDD-4388-9AAB-284FE38E3B2C}" dt="2024-10-22T22:59:12.431" v="432" actId="1076"/>
          <ac:picMkLst>
            <pc:docMk/>
            <pc:sldMk cId="1889037119" sldId="270"/>
            <ac:picMk id="2" creationId="{08CD56B1-F0EA-BA12-055C-C7A07CBDE9AB}"/>
          </ac:picMkLst>
        </pc:picChg>
      </pc:sldChg>
      <pc:sldChg chg="addSp modSp add mod">
        <pc:chgData name="Abdalla Mukhaimer, Widad" userId="eed79641-8d75-4c66-a669-438ad56aff06" providerId="ADAL" clId="{BB55C39F-DCDD-4388-9AAB-284FE38E3B2C}" dt="2024-10-22T23:00:02.810" v="472" actId="1076"/>
        <pc:sldMkLst>
          <pc:docMk/>
          <pc:sldMk cId="44171298" sldId="271"/>
        </pc:sldMkLst>
        <pc:spChg chg="add mod ord">
          <ac:chgData name="Abdalla Mukhaimer, Widad" userId="eed79641-8d75-4c66-a669-438ad56aff06" providerId="ADAL" clId="{BB55C39F-DCDD-4388-9AAB-284FE38E3B2C}" dt="2024-10-22T22:59:55.504" v="468" actId="167"/>
          <ac:spMkLst>
            <pc:docMk/>
            <pc:sldMk cId="44171298" sldId="271"/>
            <ac:spMk id="4" creationId="{DB814545-6FE9-52FB-F85D-8776218DD01A}"/>
          </ac:spMkLst>
        </pc:spChg>
        <pc:picChg chg="add mod">
          <ac:chgData name="Abdalla Mukhaimer, Widad" userId="eed79641-8d75-4c66-a669-438ad56aff06" providerId="ADAL" clId="{BB55C39F-DCDD-4388-9AAB-284FE38E3B2C}" dt="2024-10-22T23:00:02.810" v="472" actId="1076"/>
          <ac:picMkLst>
            <pc:docMk/>
            <pc:sldMk cId="44171298" sldId="271"/>
            <ac:picMk id="2" creationId="{16652D63-6ABD-15D9-7525-B4992D8E3A0E}"/>
          </ac:picMkLst>
        </pc:picChg>
      </pc:sldChg>
      <pc:sldChg chg="add del">
        <pc:chgData name="Abdalla Mukhaimer, Widad" userId="eed79641-8d75-4c66-a669-438ad56aff06" providerId="ADAL" clId="{BB55C39F-DCDD-4388-9AAB-284FE38E3B2C}" dt="2024-10-22T22:44:35.998" v="30"/>
        <pc:sldMkLst>
          <pc:docMk/>
          <pc:sldMk cId="854676160" sldId="271"/>
        </pc:sldMkLst>
      </pc:sldChg>
      <pc:sldChg chg="addSp modSp add mod">
        <pc:chgData name="Abdalla Mukhaimer, Widad" userId="eed79641-8d75-4c66-a669-438ad56aff06" providerId="ADAL" clId="{BB55C39F-DCDD-4388-9AAB-284FE38E3B2C}" dt="2024-10-22T23:00:51.315" v="525" actId="1076"/>
        <pc:sldMkLst>
          <pc:docMk/>
          <pc:sldMk cId="841702963" sldId="272"/>
        </pc:sldMkLst>
        <pc:spChg chg="add mod ord">
          <ac:chgData name="Abdalla Mukhaimer, Widad" userId="eed79641-8d75-4c66-a669-438ad56aff06" providerId="ADAL" clId="{BB55C39F-DCDD-4388-9AAB-284FE38E3B2C}" dt="2024-10-22T23:00:46.361" v="522" actId="167"/>
          <ac:spMkLst>
            <pc:docMk/>
            <pc:sldMk cId="841702963" sldId="272"/>
            <ac:spMk id="4" creationId="{5C9046BD-29F1-57EF-9D6C-E0934C926A42}"/>
          </ac:spMkLst>
        </pc:spChg>
        <pc:picChg chg="add mod">
          <ac:chgData name="Abdalla Mukhaimer, Widad" userId="eed79641-8d75-4c66-a669-438ad56aff06" providerId="ADAL" clId="{BB55C39F-DCDD-4388-9AAB-284FE38E3B2C}" dt="2024-10-22T23:00:51.315" v="525" actId="1076"/>
          <ac:picMkLst>
            <pc:docMk/>
            <pc:sldMk cId="841702963" sldId="272"/>
            <ac:picMk id="2" creationId="{6F05C198-DEA4-4A2B-0DC9-EC6A9D60E097}"/>
          </ac:picMkLst>
        </pc:picChg>
      </pc:sldChg>
      <pc:sldChg chg="add del">
        <pc:chgData name="Abdalla Mukhaimer, Widad" userId="eed79641-8d75-4c66-a669-438ad56aff06" providerId="ADAL" clId="{BB55C39F-DCDD-4388-9AAB-284FE38E3B2C}" dt="2024-10-22T22:44:35.998" v="30"/>
        <pc:sldMkLst>
          <pc:docMk/>
          <pc:sldMk cId="3575614392" sldId="272"/>
        </pc:sldMkLst>
      </pc:sldChg>
      <pc:sldChg chg="add del">
        <pc:chgData name="Abdalla Mukhaimer, Widad" userId="eed79641-8d75-4c66-a669-438ad56aff06" providerId="ADAL" clId="{BB55C39F-DCDD-4388-9AAB-284FE38E3B2C}" dt="2024-10-22T22:44:35.998" v="30"/>
        <pc:sldMkLst>
          <pc:docMk/>
          <pc:sldMk cId="3505961061" sldId="273"/>
        </pc:sldMkLst>
      </pc:sldChg>
      <pc:sldChg chg="addSp modSp add mod">
        <pc:chgData name="Abdalla Mukhaimer, Widad" userId="eed79641-8d75-4c66-a669-438ad56aff06" providerId="ADAL" clId="{BB55C39F-DCDD-4388-9AAB-284FE38E3B2C}" dt="2024-10-22T23:01:30.969" v="564" actId="1076"/>
        <pc:sldMkLst>
          <pc:docMk/>
          <pc:sldMk cId="3789894156" sldId="273"/>
        </pc:sldMkLst>
        <pc:spChg chg="add mod ord">
          <ac:chgData name="Abdalla Mukhaimer, Widad" userId="eed79641-8d75-4c66-a669-438ad56aff06" providerId="ADAL" clId="{BB55C39F-DCDD-4388-9AAB-284FE38E3B2C}" dt="2024-10-22T23:01:24.979" v="560" actId="167"/>
          <ac:spMkLst>
            <pc:docMk/>
            <pc:sldMk cId="3789894156" sldId="273"/>
            <ac:spMk id="4" creationId="{BD64C377-1E2E-F890-F28F-558D9F51753C}"/>
          </ac:spMkLst>
        </pc:spChg>
        <pc:picChg chg="add mod">
          <ac:chgData name="Abdalla Mukhaimer, Widad" userId="eed79641-8d75-4c66-a669-438ad56aff06" providerId="ADAL" clId="{BB55C39F-DCDD-4388-9AAB-284FE38E3B2C}" dt="2024-10-22T23:01:30.969" v="564" actId="1076"/>
          <ac:picMkLst>
            <pc:docMk/>
            <pc:sldMk cId="3789894156" sldId="273"/>
            <ac:picMk id="2" creationId="{C9500BF2-AF5F-7E93-0EFF-43E6B10CAFDC}"/>
          </ac:picMkLst>
        </pc:picChg>
      </pc:sldChg>
      <pc:sldChg chg="addSp modSp add mod">
        <pc:chgData name="Abdalla Mukhaimer, Widad" userId="eed79641-8d75-4c66-a669-438ad56aff06" providerId="ADAL" clId="{BB55C39F-DCDD-4388-9AAB-284FE38E3B2C}" dt="2024-10-22T23:02:17.287" v="618" actId="1076"/>
        <pc:sldMkLst>
          <pc:docMk/>
          <pc:sldMk cId="20678823" sldId="274"/>
        </pc:sldMkLst>
        <pc:spChg chg="add mod ord">
          <ac:chgData name="Abdalla Mukhaimer, Widad" userId="eed79641-8d75-4c66-a669-438ad56aff06" providerId="ADAL" clId="{BB55C39F-DCDD-4388-9AAB-284FE38E3B2C}" dt="2024-10-22T23:02:09.415" v="615" actId="167"/>
          <ac:spMkLst>
            <pc:docMk/>
            <pc:sldMk cId="20678823" sldId="274"/>
            <ac:spMk id="4" creationId="{61D55EDA-13C1-F026-166A-1F9756938FF7}"/>
          </ac:spMkLst>
        </pc:spChg>
        <pc:picChg chg="add mod">
          <ac:chgData name="Abdalla Mukhaimer, Widad" userId="eed79641-8d75-4c66-a669-438ad56aff06" providerId="ADAL" clId="{BB55C39F-DCDD-4388-9AAB-284FE38E3B2C}" dt="2024-10-22T23:02:17.287" v="618" actId="1076"/>
          <ac:picMkLst>
            <pc:docMk/>
            <pc:sldMk cId="20678823" sldId="274"/>
            <ac:picMk id="2" creationId="{D8DAD1E6-EB8E-15DC-5598-46D2E1B973FD}"/>
          </ac:picMkLst>
        </pc:picChg>
      </pc:sldChg>
      <pc:sldChg chg="addSp modSp add mod">
        <pc:chgData name="Abdalla Mukhaimer, Widad" userId="eed79641-8d75-4c66-a669-438ad56aff06" providerId="ADAL" clId="{BB55C39F-DCDD-4388-9AAB-284FE38E3B2C}" dt="2024-10-22T23:02:24.881" v="619" actId="1076"/>
        <pc:sldMkLst>
          <pc:docMk/>
          <pc:sldMk cId="425731203" sldId="275"/>
        </pc:sldMkLst>
        <pc:spChg chg="add mod">
          <ac:chgData name="Abdalla Mukhaimer, Widad" userId="eed79641-8d75-4c66-a669-438ad56aff06" providerId="ADAL" clId="{BB55C39F-DCDD-4388-9AAB-284FE38E3B2C}" dt="2024-10-22T23:02:24.881" v="619" actId="1076"/>
          <ac:spMkLst>
            <pc:docMk/>
            <pc:sldMk cId="425731203" sldId="275"/>
            <ac:spMk id="3" creationId="{3EF2C30B-87B5-2E2C-2148-71F85DB62C50}"/>
          </ac:spMkLst>
        </pc:spChg>
      </pc:sldChg>
      <pc:sldChg chg="addSp modSp add mod">
        <pc:chgData name="Abdalla Mukhaimer, Widad" userId="eed79641-8d75-4c66-a669-438ad56aff06" providerId="ADAL" clId="{BB55C39F-DCDD-4388-9AAB-284FE38E3B2C}" dt="2024-10-22T23:03:02.128" v="656" actId="1076"/>
        <pc:sldMkLst>
          <pc:docMk/>
          <pc:sldMk cId="3015665845" sldId="276"/>
        </pc:sldMkLst>
        <pc:spChg chg="add mod">
          <ac:chgData name="Abdalla Mukhaimer, Widad" userId="eed79641-8d75-4c66-a669-438ad56aff06" providerId="ADAL" clId="{BB55C39F-DCDD-4388-9AAB-284FE38E3B2C}" dt="2024-10-22T23:02:50.570" v="653" actId="20577"/>
          <ac:spMkLst>
            <pc:docMk/>
            <pc:sldMk cId="3015665845" sldId="276"/>
            <ac:spMk id="3" creationId="{A853F3DA-FE56-E876-A813-DD90E28B8628}"/>
          </ac:spMkLst>
        </pc:spChg>
        <pc:picChg chg="add mod">
          <ac:chgData name="Abdalla Mukhaimer, Widad" userId="eed79641-8d75-4c66-a669-438ad56aff06" providerId="ADAL" clId="{BB55C39F-DCDD-4388-9AAB-284FE38E3B2C}" dt="2024-10-22T23:03:02.128" v="656" actId="1076"/>
          <ac:picMkLst>
            <pc:docMk/>
            <pc:sldMk cId="3015665845" sldId="276"/>
            <ac:picMk id="4" creationId="{47389140-06E2-3348-6CF8-6E34F7E69ABD}"/>
          </ac:picMkLst>
        </pc:picChg>
      </pc:sldChg>
      <pc:sldChg chg="addSp modSp new mod">
        <pc:chgData name="Abdalla Mukhaimer, Widad" userId="eed79641-8d75-4c66-a669-438ad56aff06" providerId="ADAL" clId="{BB55C39F-DCDD-4388-9AAB-284FE38E3B2C}" dt="2024-10-22T23:03:33.771" v="690" actId="1076"/>
        <pc:sldMkLst>
          <pc:docMk/>
          <pc:sldMk cId="2705063114" sldId="277"/>
        </pc:sldMkLst>
        <pc:spChg chg="add mod">
          <ac:chgData name="Abdalla Mukhaimer, Widad" userId="eed79641-8d75-4c66-a669-438ad56aff06" providerId="ADAL" clId="{BB55C39F-DCDD-4388-9AAB-284FE38E3B2C}" dt="2024-10-22T23:03:28.751" v="689" actId="20577"/>
          <ac:spMkLst>
            <pc:docMk/>
            <pc:sldMk cId="2705063114" sldId="277"/>
            <ac:spMk id="3" creationId="{96FEF59D-C5EE-F239-5C01-AB730F1F2D82}"/>
          </ac:spMkLst>
        </pc:spChg>
        <pc:picChg chg="add mod">
          <ac:chgData name="Abdalla Mukhaimer, Widad" userId="eed79641-8d75-4c66-a669-438ad56aff06" providerId="ADAL" clId="{BB55C39F-DCDD-4388-9AAB-284FE38E3B2C}" dt="2024-10-22T23:03:33.771" v="690" actId="1076"/>
          <ac:picMkLst>
            <pc:docMk/>
            <pc:sldMk cId="2705063114" sldId="277"/>
            <ac:picMk id="4" creationId="{8A2E241F-6DB1-3F4C-610A-1119DF25A25B}"/>
          </ac:picMkLst>
        </pc:picChg>
      </pc:sldChg>
      <pc:sldChg chg="del">
        <pc:chgData name="Abdalla Mukhaimer, Widad" userId="eed79641-8d75-4c66-a669-438ad56aff06" providerId="ADAL" clId="{BB55C39F-DCDD-4388-9AAB-284FE38E3B2C}" dt="2024-10-22T22:42:37.894" v="1" actId="47"/>
        <pc:sldMkLst>
          <pc:docMk/>
          <pc:sldMk cId="3729604750" sldId="277"/>
        </pc:sldMkLst>
      </pc:sldChg>
      <pc:sldChg chg="addSp modSp new add del mod">
        <pc:chgData name="Abdalla Mukhaimer, Widad" userId="eed79641-8d75-4c66-a669-438ad56aff06" providerId="ADAL" clId="{BB55C39F-DCDD-4388-9AAB-284FE38E3B2C}" dt="2024-10-22T23:03:49.441" v="693" actId="1076"/>
        <pc:sldMkLst>
          <pc:docMk/>
          <pc:sldMk cId="1277562541" sldId="278"/>
        </pc:sldMkLst>
        <pc:spChg chg="add mod">
          <ac:chgData name="Abdalla Mukhaimer, Widad" userId="eed79641-8d75-4c66-a669-438ad56aff06" providerId="ADAL" clId="{BB55C39F-DCDD-4388-9AAB-284FE38E3B2C}" dt="2024-10-22T23:03:49.441" v="693" actId="1076"/>
          <ac:spMkLst>
            <pc:docMk/>
            <pc:sldMk cId="1277562541" sldId="278"/>
            <ac:spMk id="3" creationId="{97CC7080-73E4-309F-64ED-750F70879F50}"/>
          </ac:spMkLst>
        </pc:spChg>
      </pc:sldChg>
      <pc:sldChg chg="del">
        <pc:chgData name="Abdalla Mukhaimer, Widad" userId="eed79641-8d75-4c66-a669-438ad56aff06" providerId="ADAL" clId="{BB55C39F-DCDD-4388-9AAB-284FE38E3B2C}" dt="2024-10-22T22:42:37.894" v="1" actId="47"/>
        <pc:sldMkLst>
          <pc:docMk/>
          <pc:sldMk cId="1639976043" sldId="278"/>
        </pc:sldMkLst>
      </pc:sldChg>
      <pc:sldChg chg="add">
        <pc:chgData name="Abdalla Mukhaimer, Widad" userId="eed79641-8d75-4c66-a669-438ad56aff06" providerId="ADAL" clId="{BB55C39F-DCDD-4388-9AAB-284FE38E3B2C}" dt="2024-10-22T22:48:22.452" v="73"/>
        <pc:sldMkLst>
          <pc:docMk/>
          <pc:sldMk cId="2015917354" sldId="279"/>
        </pc:sldMkLst>
      </pc:sldChg>
      <pc:sldChg chg="del">
        <pc:chgData name="Abdalla Mukhaimer, Widad" userId="eed79641-8d75-4c66-a669-438ad56aff06" providerId="ADAL" clId="{BB55C39F-DCDD-4388-9AAB-284FE38E3B2C}" dt="2024-10-22T22:42:37.894" v="1" actId="47"/>
        <pc:sldMkLst>
          <pc:docMk/>
          <pc:sldMk cId="3692440457" sldId="279"/>
        </pc:sldMkLst>
      </pc:sldChg>
      <pc:sldChg chg="add">
        <pc:chgData name="Abdalla Mukhaimer, Widad" userId="eed79641-8d75-4c66-a669-438ad56aff06" providerId="ADAL" clId="{BB55C39F-DCDD-4388-9AAB-284FE38E3B2C}" dt="2024-10-22T22:48:22.452" v="73"/>
        <pc:sldMkLst>
          <pc:docMk/>
          <pc:sldMk cId="4108740977" sldId="280"/>
        </pc:sldMkLst>
      </pc:sldChg>
      <pc:sldChg chg="del">
        <pc:chgData name="Abdalla Mukhaimer, Widad" userId="eed79641-8d75-4c66-a669-438ad56aff06" providerId="ADAL" clId="{BB55C39F-DCDD-4388-9AAB-284FE38E3B2C}" dt="2024-10-22T22:42:37.894" v="1" actId="47"/>
        <pc:sldMkLst>
          <pc:docMk/>
          <pc:sldMk cId="4213366159" sldId="280"/>
        </pc:sldMkLst>
      </pc:sldChg>
      <pc:sldChg chg="add">
        <pc:chgData name="Abdalla Mukhaimer, Widad" userId="eed79641-8d75-4c66-a669-438ad56aff06" providerId="ADAL" clId="{BB55C39F-DCDD-4388-9AAB-284FE38E3B2C}" dt="2024-10-22T22:48:22.452" v="73"/>
        <pc:sldMkLst>
          <pc:docMk/>
          <pc:sldMk cId="236014210" sldId="281"/>
        </pc:sldMkLst>
      </pc:sldChg>
      <pc:sldChg chg="del">
        <pc:chgData name="Abdalla Mukhaimer, Widad" userId="eed79641-8d75-4c66-a669-438ad56aff06" providerId="ADAL" clId="{BB55C39F-DCDD-4388-9AAB-284FE38E3B2C}" dt="2024-10-22T22:42:37.894" v="1" actId="47"/>
        <pc:sldMkLst>
          <pc:docMk/>
          <pc:sldMk cId="2574885341" sldId="281"/>
        </pc:sldMkLst>
      </pc:sldChg>
      <pc:sldChg chg="add">
        <pc:chgData name="Abdalla Mukhaimer, Widad" userId="eed79641-8d75-4c66-a669-438ad56aff06" providerId="ADAL" clId="{BB55C39F-DCDD-4388-9AAB-284FE38E3B2C}" dt="2024-10-22T22:48:22.452" v="73"/>
        <pc:sldMkLst>
          <pc:docMk/>
          <pc:sldMk cId="1091032460" sldId="282"/>
        </pc:sldMkLst>
      </pc:sldChg>
      <pc:sldChg chg="add">
        <pc:chgData name="Abdalla Mukhaimer, Widad" userId="eed79641-8d75-4c66-a669-438ad56aff06" providerId="ADAL" clId="{BB55C39F-DCDD-4388-9AAB-284FE38E3B2C}" dt="2024-10-22T22:48:22.452" v="73"/>
        <pc:sldMkLst>
          <pc:docMk/>
          <pc:sldMk cId="1840960278" sldId="283"/>
        </pc:sldMkLst>
      </pc:sldChg>
      <pc:sldChg chg="add">
        <pc:chgData name="Abdalla Mukhaimer, Widad" userId="eed79641-8d75-4c66-a669-438ad56aff06" providerId="ADAL" clId="{BB55C39F-DCDD-4388-9AAB-284FE38E3B2C}" dt="2024-10-22T22:48:22.452" v="73"/>
        <pc:sldMkLst>
          <pc:docMk/>
          <pc:sldMk cId="3462729529" sldId="284"/>
        </pc:sldMkLst>
      </pc:sldChg>
      <pc:sldChg chg="modSp add mod">
        <pc:chgData name="Abdalla Mukhaimer, Widad" userId="eed79641-8d75-4c66-a669-438ad56aff06" providerId="ADAL" clId="{BB55C39F-DCDD-4388-9AAB-284FE38E3B2C}" dt="2024-10-22T22:52:35.724" v="119" actId="1076"/>
        <pc:sldMkLst>
          <pc:docMk/>
          <pc:sldMk cId="3695355985" sldId="285"/>
        </pc:sldMkLst>
        <pc:spChg chg="mod">
          <ac:chgData name="Abdalla Mukhaimer, Widad" userId="eed79641-8d75-4c66-a669-438ad56aff06" providerId="ADAL" clId="{BB55C39F-DCDD-4388-9AAB-284FE38E3B2C}" dt="2024-10-22T22:52:29.916" v="118" actId="20577"/>
          <ac:spMkLst>
            <pc:docMk/>
            <pc:sldMk cId="3695355985" sldId="285"/>
            <ac:spMk id="4" creationId="{9B9D0096-E21B-B9FE-B3E4-CD9736F4FFFB}"/>
          </ac:spMkLst>
        </pc:spChg>
        <pc:picChg chg="mod">
          <ac:chgData name="Abdalla Mukhaimer, Widad" userId="eed79641-8d75-4c66-a669-438ad56aff06" providerId="ADAL" clId="{BB55C39F-DCDD-4388-9AAB-284FE38E3B2C}" dt="2024-10-22T22:52:35.724" v="119" actId="1076"/>
          <ac:picMkLst>
            <pc:docMk/>
            <pc:sldMk cId="3695355985" sldId="285"/>
            <ac:picMk id="2" creationId="{AEAD57B2-D9A2-D510-4D23-90DF73226B10}"/>
          </ac:picMkLst>
        </pc:picChg>
      </pc:sldChg>
      <pc:sldChg chg="del">
        <pc:chgData name="Abdalla Mukhaimer, Widad" userId="eed79641-8d75-4c66-a669-438ad56aff06" providerId="ADAL" clId="{BB55C39F-DCDD-4388-9AAB-284FE38E3B2C}" dt="2024-10-22T22:42:37.894" v="1" actId="47"/>
        <pc:sldMkLst>
          <pc:docMk/>
          <pc:sldMk cId="3119546360" sldId="311"/>
        </pc:sldMkLst>
      </pc:sldChg>
      <pc:sldChg chg="del">
        <pc:chgData name="Abdalla Mukhaimer, Widad" userId="eed79641-8d75-4c66-a669-438ad56aff06" providerId="ADAL" clId="{BB55C39F-DCDD-4388-9AAB-284FE38E3B2C}" dt="2024-10-22T22:42:37.894" v="1" actId="47"/>
        <pc:sldMkLst>
          <pc:docMk/>
          <pc:sldMk cId="3874814983" sldId="312"/>
        </pc:sldMkLst>
      </pc:sldChg>
      <pc:sldChg chg="del">
        <pc:chgData name="Abdalla Mukhaimer, Widad" userId="eed79641-8d75-4c66-a669-438ad56aff06" providerId="ADAL" clId="{BB55C39F-DCDD-4388-9AAB-284FE38E3B2C}" dt="2024-10-22T22:42:37.894" v="1" actId="47"/>
        <pc:sldMkLst>
          <pc:docMk/>
          <pc:sldMk cId="1595954017" sldId="313"/>
        </pc:sldMkLst>
      </pc:sldChg>
      <pc:sldChg chg="del">
        <pc:chgData name="Abdalla Mukhaimer, Widad" userId="eed79641-8d75-4c66-a669-438ad56aff06" providerId="ADAL" clId="{BB55C39F-DCDD-4388-9AAB-284FE38E3B2C}" dt="2024-10-22T22:42:37.894" v="1" actId="47"/>
        <pc:sldMkLst>
          <pc:docMk/>
          <pc:sldMk cId="2212542975" sldId="314"/>
        </pc:sldMkLst>
      </pc:sldChg>
      <pc:sldChg chg="del">
        <pc:chgData name="Abdalla Mukhaimer, Widad" userId="eed79641-8d75-4c66-a669-438ad56aff06" providerId="ADAL" clId="{BB55C39F-DCDD-4388-9AAB-284FE38E3B2C}" dt="2024-10-22T22:42:37.894" v="1" actId="47"/>
        <pc:sldMkLst>
          <pc:docMk/>
          <pc:sldMk cId="1144066266" sldId="315"/>
        </pc:sldMkLst>
      </pc:sldChg>
      <pc:sldChg chg="del">
        <pc:chgData name="Abdalla Mukhaimer, Widad" userId="eed79641-8d75-4c66-a669-438ad56aff06" providerId="ADAL" clId="{BB55C39F-DCDD-4388-9AAB-284FE38E3B2C}" dt="2024-10-22T22:42:37.894" v="1" actId="47"/>
        <pc:sldMkLst>
          <pc:docMk/>
          <pc:sldMk cId="280554529" sldId="316"/>
        </pc:sldMkLst>
      </pc:sldChg>
      <pc:sldChg chg="del">
        <pc:chgData name="Abdalla Mukhaimer, Widad" userId="eed79641-8d75-4c66-a669-438ad56aff06" providerId="ADAL" clId="{BB55C39F-DCDD-4388-9AAB-284FE38E3B2C}" dt="2024-10-22T22:42:37.894" v="1" actId="47"/>
        <pc:sldMkLst>
          <pc:docMk/>
          <pc:sldMk cId="1855780009" sldId="317"/>
        </pc:sldMkLst>
      </pc:sldChg>
      <pc:sldChg chg="del">
        <pc:chgData name="Abdalla Mukhaimer, Widad" userId="eed79641-8d75-4c66-a669-438ad56aff06" providerId="ADAL" clId="{BB55C39F-DCDD-4388-9AAB-284FE38E3B2C}" dt="2024-10-22T22:42:37.894" v="1" actId="47"/>
        <pc:sldMkLst>
          <pc:docMk/>
          <pc:sldMk cId="2339884530" sldId="318"/>
        </pc:sldMkLst>
      </pc:sldChg>
      <pc:sldChg chg="del">
        <pc:chgData name="Abdalla Mukhaimer, Widad" userId="eed79641-8d75-4c66-a669-438ad56aff06" providerId="ADAL" clId="{BB55C39F-DCDD-4388-9AAB-284FE38E3B2C}" dt="2024-10-22T22:42:37.894" v="1" actId="47"/>
        <pc:sldMkLst>
          <pc:docMk/>
          <pc:sldMk cId="645209246" sldId="319"/>
        </pc:sldMkLst>
      </pc:sldChg>
      <pc:sldChg chg="del">
        <pc:chgData name="Abdalla Mukhaimer, Widad" userId="eed79641-8d75-4c66-a669-438ad56aff06" providerId="ADAL" clId="{BB55C39F-DCDD-4388-9AAB-284FE38E3B2C}" dt="2024-10-22T22:42:37.894" v="1" actId="47"/>
        <pc:sldMkLst>
          <pc:docMk/>
          <pc:sldMk cId="3983598069" sldId="320"/>
        </pc:sldMkLst>
      </pc:sldChg>
      <pc:sldChg chg="del">
        <pc:chgData name="Abdalla Mukhaimer, Widad" userId="eed79641-8d75-4c66-a669-438ad56aff06" providerId="ADAL" clId="{BB55C39F-DCDD-4388-9AAB-284FE38E3B2C}" dt="2024-10-22T22:42:37.894" v="1" actId="47"/>
        <pc:sldMkLst>
          <pc:docMk/>
          <pc:sldMk cId="3744503788" sldId="321"/>
        </pc:sldMkLst>
      </pc:sldChg>
      <pc:sldChg chg="del">
        <pc:chgData name="Abdalla Mukhaimer, Widad" userId="eed79641-8d75-4c66-a669-438ad56aff06" providerId="ADAL" clId="{BB55C39F-DCDD-4388-9AAB-284FE38E3B2C}" dt="2024-10-22T22:42:37.894" v="1" actId="47"/>
        <pc:sldMkLst>
          <pc:docMk/>
          <pc:sldMk cId="1002169850" sldId="322"/>
        </pc:sldMkLst>
      </pc:sldChg>
      <pc:sldChg chg="del">
        <pc:chgData name="Abdalla Mukhaimer, Widad" userId="eed79641-8d75-4c66-a669-438ad56aff06" providerId="ADAL" clId="{BB55C39F-DCDD-4388-9AAB-284FE38E3B2C}" dt="2024-10-22T22:42:37.894" v="1" actId="47"/>
        <pc:sldMkLst>
          <pc:docMk/>
          <pc:sldMk cId="578352598" sldId="323"/>
        </pc:sldMkLst>
      </pc:sldChg>
      <pc:sldChg chg="del">
        <pc:chgData name="Abdalla Mukhaimer, Widad" userId="eed79641-8d75-4c66-a669-438ad56aff06" providerId="ADAL" clId="{BB55C39F-DCDD-4388-9AAB-284FE38E3B2C}" dt="2024-10-22T22:42:37.894" v="1" actId="47"/>
        <pc:sldMkLst>
          <pc:docMk/>
          <pc:sldMk cId="544336040" sldId="324"/>
        </pc:sldMkLst>
      </pc:sldChg>
    </pc:docChg>
  </pc:docChgLst>
</pc:chgInfo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EF21261-7BD4-56E8-7D76-A0BDAAE6B655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D9F29386-B654-2F5B-FC1D-996FEEE718F8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6D0CE6BD-1485-ACDC-5AD5-8AEB3774D552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8F8EFD7-75C5-42AC-85A4-951C27100165}" type="datetimeFigureOut">
              <a:rPr lang="en-US" smtClean="0"/>
              <a:t>10/24/2024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D57DEF8B-7AA0-0CDE-0EAC-19A08CF86D7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0EFB41FB-7E4F-3CDA-87CB-6B6604E98E4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2278000-50FE-47E8-AF22-75A54CDFEE3E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806130170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6A6B580-DBE5-C886-735C-DDDD45184EC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DFB7F169-1EEC-EE2A-118E-8A754EE51D03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1AA30EB3-80F1-140B-F64B-480311E39D18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8F8EFD7-75C5-42AC-85A4-951C27100165}" type="datetimeFigureOut">
              <a:rPr lang="en-US" smtClean="0"/>
              <a:t>10/24/2024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E1863F0F-B576-9C81-D8C4-47528E7BC7D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45557C79-5FEB-9FF2-E06B-636B08C54A6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2278000-50FE-47E8-AF22-75A54CDFEE3E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94113026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9662BC5-9EC3-84C6-32EF-31167695A27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CCDC4063-D946-643E-02FA-B565E4ABB207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6F131616-E75F-9D4F-A0B6-AE346234DF1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8F8EFD7-75C5-42AC-85A4-951C27100165}" type="datetimeFigureOut">
              <a:rPr lang="en-US" smtClean="0"/>
              <a:t>10/24/2024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58F8B600-0FAB-A584-7187-1CAC36D302B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C9447DAE-F53B-47B9-DB88-5AE3FC77963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2278000-50FE-47E8-AF22-75A54CDFEE3E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36166687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25E3F50-C571-AEC4-DF51-ED9F77A6ACA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E3E515FC-CA40-0DC5-AFE2-C5916E4C3F86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AA42F7F3-6036-4821-0F43-85A163D96820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29044FFF-441B-C495-88A5-0741BD656F72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8F8EFD7-75C5-42AC-85A4-951C27100165}" type="datetimeFigureOut">
              <a:rPr lang="en-US" smtClean="0"/>
              <a:t>10/24/2024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1F965C51-FB4B-4891-7350-855004F7B12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9E08D73E-3DAA-68D7-E6D5-D37ABE3798D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2278000-50FE-47E8-AF22-75A54CDFEE3E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80852018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6EB5196-DEEC-5F6C-7C56-7010BA879C9E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087ACB14-B94B-CA81-F42E-2E9E91D6170E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CFEBE3E6-6EB1-D6D7-6908-B42951A9C19E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D9EB07C2-FDE3-1D3A-DD9A-E68202446148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6ACA1B06-5A71-A7BF-640D-BBC4956E6FB4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>
            <a:extLst>
              <a:ext uri="{FF2B5EF4-FFF2-40B4-BE49-F238E27FC236}">
                <a16:creationId xmlns:a16="http://schemas.microsoft.com/office/drawing/2014/main" id="{FD2E5942-D90F-FD5E-AA0C-1B0C35D403E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8F8EFD7-75C5-42AC-85A4-951C27100165}" type="datetimeFigureOut">
              <a:rPr lang="en-US" smtClean="0"/>
              <a:t>10/24/2024</a:t>
            </a:fld>
            <a:endParaRPr lang="en-US"/>
          </a:p>
        </p:txBody>
      </p:sp>
      <p:sp>
        <p:nvSpPr>
          <p:cNvPr id="8" name="Footer Placeholder 7">
            <a:extLst>
              <a:ext uri="{FF2B5EF4-FFF2-40B4-BE49-F238E27FC236}">
                <a16:creationId xmlns:a16="http://schemas.microsoft.com/office/drawing/2014/main" id="{74684EF3-394B-D005-CAB7-09020B63036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95E4EA0E-0661-0029-D4B2-8B6FA563AFF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2278000-50FE-47E8-AF22-75A54CDFEE3E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691669190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185A838-25B4-08F7-C767-CA6E75CA08C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ED515190-F7F4-939B-9288-145130F13D7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8F8EFD7-75C5-42AC-85A4-951C27100165}" type="datetimeFigureOut">
              <a:rPr lang="en-US" smtClean="0"/>
              <a:t>10/24/2024</a:t>
            </a:fld>
            <a:endParaRPr lang="en-US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1522A963-1001-2FC8-E1B9-88B5A66657B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0C691098-2C4C-AFF5-603F-3EE20539244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2278000-50FE-47E8-AF22-75A54CDFEE3E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40131338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9B78E610-9982-1F1C-003A-5F05B1FB092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8F8EFD7-75C5-42AC-85A4-951C27100165}" type="datetimeFigureOut">
              <a:rPr lang="en-US" smtClean="0"/>
              <a:t>10/24/2024</a:t>
            </a:fld>
            <a:endParaRPr lang="en-US"/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EF61E25A-C22A-5088-1305-3DAF0526BB7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7731DF49-8F85-5391-876E-A7EB805B5AE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2278000-50FE-47E8-AF22-75A54CDFEE3E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108341687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23B9A94-667B-13D0-B98A-5F8F528D5B09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BAA1DA42-5F13-6B84-FD77-1A2D9736FBD1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AFA1B389-1386-9B44-A028-14B193D959CE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840A088A-8178-5B4F-D8CC-DD8B729B6A3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8F8EFD7-75C5-42AC-85A4-951C27100165}" type="datetimeFigureOut">
              <a:rPr lang="en-US" smtClean="0"/>
              <a:t>10/24/2024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207F72A7-C2E9-B550-1751-9ACE3C977FB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90CA83BF-09DE-CA1B-8793-33F006EB6B9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2278000-50FE-47E8-AF22-75A54CDFEE3E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80927573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412ADF9-FE00-6CED-FF52-B903E9B7C972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>
            <a:extLst>
              <a:ext uri="{FF2B5EF4-FFF2-40B4-BE49-F238E27FC236}">
                <a16:creationId xmlns:a16="http://schemas.microsoft.com/office/drawing/2014/main" id="{16248714-3D8E-9C1D-6D9D-719B1166ECD9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CAD04853-52EC-D593-CC7D-E39294C9D990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A2A969FA-58DA-E677-E606-02E192B0F1E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8F8EFD7-75C5-42AC-85A4-951C27100165}" type="datetimeFigureOut">
              <a:rPr lang="en-US" smtClean="0"/>
              <a:t>10/24/2024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50DAC88B-0BB4-3B49-E10C-90F9EC63AAC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875DCE51-B5C9-2DB0-1E02-64018BB783A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2278000-50FE-47E8-AF22-75A54CDFEE3E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416206140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A427A50-04AA-1FF4-C72F-0291021283C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77519AF8-63B1-448B-2219-C22031813BFB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64B01FE1-4571-8746-1E6A-E3ABAA0AA2E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8F8EFD7-75C5-42AC-85A4-951C27100165}" type="datetimeFigureOut">
              <a:rPr lang="en-US" smtClean="0"/>
              <a:t>10/24/2024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298341A0-FD33-79FA-34B5-512C114DC87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C71239E5-359A-3C7D-8B45-DCDBD2EA192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2278000-50FE-47E8-AF22-75A54CDFEE3E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11921847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>
            <a:extLst>
              <a:ext uri="{FF2B5EF4-FFF2-40B4-BE49-F238E27FC236}">
                <a16:creationId xmlns:a16="http://schemas.microsoft.com/office/drawing/2014/main" id="{07776F7D-48FE-8646-88F9-A77EC47468AA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995D2C3D-4A00-1C3F-A884-933F8B7A92A9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4D413F33-F2CF-DF75-B2AC-B35BA29E7F4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8F8EFD7-75C5-42AC-85A4-951C27100165}" type="datetimeFigureOut">
              <a:rPr lang="en-US" smtClean="0"/>
              <a:t>10/24/2024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C9981849-D7D9-2B1C-20E3-3A964FAF020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9CD9AC72-70CE-6E5A-97D3-8BB3EA3391A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2278000-50FE-47E8-AF22-75A54CDFEE3E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756873264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>
            <a:extLst>
              <a:ext uri="{FF2B5EF4-FFF2-40B4-BE49-F238E27FC236}">
                <a16:creationId xmlns:a16="http://schemas.microsoft.com/office/drawing/2014/main" id="{6EBA6BB8-DF4D-DF42-7DEA-5D9D7D024653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DA14AA9D-46AC-1C80-03D6-E890747A6C7B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1D6898FD-2DA1-0116-AF6B-8D516CED21C5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28F8EFD7-75C5-42AC-85A4-951C27100165}" type="datetimeFigureOut">
              <a:rPr lang="en-US" smtClean="0"/>
              <a:t>10/24/2024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2BBDC690-51E5-42E8-7B2A-05A3272B18BF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F908B167-0C88-9CCB-9287-D0C23C020137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A2278000-50FE-47E8-AF22-75A54CDFEE3E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956224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7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7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7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png"/><Relationship Id="rId1" Type="http://schemas.openxmlformats.org/officeDocument/2006/relationships/slideLayout" Target="../slideLayouts/slideLayout7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image" Target="../media/image5.png"/><Relationship Id="rId1" Type="http://schemas.openxmlformats.org/officeDocument/2006/relationships/slideLayout" Target="../slideLayouts/slideLayout7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image" Target="../media/image6.png"/><Relationship Id="rId1" Type="http://schemas.openxmlformats.org/officeDocument/2006/relationships/slideLayout" Target="../slideLayouts/slideLayout7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image" Target="../media/image7.png"/><Relationship Id="rId1" Type="http://schemas.openxmlformats.org/officeDocument/2006/relationships/slideLayout" Target="../slideLayouts/slideLayout7.xml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image" Target="../media/image8.png"/><Relationship Id="rId1" Type="http://schemas.openxmlformats.org/officeDocument/2006/relationships/slideLayout" Target="../slideLayouts/slideLayout7.xml"/></Relationships>
</file>

<file path=ppt/slides/_rels/slide11.xml.rels><?xml version="1.0" encoding="UTF-8" standalone="yes"?>
<Relationships xmlns="http://schemas.openxmlformats.org/package/2006/relationships"><Relationship Id="rId2" Type="http://schemas.openxmlformats.org/officeDocument/2006/relationships/image" Target="../media/image9.png"/><Relationship Id="rId1" Type="http://schemas.openxmlformats.org/officeDocument/2006/relationships/slideLayout" Target="../slideLayouts/slideLayout7.xml"/></Relationships>
</file>

<file path=ppt/slides/_rels/slide12.xml.rels><?xml version="1.0" encoding="UTF-8" standalone="yes"?>
<Relationships xmlns="http://schemas.openxmlformats.org/package/2006/relationships"><Relationship Id="rId2" Type="http://schemas.openxmlformats.org/officeDocument/2006/relationships/image" Target="../media/image10.png"/><Relationship Id="rId1" Type="http://schemas.openxmlformats.org/officeDocument/2006/relationships/slideLayout" Target="../slideLayouts/slideLayout7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4.xml.rels><?xml version="1.0" encoding="UTF-8" standalone="yes"?>
<Relationships xmlns="http://schemas.openxmlformats.org/package/2006/relationships"><Relationship Id="rId2" Type="http://schemas.openxmlformats.org/officeDocument/2006/relationships/image" Target="../media/image11.png"/><Relationship Id="rId1" Type="http://schemas.openxmlformats.org/officeDocument/2006/relationships/slideLayout" Target="../slideLayouts/slideLayout7.xml"/></Relationships>
</file>

<file path=ppt/slides/_rels/slide15.xml.rels><?xml version="1.0" encoding="UTF-8" standalone="yes"?>
<Relationships xmlns="http://schemas.openxmlformats.org/package/2006/relationships"><Relationship Id="rId2" Type="http://schemas.openxmlformats.org/officeDocument/2006/relationships/image" Target="../media/image12.png"/><Relationship Id="rId1" Type="http://schemas.openxmlformats.org/officeDocument/2006/relationships/slideLayout" Target="../slideLayouts/slideLayout7.xml"/></Relationships>
</file>

<file path=ppt/slides/_rels/slide16.xml.rels><?xml version="1.0" encoding="UTF-8" standalone="yes"?>
<Relationships xmlns="http://schemas.openxmlformats.org/package/2006/relationships"><Relationship Id="rId2" Type="http://schemas.openxmlformats.org/officeDocument/2006/relationships/image" Target="../media/image13.png"/><Relationship Id="rId1" Type="http://schemas.openxmlformats.org/officeDocument/2006/relationships/slideLayout" Target="../slideLayouts/slideLayout7.xml"/></Relationships>
</file>

<file path=ppt/slides/_rels/slide17.xml.rels><?xml version="1.0" encoding="UTF-8" standalone="yes"?>
<Relationships xmlns="http://schemas.openxmlformats.org/package/2006/relationships"><Relationship Id="rId2" Type="http://schemas.openxmlformats.org/officeDocument/2006/relationships/image" Target="../media/image14.png"/><Relationship Id="rId1" Type="http://schemas.openxmlformats.org/officeDocument/2006/relationships/slideLayout" Target="../slideLayouts/slideLayout7.xml"/></Relationships>
</file>

<file path=ppt/slides/_rels/slide18.xml.rels><?xml version="1.0" encoding="UTF-8" standalone="yes"?>
<Relationships xmlns="http://schemas.openxmlformats.org/package/2006/relationships"><Relationship Id="rId2" Type="http://schemas.openxmlformats.org/officeDocument/2006/relationships/image" Target="../media/image15.png"/><Relationship Id="rId1" Type="http://schemas.openxmlformats.org/officeDocument/2006/relationships/slideLayout" Target="../slideLayouts/slideLayout7.xml"/></Relationships>
</file>

<file path=ppt/slides/_rels/slide1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0.xml.rels><?xml version="1.0" encoding="UTF-8" standalone="yes"?>
<Relationships xmlns="http://schemas.openxmlformats.org/package/2006/relationships"><Relationship Id="rId2" Type="http://schemas.openxmlformats.org/officeDocument/2006/relationships/image" Target="../media/image16.png"/><Relationship Id="rId1" Type="http://schemas.openxmlformats.org/officeDocument/2006/relationships/slideLayout" Target="../slideLayouts/slideLayout7.xml"/></Relationships>
</file>

<file path=ppt/slides/_rels/slide2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7.png"/><Relationship Id="rId1" Type="http://schemas.openxmlformats.org/officeDocument/2006/relationships/slideLayout" Target="../slideLayouts/slideLayout7.xml"/></Relationships>
</file>

<file path=ppt/slides/_rels/slide2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3.xml.rels><?xml version="1.0" encoding="UTF-8" standalone="yes"?>
<Relationships xmlns="http://schemas.openxmlformats.org/package/2006/relationships"><Relationship Id="rId2" Type="http://schemas.openxmlformats.org/officeDocument/2006/relationships/image" Target="../media/image18.png"/><Relationship Id="rId1" Type="http://schemas.openxmlformats.org/officeDocument/2006/relationships/slideLayout" Target="../slideLayouts/slideLayout7.xml"/></Relationships>
</file>

<file path=ppt/slides/_rels/slide24.xml.rels><?xml version="1.0" encoding="UTF-8" standalone="yes"?>
<Relationships xmlns="http://schemas.openxmlformats.org/package/2006/relationships"><Relationship Id="rId2" Type="http://schemas.openxmlformats.org/officeDocument/2006/relationships/image" Target="../media/image19.png"/><Relationship Id="rId1" Type="http://schemas.openxmlformats.org/officeDocument/2006/relationships/slideLayout" Target="../slideLayouts/slideLayout7.xml"/></Relationships>
</file>

<file path=ppt/slides/_rels/slide25.xml.rels><?xml version="1.0" encoding="UTF-8" standalone="yes"?>
<Relationships xmlns="http://schemas.openxmlformats.org/package/2006/relationships"><Relationship Id="rId2" Type="http://schemas.openxmlformats.org/officeDocument/2006/relationships/image" Target="../media/image20.png"/><Relationship Id="rId1" Type="http://schemas.openxmlformats.org/officeDocument/2006/relationships/slideLayout" Target="../slideLayouts/slideLayout7.xml"/></Relationships>
</file>

<file path=ppt/slides/_rels/slide26.xml.rels><?xml version="1.0" encoding="UTF-8" standalone="yes"?>
<Relationships xmlns="http://schemas.openxmlformats.org/package/2006/relationships"><Relationship Id="rId2" Type="http://schemas.openxmlformats.org/officeDocument/2006/relationships/image" Target="../media/image21.png"/><Relationship Id="rId1" Type="http://schemas.openxmlformats.org/officeDocument/2006/relationships/slideLayout" Target="../slideLayouts/slideLayout7.xml"/></Relationships>
</file>

<file path=ppt/slides/_rels/slide2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9.xml.rels><?xml version="1.0" encoding="UTF-8" standalone="yes"?>
<Relationships xmlns="http://schemas.openxmlformats.org/package/2006/relationships"><Relationship Id="rId2" Type="http://schemas.openxmlformats.org/officeDocument/2006/relationships/image" Target="../media/image22.png"/><Relationship Id="rId1" Type="http://schemas.openxmlformats.org/officeDocument/2006/relationships/slideLayout" Target="../slideLayouts/slideLayout7.xml"/></Relationships>
</file>

<file path=ppt/slides/_rels/slide3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1.xml.rels><?xml version="1.0" encoding="UTF-8" standalone="yes"?>
<Relationships xmlns="http://schemas.openxmlformats.org/package/2006/relationships"><Relationship Id="rId2" Type="http://schemas.openxmlformats.org/officeDocument/2006/relationships/image" Target="../media/image23.png"/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extBox 3">
            <a:extLst>
              <a:ext uri="{FF2B5EF4-FFF2-40B4-BE49-F238E27FC236}">
                <a16:creationId xmlns:a16="http://schemas.microsoft.com/office/drawing/2014/main" id="{ADC29C1E-686B-659F-2361-5E99D37B8237}"/>
              </a:ext>
            </a:extLst>
          </p:cNvPr>
          <p:cNvSpPr txBox="1"/>
          <p:nvPr/>
        </p:nvSpPr>
        <p:spPr>
          <a:xfrm>
            <a:off x="3047223" y="2227735"/>
            <a:ext cx="6097554" cy="2148793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457200" marR="0" indent="-228600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</a:pPr>
            <a:r>
              <a:rPr lang="en-US" sz="6000" dirty="0">
                <a:effectLst/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Data Visualization Part </a:t>
            </a:r>
            <a:r>
              <a:rPr lang="en-US" sz="6000" dirty="0"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3</a:t>
            </a:r>
            <a:endParaRPr lang="en-US" sz="6000" dirty="0">
              <a:effectLst/>
              <a:latin typeface="Calibri" panose="020F0502020204030204" pitchFamily="34" charset="0"/>
              <a:ea typeface="Calibri" panose="020F0502020204030204" pitchFamily="34" charset="0"/>
              <a:cs typeface="Times New Roman" panose="02020603050405020304" pitchFamily="18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638861158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Box 2">
            <a:extLst>
              <a:ext uri="{FF2B5EF4-FFF2-40B4-BE49-F238E27FC236}">
                <a16:creationId xmlns:a16="http://schemas.microsoft.com/office/drawing/2014/main" id="{FAD6757D-0CEA-B555-7400-A14904244978}"/>
              </a:ext>
            </a:extLst>
          </p:cNvPr>
          <p:cNvSpPr txBox="1"/>
          <p:nvPr/>
        </p:nvSpPr>
        <p:spPr>
          <a:xfrm>
            <a:off x="3048000" y="736070"/>
            <a:ext cx="6096000" cy="71846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0" marR="0" algn="ctr">
              <a:lnSpc>
                <a:spcPct val="107000"/>
              </a:lnSpc>
              <a:spcBef>
                <a:spcPts val="0"/>
              </a:spcBef>
              <a:spcAft>
                <a:spcPts val="800"/>
              </a:spcAft>
            </a:pPr>
            <a:r>
              <a:rPr lang="en-US" sz="4000" b="1" kern="100" dirty="0">
                <a:effectLst/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Data 1 - </a:t>
            </a:r>
            <a:r>
              <a:rPr lang="en-US" sz="4000" b="1" kern="100" dirty="0" err="1">
                <a:effectLst/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mtcars</a:t>
            </a:r>
            <a:endParaRPr lang="en-US" sz="4000" kern="100" dirty="0">
              <a:effectLst/>
              <a:latin typeface="Calibri" panose="020F0502020204030204" pitchFamily="34" charset="0"/>
              <a:ea typeface="Calibri" panose="020F0502020204030204" pitchFamily="34" charset="0"/>
              <a:cs typeface="Times New Roman" panose="02020603050405020304" pitchFamily="18" charset="0"/>
            </a:endParaRPr>
          </a:p>
        </p:txBody>
      </p:sp>
      <p:pic>
        <p:nvPicPr>
          <p:cNvPr id="2" name="Picture 1">
            <a:extLst>
              <a:ext uri="{FF2B5EF4-FFF2-40B4-BE49-F238E27FC236}">
                <a16:creationId xmlns:a16="http://schemas.microsoft.com/office/drawing/2014/main" id="{EC308465-0AAF-2FAC-EADE-2147EF7F8962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67577" y="1720984"/>
            <a:ext cx="10056846" cy="4674929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993590842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Box 2">
            <a:extLst>
              <a:ext uri="{FF2B5EF4-FFF2-40B4-BE49-F238E27FC236}">
                <a16:creationId xmlns:a16="http://schemas.microsoft.com/office/drawing/2014/main" id="{FAD6757D-0CEA-B555-7400-A14904244978}"/>
              </a:ext>
            </a:extLst>
          </p:cNvPr>
          <p:cNvSpPr txBox="1"/>
          <p:nvPr/>
        </p:nvSpPr>
        <p:spPr>
          <a:xfrm>
            <a:off x="3048000" y="736070"/>
            <a:ext cx="6096000" cy="71846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0" marR="0" algn="ctr">
              <a:lnSpc>
                <a:spcPct val="107000"/>
              </a:lnSpc>
              <a:spcBef>
                <a:spcPts val="0"/>
              </a:spcBef>
              <a:spcAft>
                <a:spcPts val="800"/>
              </a:spcAft>
            </a:pPr>
            <a:r>
              <a:rPr lang="en-US" sz="4000" b="1" kern="100" dirty="0">
                <a:effectLst/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Data 2 - penguins</a:t>
            </a:r>
            <a:endParaRPr lang="en-US" sz="4000" kern="100" dirty="0">
              <a:effectLst/>
              <a:latin typeface="Calibri" panose="020F0502020204030204" pitchFamily="34" charset="0"/>
              <a:ea typeface="Calibri" panose="020F0502020204030204" pitchFamily="34" charset="0"/>
              <a:cs typeface="Times New Roman" panose="02020603050405020304" pitchFamily="18" charset="0"/>
            </a:endParaRPr>
          </a:p>
        </p:txBody>
      </p:sp>
      <p:pic>
        <p:nvPicPr>
          <p:cNvPr id="2" name="Picture 1">
            <a:extLst>
              <a:ext uri="{FF2B5EF4-FFF2-40B4-BE49-F238E27FC236}">
                <a16:creationId xmlns:a16="http://schemas.microsoft.com/office/drawing/2014/main" id="{EF7C99C8-41A1-F9D0-1348-580095E802D4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25590" y="1680540"/>
            <a:ext cx="10140820" cy="482014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04614709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extBox 3">
            <a:extLst>
              <a:ext uri="{FF2B5EF4-FFF2-40B4-BE49-F238E27FC236}">
                <a16:creationId xmlns:a16="http://schemas.microsoft.com/office/drawing/2014/main" id="{BB64267E-B14E-BD23-B48F-2B524CA06A45}"/>
              </a:ext>
            </a:extLst>
          </p:cNvPr>
          <p:cNvSpPr txBox="1"/>
          <p:nvPr/>
        </p:nvSpPr>
        <p:spPr>
          <a:xfrm>
            <a:off x="0" y="2386791"/>
            <a:ext cx="12192000" cy="208441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0" marR="0" algn="ctr">
              <a:lnSpc>
                <a:spcPct val="107000"/>
              </a:lnSpc>
              <a:spcBef>
                <a:spcPts val="0"/>
              </a:spcBef>
              <a:spcAft>
                <a:spcPts val="800"/>
              </a:spcAft>
            </a:pPr>
            <a:r>
              <a:rPr lang="en-US" sz="4000" b="1" kern="100" dirty="0">
                <a:effectLst/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Changing Colors in Plots</a:t>
            </a:r>
            <a:endParaRPr lang="en-US" sz="4000" kern="100" dirty="0">
              <a:effectLst/>
              <a:latin typeface="Calibri" panose="020F0502020204030204" pitchFamily="34" charset="0"/>
              <a:ea typeface="Calibri" panose="020F0502020204030204" pitchFamily="34" charset="0"/>
              <a:cs typeface="Times New Roman" panose="02020603050405020304" pitchFamily="18" charset="0"/>
            </a:endParaRPr>
          </a:p>
          <a:p>
            <a:pPr marL="0" marR="0" algn="ctr">
              <a:lnSpc>
                <a:spcPct val="107000"/>
              </a:lnSpc>
              <a:spcBef>
                <a:spcPts val="0"/>
              </a:spcBef>
              <a:spcAft>
                <a:spcPts val="800"/>
              </a:spcAft>
            </a:pPr>
            <a:r>
              <a:rPr lang="en-US" sz="4000" b="1" kern="100" dirty="0">
                <a:effectLst/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Univariate Displays</a:t>
            </a:r>
            <a:endParaRPr lang="en-US" sz="4000" kern="100" dirty="0">
              <a:effectLst/>
              <a:latin typeface="Calibri" panose="020F0502020204030204" pitchFamily="34" charset="0"/>
              <a:ea typeface="Calibri" panose="020F0502020204030204" pitchFamily="34" charset="0"/>
              <a:cs typeface="Times New Roman" panose="02020603050405020304" pitchFamily="18" charset="0"/>
            </a:endParaRPr>
          </a:p>
          <a:p>
            <a:pPr marL="0" marR="0">
              <a:lnSpc>
                <a:spcPct val="107000"/>
              </a:lnSpc>
              <a:spcBef>
                <a:spcPts val="0"/>
              </a:spcBef>
              <a:spcAft>
                <a:spcPts val="800"/>
              </a:spcAft>
            </a:pPr>
            <a:r>
              <a:rPr lang="en-US" sz="3000" kern="100" dirty="0">
                <a:effectLst/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 </a:t>
            </a:r>
            <a:endParaRPr lang="en-US" sz="3000" kern="100" dirty="0">
              <a:effectLst/>
              <a:latin typeface="Calibri" panose="020F0502020204030204" pitchFamily="34" charset="0"/>
              <a:ea typeface="Calibri" panose="020F0502020204030204" pitchFamily="34" charset="0"/>
              <a:cs typeface="Times New Roman" panose="02020603050405020304" pitchFamily="18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3822914983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1">
            <a:extLst>
              <a:ext uri="{FF2B5EF4-FFF2-40B4-BE49-F238E27FC236}">
                <a16:creationId xmlns:a16="http://schemas.microsoft.com/office/drawing/2014/main" id="{0A5A33E0-C81B-1242-C8B6-56288C49E682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7293196" y="1943189"/>
            <a:ext cx="4412796" cy="3691257"/>
          </a:xfrm>
          <a:prstGeom prst="rect">
            <a:avLst/>
          </a:prstGeom>
        </p:spPr>
      </p:pic>
      <p:sp>
        <p:nvSpPr>
          <p:cNvPr id="4" name="TextBox 3">
            <a:extLst>
              <a:ext uri="{FF2B5EF4-FFF2-40B4-BE49-F238E27FC236}">
                <a16:creationId xmlns:a16="http://schemas.microsoft.com/office/drawing/2014/main" id="{BB64267E-B14E-BD23-B48F-2B524CA06A45}"/>
              </a:ext>
            </a:extLst>
          </p:cNvPr>
          <p:cNvSpPr txBox="1"/>
          <p:nvPr/>
        </p:nvSpPr>
        <p:spPr>
          <a:xfrm>
            <a:off x="361794" y="475426"/>
            <a:ext cx="11468411" cy="381739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0" marR="0" algn="just">
              <a:lnSpc>
                <a:spcPct val="107000"/>
              </a:lnSpc>
              <a:spcBef>
                <a:spcPts val="0"/>
              </a:spcBef>
              <a:spcAft>
                <a:spcPts val="800"/>
              </a:spcAft>
            </a:pPr>
            <a:r>
              <a:rPr lang="en-US" sz="3000" b="1" kern="100" dirty="0">
                <a:effectLst/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Example 1: </a:t>
            </a:r>
            <a:r>
              <a:rPr lang="en-US" sz="3000" kern="100" dirty="0">
                <a:effectLst/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Univariate simple bar graph (no color)</a:t>
            </a:r>
            <a:endParaRPr lang="en-US" sz="3000" kern="100" dirty="0">
              <a:effectLst/>
              <a:latin typeface="Calibri" panose="020F0502020204030204" pitchFamily="34" charset="0"/>
              <a:ea typeface="Calibri" panose="020F0502020204030204" pitchFamily="34" charset="0"/>
              <a:cs typeface="Times New Roman" panose="02020603050405020304" pitchFamily="18" charset="0"/>
            </a:endParaRPr>
          </a:p>
          <a:p>
            <a:pPr marL="0" marR="0" algn="just">
              <a:lnSpc>
                <a:spcPct val="107000"/>
              </a:lnSpc>
              <a:spcBef>
                <a:spcPts val="0"/>
              </a:spcBef>
              <a:spcAft>
                <a:spcPts val="800"/>
              </a:spcAft>
            </a:pPr>
            <a:r>
              <a:rPr lang="en-US" sz="3000" kern="100" dirty="0">
                <a:solidFill>
                  <a:srgbClr val="538135"/>
                </a:solidFill>
                <a:effectLst/>
                <a:latin typeface="Lucida Console" panose="020B0609040504020204" pitchFamily="49" charset="0"/>
                <a:ea typeface="Calibri" panose="020F0502020204030204" pitchFamily="34" charset="0"/>
                <a:cs typeface="Times New Roman" panose="02020603050405020304" pitchFamily="18" charset="0"/>
              </a:rPr>
              <a:t> </a:t>
            </a:r>
            <a:endParaRPr lang="en-US" sz="3000" kern="100" dirty="0">
              <a:effectLst/>
              <a:latin typeface="Calibri" panose="020F0502020204030204" pitchFamily="34" charset="0"/>
              <a:ea typeface="Calibri" panose="020F0502020204030204" pitchFamily="34" charset="0"/>
              <a:cs typeface="Times New Roman" panose="02020603050405020304" pitchFamily="18" charset="0"/>
            </a:endParaRPr>
          </a:p>
          <a:p>
            <a:pPr marL="0" marR="0" algn="just">
              <a:lnSpc>
                <a:spcPct val="107000"/>
              </a:lnSpc>
              <a:spcBef>
                <a:spcPts val="0"/>
              </a:spcBef>
              <a:spcAft>
                <a:spcPts val="800"/>
              </a:spcAft>
            </a:pPr>
            <a:r>
              <a:rPr lang="en-US" sz="3000" kern="100" dirty="0">
                <a:solidFill>
                  <a:srgbClr val="538135"/>
                </a:solidFill>
                <a:effectLst/>
                <a:latin typeface="Lucida Console" panose="020B0609040504020204" pitchFamily="49" charset="0"/>
                <a:ea typeface="Calibri" panose="020F0502020204030204" pitchFamily="34" charset="0"/>
                <a:cs typeface="Times New Roman" panose="02020603050405020304" pitchFamily="18" charset="0"/>
              </a:rPr>
              <a:t> </a:t>
            </a:r>
            <a:endParaRPr lang="en-US" sz="3000" kern="100" dirty="0">
              <a:effectLst/>
              <a:latin typeface="Calibri" panose="020F0502020204030204" pitchFamily="34" charset="0"/>
              <a:ea typeface="Calibri" panose="020F0502020204030204" pitchFamily="34" charset="0"/>
              <a:cs typeface="Times New Roman" panose="02020603050405020304" pitchFamily="18" charset="0"/>
            </a:endParaRPr>
          </a:p>
          <a:p>
            <a:pPr marL="0" marR="0" algn="just">
              <a:lnSpc>
                <a:spcPct val="107000"/>
              </a:lnSpc>
              <a:spcBef>
                <a:spcPts val="0"/>
              </a:spcBef>
              <a:spcAft>
                <a:spcPts val="800"/>
              </a:spcAft>
            </a:pPr>
            <a:r>
              <a:rPr lang="en-US" sz="2500" kern="100" dirty="0">
                <a:solidFill>
                  <a:srgbClr val="538135"/>
                </a:solidFill>
                <a:effectLst/>
                <a:latin typeface="Lucida Console" panose="020B0609040504020204" pitchFamily="49" charset="0"/>
                <a:ea typeface="Calibri" panose="020F0502020204030204" pitchFamily="34" charset="0"/>
                <a:cs typeface="Times New Roman" panose="02020603050405020304" pitchFamily="18" charset="0"/>
              </a:rPr>
              <a:t>fig_1 &lt;- </a:t>
            </a:r>
            <a:r>
              <a:rPr lang="en-US" sz="2500" kern="100" dirty="0" err="1">
                <a:solidFill>
                  <a:srgbClr val="538135"/>
                </a:solidFill>
                <a:effectLst/>
                <a:latin typeface="Lucida Console" panose="020B0609040504020204" pitchFamily="49" charset="0"/>
                <a:ea typeface="Calibri" panose="020F0502020204030204" pitchFamily="34" charset="0"/>
                <a:cs typeface="Times New Roman" panose="02020603050405020304" pitchFamily="18" charset="0"/>
              </a:rPr>
              <a:t>mtcars</a:t>
            </a:r>
            <a:r>
              <a:rPr lang="en-US" sz="2500" kern="100" dirty="0">
                <a:solidFill>
                  <a:srgbClr val="538135"/>
                </a:solidFill>
                <a:effectLst/>
                <a:latin typeface="Lucida Console" panose="020B0609040504020204" pitchFamily="49" charset="0"/>
                <a:ea typeface="Calibri" panose="020F0502020204030204" pitchFamily="34" charset="0"/>
                <a:cs typeface="Times New Roman" panose="02020603050405020304" pitchFamily="18" charset="0"/>
              </a:rPr>
              <a:t> %&gt;%</a:t>
            </a:r>
            <a:endParaRPr lang="en-US" sz="2500" kern="100" dirty="0">
              <a:effectLst/>
              <a:latin typeface="Calibri" panose="020F0502020204030204" pitchFamily="34" charset="0"/>
              <a:ea typeface="Calibri" panose="020F0502020204030204" pitchFamily="34" charset="0"/>
              <a:cs typeface="Times New Roman" panose="02020603050405020304" pitchFamily="18" charset="0"/>
            </a:endParaRPr>
          </a:p>
          <a:p>
            <a:pPr marL="0" marR="0" algn="just">
              <a:lnSpc>
                <a:spcPct val="107000"/>
              </a:lnSpc>
              <a:spcBef>
                <a:spcPts val="0"/>
              </a:spcBef>
              <a:spcAft>
                <a:spcPts val="800"/>
              </a:spcAft>
            </a:pPr>
            <a:r>
              <a:rPr lang="en-US" sz="2500" kern="100" dirty="0">
                <a:solidFill>
                  <a:srgbClr val="538135"/>
                </a:solidFill>
                <a:effectLst/>
                <a:latin typeface="Lucida Console" panose="020B0609040504020204" pitchFamily="49" charset="0"/>
                <a:ea typeface="Calibri" panose="020F0502020204030204" pitchFamily="34" charset="0"/>
                <a:cs typeface="Times New Roman" panose="02020603050405020304" pitchFamily="18" charset="0"/>
              </a:rPr>
              <a:t>  </a:t>
            </a:r>
            <a:r>
              <a:rPr lang="en-US" sz="2500" kern="100" dirty="0" err="1">
                <a:solidFill>
                  <a:srgbClr val="538135"/>
                </a:solidFill>
                <a:effectLst/>
                <a:latin typeface="Lucida Console" panose="020B0609040504020204" pitchFamily="49" charset="0"/>
                <a:ea typeface="Calibri" panose="020F0502020204030204" pitchFamily="34" charset="0"/>
                <a:cs typeface="Times New Roman" panose="02020603050405020304" pitchFamily="18" charset="0"/>
              </a:rPr>
              <a:t>ggplot</a:t>
            </a:r>
            <a:r>
              <a:rPr lang="en-US" sz="2500" kern="100" dirty="0">
                <a:solidFill>
                  <a:srgbClr val="538135"/>
                </a:solidFill>
                <a:effectLst/>
                <a:latin typeface="Lucida Console" panose="020B0609040504020204" pitchFamily="49" charset="0"/>
                <a:ea typeface="Calibri" panose="020F0502020204030204" pitchFamily="34" charset="0"/>
                <a:cs typeface="Times New Roman" panose="02020603050405020304" pitchFamily="18" charset="0"/>
              </a:rPr>
              <a:t>(</a:t>
            </a:r>
            <a:r>
              <a:rPr lang="en-US" sz="2500" kern="100" dirty="0" err="1">
                <a:solidFill>
                  <a:srgbClr val="538135"/>
                </a:solidFill>
                <a:effectLst/>
                <a:latin typeface="Lucida Console" panose="020B0609040504020204" pitchFamily="49" charset="0"/>
                <a:ea typeface="Calibri" panose="020F0502020204030204" pitchFamily="34" charset="0"/>
                <a:cs typeface="Times New Roman" panose="02020603050405020304" pitchFamily="18" charset="0"/>
              </a:rPr>
              <a:t>aes</a:t>
            </a:r>
            <a:r>
              <a:rPr lang="en-US" sz="2500" kern="100" dirty="0">
                <a:solidFill>
                  <a:srgbClr val="538135"/>
                </a:solidFill>
                <a:effectLst/>
                <a:latin typeface="Lucida Console" panose="020B0609040504020204" pitchFamily="49" charset="0"/>
                <a:ea typeface="Calibri" panose="020F0502020204030204" pitchFamily="34" charset="0"/>
                <a:cs typeface="Times New Roman" panose="02020603050405020304" pitchFamily="18" charset="0"/>
              </a:rPr>
              <a:t>(x = factor(</a:t>
            </a:r>
            <a:r>
              <a:rPr lang="en-US" sz="2500" kern="100" dirty="0" err="1">
                <a:solidFill>
                  <a:srgbClr val="538135"/>
                </a:solidFill>
                <a:effectLst/>
                <a:latin typeface="Lucida Console" panose="020B0609040504020204" pitchFamily="49" charset="0"/>
                <a:ea typeface="Calibri" panose="020F0502020204030204" pitchFamily="34" charset="0"/>
                <a:cs typeface="Times New Roman" panose="02020603050405020304" pitchFamily="18" charset="0"/>
              </a:rPr>
              <a:t>cyl</a:t>
            </a:r>
            <a:r>
              <a:rPr lang="en-US" sz="2500" kern="100" dirty="0">
                <a:solidFill>
                  <a:srgbClr val="538135"/>
                </a:solidFill>
                <a:effectLst/>
                <a:latin typeface="Lucida Console" panose="020B0609040504020204" pitchFamily="49" charset="0"/>
                <a:ea typeface="Calibri" panose="020F0502020204030204" pitchFamily="34" charset="0"/>
                <a:cs typeface="Times New Roman" panose="02020603050405020304" pitchFamily="18" charset="0"/>
              </a:rPr>
              <a:t>))) +</a:t>
            </a:r>
            <a:endParaRPr lang="en-US" sz="2500" kern="100" dirty="0">
              <a:effectLst/>
              <a:latin typeface="Calibri" panose="020F0502020204030204" pitchFamily="34" charset="0"/>
              <a:ea typeface="Calibri" panose="020F0502020204030204" pitchFamily="34" charset="0"/>
              <a:cs typeface="Times New Roman" panose="02020603050405020304" pitchFamily="18" charset="0"/>
            </a:endParaRPr>
          </a:p>
          <a:p>
            <a:pPr marL="0" marR="0" algn="just">
              <a:lnSpc>
                <a:spcPct val="107000"/>
              </a:lnSpc>
              <a:spcBef>
                <a:spcPts val="0"/>
              </a:spcBef>
              <a:spcAft>
                <a:spcPts val="800"/>
              </a:spcAft>
            </a:pPr>
            <a:r>
              <a:rPr lang="en-US" sz="2500" kern="100" dirty="0">
                <a:solidFill>
                  <a:srgbClr val="538135"/>
                </a:solidFill>
                <a:effectLst/>
                <a:latin typeface="Lucida Console" panose="020B0609040504020204" pitchFamily="49" charset="0"/>
                <a:ea typeface="Calibri" panose="020F0502020204030204" pitchFamily="34" charset="0"/>
                <a:cs typeface="Times New Roman" panose="02020603050405020304" pitchFamily="18" charset="0"/>
              </a:rPr>
              <a:t>  </a:t>
            </a:r>
            <a:r>
              <a:rPr lang="en-US" sz="2500" kern="100" dirty="0" err="1">
                <a:solidFill>
                  <a:srgbClr val="538135"/>
                </a:solidFill>
                <a:effectLst/>
                <a:latin typeface="Lucida Console" panose="020B0609040504020204" pitchFamily="49" charset="0"/>
                <a:ea typeface="Calibri" panose="020F0502020204030204" pitchFamily="34" charset="0"/>
                <a:cs typeface="Times New Roman" panose="02020603050405020304" pitchFamily="18" charset="0"/>
              </a:rPr>
              <a:t>geom_bar</a:t>
            </a:r>
            <a:r>
              <a:rPr lang="en-US" sz="2500" kern="100" dirty="0">
                <a:solidFill>
                  <a:srgbClr val="538135"/>
                </a:solidFill>
                <a:effectLst/>
                <a:latin typeface="Lucida Console" panose="020B0609040504020204" pitchFamily="49" charset="0"/>
                <a:ea typeface="Calibri" panose="020F0502020204030204" pitchFamily="34" charset="0"/>
                <a:cs typeface="Times New Roman" panose="02020603050405020304" pitchFamily="18" charset="0"/>
              </a:rPr>
              <a:t>() </a:t>
            </a:r>
            <a:endParaRPr lang="en-US" sz="2500" kern="100" dirty="0">
              <a:effectLst/>
              <a:latin typeface="Calibri" panose="020F0502020204030204" pitchFamily="34" charset="0"/>
              <a:ea typeface="Calibri" panose="020F0502020204030204" pitchFamily="34" charset="0"/>
              <a:cs typeface="Times New Roman" panose="02020603050405020304" pitchFamily="18" charset="0"/>
            </a:endParaRPr>
          </a:p>
          <a:p>
            <a:pPr marL="0" marR="0" algn="just">
              <a:lnSpc>
                <a:spcPct val="107000"/>
              </a:lnSpc>
              <a:spcBef>
                <a:spcPts val="0"/>
              </a:spcBef>
              <a:spcAft>
                <a:spcPts val="800"/>
              </a:spcAft>
            </a:pPr>
            <a:r>
              <a:rPr lang="en-US" sz="2500" kern="100" dirty="0">
                <a:solidFill>
                  <a:srgbClr val="538135"/>
                </a:solidFill>
                <a:effectLst/>
                <a:latin typeface="Lucida Console" panose="020B0609040504020204" pitchFamily="49" charset="0"/>
                <a:ea typeface="Calibri" panose="020F0502020204030204" pitchFamily="34" charset="0"/>
                <a:cs typeface="Times New Roman" panose="02020603050405020304" pitchFamily="18" charset="0"/>
              </a:rPr>
              <a:t>fig_1</a:t>
            </a:r>
            <a:endParaRPr lang="en-US" sz="2500" kern="100" dirty="0">
              <a:effectLst/>
              <a:latin typeface="Calibri" panose="020F0502020204030204" pitchFamily="34" charset="0"/>
              <a:ea typeface="Calibri" panose="020F0502020204030204" pitchFamily="34" charset="0"/>
              <a:cs typeface="Times New Roman" panose="02020603050405020304" pitchFamily="18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478302482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1">
            <a:extLst>
              <a:ext uri="{FF2B5EF4-FFF2-40B4-BE49-F238E27FC236}">
                <a16:creationId xmlns:a16="http://schemas.microsoft.com/office/drawing/2014/main" id="{FE28998A-C747-CE72-1F0F-1096FAFBCE8E}"/>
              </a:ext>
            </a:extLst>
          </p:cNvPr>
          <p:cNvPicPr>
            <a:picLocks noChangeAspect="1"/>
          </p:cNvPicPr>
          <p:nvPr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7246484" y="1872343"/>
            <a:ext cx="4318560" cy="3454173"/>
          </a:xfrm>
          <a:prstGeom prst="rect">
            <a:avLst/>
          </a:prstGeom>
        </p:spPr>
      </p:pic>
      <p:sp>
        <p:nvSpPr>
          <p:cNvPr id="4" name="TextBox 3">
            <a:extLst>
              <a:ext uri="{FF2B5EF4-FFF2-40B4-BE49-F238E27FC236}">
                <a16:creationId xmlns:a16="http://schemas.microsoft.com/office/drawing/2014/main" id="{A005C7D5-CF23-0351-8A6D-425A4865BA1B}"/>
              </a:ext>
            </a:extLst>
          </p:cNvPr>
          <p:cNvSpPr txBox="1"/>
          <p:nvPr/>
        </p:nvSpPr>
        <p:spPr>
          <a:xfrm>
            <a:off x="557348" y="670838"/>
            <a:ext cx="11268891" cy="381739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0" marR="0" algn="just">
              <a:lnSpc>
                <a:spcPct val="107000"/>
              </a:lnSpc>
              <a:spcBef>
                <a:spcPts val="0"/>
              </a:spcBef>
              <a:spcAft>
                <a:spcPts val="800"/>
              </a:spcAft>
            </a:pPr>
            <a:r>
              <a:rPr lang="en-US" sz="3000" b="1" kern="100" dirty="0">
                <a:effectLst/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Example 2:</a:t>
            </a:r>
            <a:r>
              <a:rPr lang="en-US" sz="3000" kern="100" dirty="0">
                <a:effectLst/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 Fills all the bars with the same color. </a:t>
            </a:r>
            <a:endParaRPr lang="en-US" sz="3000" kern="100" dirty="0">
              <a:effectLst/>
              <a:latin typeface="Calibri" panose="020F0502020204030204" pitchFamily="34" charset="0"/>
              <a:ea typeface="Calibri" panose="020F0502020204030204" pitchFamily="34" charset="0"/>
              <a:cs typeface="Times New Roman" panose="02020603050405020304" pitchFamily="18" charset="0"/>
            </a:endParaRPr>
          </a:p>
          <a:p>
            <a:pPr marL="0" marR="0" algn="just">
              <a:lnSpc>
                <a:spcPct val="107000"/>
              </a:lnSpc>
              <a:spcBef>
                <a:spcPts val="0"/>
              </a:spcBef>
              <a:spcAft>
                <a:spcPts val="800"/>
              </a:spcAft>
            </a:pPr>
            <a:r>
              <a:rPr lang="en-US" sz="3000" kern="100" dirty="0">
                <a:effectLst/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 </a:t>
            </a:r>
            <a:endParaRPr lang="en-US" sz="3000" kern="100" dirty="0">
              <a:effectLst/>
              <a:latin typeface="Calibri" panose="020F0502020204030204" pitchFamily="34" charset="0"/>
              <a:ea typeface="Calibri" panose="020F0502020204030204" pitchFamily="34" charset="0"/>
              <a:cs typeface="Times New Roman" panose="02020603050405020304" pitchFamily="18" charset="0"/>
            </a:endParaRPr>
          </a:p>
          <a:p>
            <a:pPr marL="0" marR="0" algn="just">
              <a:lnSpc>
                <a:spcPct val="107000"/>
              </a:lnSpc>
              <a:spcBef>
                <a:spcPts val="0"/>
              </a:spcBef>
              <a:spcAft>
                <a:spcPts val="800"/>
              </a:spcAft>
            </a:pPr>
            <a:r>
              <a:rPr lang="en-US" sz="3000" kern="100" dirty="0">
                <a:effectLst/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 </a:t>
            </a:r>
            <a:endParaRPr lang="en-US" sz="3000" kern="100" dirty="0">
              <a:effectLst/>
              <a:latin typeface="Calibri" panose="020F0502020204030204" pitchFamily="34" charset="0"/>
              <a:ea typeface="Calibri" panose="020F0502020204030204" pitchFamily="34" charset="0"/>
              <a:cs typeface="Times New Roman" panose="02020603050405020304" pitchFamily="18" charset="0"/>
            </a:endParaRPr>
          </a:p>
          <a:p>
            <a:pPr marL="0" marR="0" algn="just">
              <a:lnSpc>
                <a:spcPct val="107000"/>
              </a:lnSpc>
              <a:spcBef>
                <a:spcPts val="0"/>
              </a:spcBef>
              <a:spcAft>
                <a:spcPts val="800"/>
              </a:spcAft>
            </a:pPr>
            <a:r>
              <a:rPr lang="en-US" sz="2500" kern="100" dirty="0">
                <a:solidFill>
                  <a:srgbClr val="538135"/>
                </a:solidFill>
                <a:effectLst/>
                <a:latin typeface="Lucida Console" panose="020B0609040504020204" pitchFamily="49" charset="0"/>
                <a:ea typeface="Calibri" panose="020F0502020204030204" pitchFamily="34" charset="0"/>
                <a:cs typeface="Times New Roman" panose="02020603050405020304" pitchFamily="18" charset="0"/>
              </a:rPr>
              <a:t>fig_2 &lt;- </a:t>
            </a:r>
            <a:r>
              <a:rPr lang="en-US" sz="2500" kern="100" dirty="0" err="1">
                <a:solidFill>
                  <a:srgbClr val="538135"/>
                </a:solidFill>
                <a:effectLst/>
                <a:latin typeface="Lucida Console" panose="020B0609040504020204" pitchFamily="49" charset="0"/>
                <a:ea typeface="Calibri" panose="020F0502020204030204" pitchFamily="34" charset="0"/>
                <a:cs typeface="Times New Roman" panose="02020603050405020304" pitchFamily="18" charset="0"/>
              </a:rPr>
              <a:t>mtcars</a:t>
            </a:r>
            <a:r>
              <a:rPr lang="en-US" sz="2500" kern="100" dirty="0">
                <a:solidFill>
                  <a:srgbClr val="538135"/>
                </a:solidFill>
                <a:effectLst/>
                <a:latin typeface="Lucida Console" panose="020B0609040504020204" pitchFamily="49" charset="0"/>
                <a:ea typeface="Calibri" panose="020F0502020204030204" pitchFamily="34" charset="0"/>
                <a:cs typeface="Times New Roman" panose="02020603050405020304" pitchFamily="18" charset="0"/>
              </a:rPr>
              <a:t> %&gt;%</a:t>
            </a:r>
            <a:endParaRPr lang="en-US" sz="2500" kern="100" dirty="0">
              <a:effectLst/>
              <a:latin typeface="Calibri" panose="020F0502020204030204" pitchFamily="34" charset="0"/>
              <a:ea typeface="Calibri" panose="020F0502020204030204" pitchFamily="34" charset="0"/>
              <a:cs typeface="Times New Roman" panose="02020603050405020304" pitchFamily="18" charset="0"/>
            </a:endParaRPr>
          </a:p>
          <a:p>
            <a:pPr marL="0" marR="0" algn="just">
              <a:lnSpc>
                <a:spcPct val="107000"/>
              </a:lnSpc>
              <a:spcBef>
                <a:spcPts val="0"/>
              </a:spcBef>
              <a:spcAft>
                <a:spcPts val="800"/>
              </a:spcAft>
            </a:pPr>
            <a:r>
              <a:rPr lang="en-US" sz="2500" kern="100" dirty="0">
                <a:solidFill>
                  <a:srgbClr val="538135"/>
                </a:solidFill>
                <a:effectLst/>
                <a:latin typeface="Lucida Console" panose="020B0609040504020204" pitchFamily="49" charset="0"/>
                <a:ea typeface="Calibri" panose="020F0502020204030204" pitchFamily="34" charset="0"/>
                <a:cs typeface="Times New Roman" panose="02020603050405020304" pitchFamily="18" charset="0"/>
              </a:rPr>
              <a:t>  </a:t>
            </a:r>
            <a:r>
              <a:rPr lang="en-US" sz="2500" kern="100" dirty="0" err="1">
                <a:solidFill>
                  <a:srgbClr val="538135"/>
                </a:solidFill>
                <a:effectLst/>
                <a:latin typeface="Lucida Console" panose="020B0609040504020204" pitchFamily="49" charset="0"/>
                <a:ea typeface="Calibri" panose="020F0502020204030204" pitchFamily="34" charset="0"/>
                <a:cs typeface="Times New Roman" panose="02020603050405020304" pitchFamily="18" charset="0"/>
              </a:rPr>
              <a:t>ggplot</a:t>
            </a:r>
            <a:r>
              <a:rPr lang="en-US" sz="2500" kern="100" dirty="0">
                <a:solidFill>
                  <a:srgbClr val="538135"/>
                </a:solidFill>
                <a:effectLst/>
                <a:latin typeface="Lucida Console" panose="020B0609040504020204" pitchFamily="49" charset="0"/>
                <a:ea typeface="Calibri" panose="020F0502020204030204" pitchFamily="34" charset="0"/>
                <a:cs typeface="Times New Roman" panose="02020603050405020304" pitchFamily="18" charset="0"/>
              </a:rPr>
              <a:t>(</a:t>
            </a:r>
            <a:r>
              <a:rPr lang="en-US" sz="2500" kern="100" dirty="0" err="1">
                <a:solidFill>
                  <a:srgbClr val="538135"/>
                </a:solidFill>
                <a:effectLst/>
                <a:latin typeface="Lucida Console" panose="020B0609040504020204" pitchFamily="49" charset="0"/>
                <a:ea typeface="Calibri" panose="020F0502020204030204" pitchFamily="34" charset="0"/>
                <a:cs typeface="Times New Roman" panose="02020603050405020304" pitchFamily="18" charset="0"/>
              </a:rPr>
              <a:t>aes</a:t>
            </a:r>
            <a:r>
              <a:rPr lang="en-US" sz="2500" kern="100" dirty="0">
                <a:solidFill>
                  <a:srgbClr val="538135"/>
                </a:solidFill>
                <a:effectLst/>
                <a:latin typeface="Lucida Console" panose="020B0609040504020204" pitchFamily="49" charset="0"/>
                <a:ea typeface="Calibri" panose="020F0502020204030204" pitchFamily="34" charset="0"/>
                <a:cs typeface="Times New Roman" panose="02020603050405020304" pitchFamily="18" charset="0"/>
              </a:rPr>
              <a:t>(x = factor(</a:t>
            </a:r>
            <a:r>
              <a:rPr lang="en-US" sz="2500" kern="100" dirty="0" err="1">
                <a:solidFill>
                  <a:srgbClr val="538135"/>
                </a:solidFill>
                <a:effectLst/>
                <a:latin typeface="Lucida Console" panose="020B0609040504020204" pitchFamily="49" charset="0"/>
                <a:ea typeface="Calibri" panose="020F0502020204030204" pitchFamily="34" charset="0"/>
                <a:cs typeface="Times New Roman" panose="02020603050405020304" pitchFamily="18" charset="0"/>
              </a:rPr>
              <a:t>cyl</a:t>
            </a:r>
            <a:r>
              <a:rPr lang="en-US" sz="2500" kern="100" dirty="0">
                <a:solidFill>
                  <a:srgbClr val="538135"/>
                </a:solidFill>
                <a:effectLst/>
                <a:latin typeface="Lucida Console" panose="020B0609040504020204" pitchFamily="49" charset="0"/>
                <a:ea typeface="Calibri" panose="020F0502020204030204" pitchFamily="34" charset="0"/>
                <a:cs typeface="Times New Roman" panose="02020603050405020304" pitchFamily="18" charset="0"/>
              </a:rPr>
              <a:t>))) +</a:t>
            </a:r>
            <a:endParaRPr lang="en-US" sz="2500" kern="100" dirty="0">
              <a:effectLst/>
              <a:latin typeface="Calibri" panose="020F0502020204030204" pitchFamily="34" charset="0"/>
              <a:ea typeface="Calibri" panose="020F0502020204030204" pitchFamily="34" charset="0"/>
              <a:cs typeface="Times New Roman" panose="02020603050405020304" pitchFamily="18" charset="0"/>
            </a:endParaRPr>
          </a:p>
          <a:p>
            <a:pPr marL="0" marR="0" algn="just">
              <a:lnSpc>
                <a:spcPct val="107000"/>
              </a:lnSpc>
              <a:spcBef>
                <a:spcPts val="0"/>
              </a:spcBef>
              <a:spcAft>
                <a:spcPts val="800"/>
              </a:spcAft>
            </a:pPr>
            <a:r>
              <a:rPr lang="en-US" sz="2500" kern="100" dirty="0">
                <a:solidFill>
                  <a:srgbClr val="538135"/>
                </a:solidFill>
                <a:effectLst/>
                <a:latin typeface="Lucida Console" panose="020B0609040504020204" pitchFamily="49" charset="0"/>
                <a:ea typeface="Calibri" panose="020F0502020204030204" pitchFamily="34" charset="0"/>
                <a:cs typeface="Times New Roman" panose="02020603050405020304" pitchFamily="18" charset="0"/>
              </a:rPr>
              <a:t>  </a:t>
            </a:r>
            <a:r>
              <a:rPr lang="en-US" sz="2500" kern="100" dirty="0" err="1">
                <a:solidFill>
                  <a:srgbClr val="538135"/>
                </a:solidFill>
                <a:effectLst/>
                <a:latin typeface="Lucida Console" panose="020B0609040504020204" pitchFamily="49" charset="0"/>
                <a:ea typeface="Calibri" panose="020F0502020204030204" pitchFamily="34" charset="0"/>
                <a:cs typeface="Times New Roman" panose="02020603050405020304" pitchFamily="18" charset="0"/>
              </a:rPr>
              <a:t>geom_bar</a:t>
            </a:r>
            <a:r>
              <a:rPr lang="en-US" sz="2500" kern="100" dirty="0">
                <a:solidFill>
                  <a:srgbClr val="538135"/>
                </a:solidFill>
                <a:effectLst/>
                <a:latin typeface="Lucida Console" panose="020B0609040504020204" pitchFamily="49" charset="0"/>
                <a:ea typeface="Calibri" panose="020F0502020204030204" pitchFamily="34" charset="0"/>
                <a:cs typeface="Times New Roman" panose="02020603050405020304" pitchFamily="18" charset="0"/>
              </a:rPr>
              <a:t>(fill = "</a:t>
            </a:r>
            <a:r>
              <a:rPr lang="en-US" sz="2500" kern="100" dirty="0" err="1">
                <a:solidFill>
                  <a:srgbClr val="538135"/>
                </a:solidFill>
                <a:effectLst/>
                <a:latin typeface="Lucida Console" panose="020B0609040504020204" pitchFamily="49" charset="0"/>
                <a:ea typeface="Calibri" panose="020F0502020204030204" pitchFamily="34" charset="0"/>
                <a:cs typeface="Times New Roman" panose="02020603050405020304" pitchFamily="18" charset="0"/>
              </a:rPr>
              <a:t>dodgerblue</a:t>
            </a:r>
            <a:r>
              <a:rPr lang="en-US" sz="2500" kern="100" dirty="0">
                <a:solidFill>
                  <a:srgbClr val="538135"/>
                </a:solidFill>
                <a:effectLst/>
                <a:latin typeface="Lucida Console" panose="020B0609040504020204" pitchFamily="49" charset="0"/>
                <a:ea typeface="Calibri" panose="020F0502020204030204" pitchFamily="34" charset="0"/>
                <a:cs typeface="Times New Roman" panose="02020603050405020304" pitchFamily="18" charset="0"/>
              </a:rPr>
              <a:t>")</a:t>
            </a:r>
            <a:endParaRPr lang="en-US" sz="2500" kern="100" dirty="0">
              <a:effectLst/>
              <a:latin typeface="Calibri" panose="020F0502020204030204" pitchFamily="34" charset="0"/>
              <a:ea typeface="Calibri" panose="020F0502020204030204" pitchFamily="34" charset="0"/>
              <a:cs typeface="Times New Roman" panose="02020603050405020304" pitchFamily="18" charset="0"/>
            </a:endParaRPr>
          </a:p>
          <a:p>
            <a:pPr marL="0" marR="0" algn="just">
              <a:lnSpc>
                <a:spcPct val="107000"/>
              </a:lnSpc>
              <a:spcBef>
                <a:spcPts val="0"/>
              </a:spcBef>
              <a:spcAft>
                <a:spcPts val="800"/>
              </a:spcAft>
            </a:pPr>
            <a:r>
              <a:rPr lang="en-US" sz="2500" kern="100" dirty="0">
                <a:solidFill>
                  <a:srgbClr val="538135"/>
                </a:solidFill>
                <a:effectLst/>
                <a:latin typeface="Lucida Console" panose="020B0609040504020204" pitchFamily="49" charset="0"/>
                <a:ea typeface="Calibri" panose="020F0502020204030204" pitchFamily="34" charset="0"/>
                <a:cs typeface="Times New Roman" panose="02020603050405020304" pitchFamily="18" charset="0"/>
              </a:rPr>
              <a:t>fig_2</a:t>
            </a:r>
            <a:endParaRPr lang="en-US" sz="2500" kern="100" dirty="0">
              <a:effectLst/>
              <a:latin typeface="Calibri" panose="020F0502020204030204" pitchFamily="34" charset="0"/>
              <a:ea typeface="Calibri" panose="020F0502020204030204" pitchFamily="34" charset="0"/>
              <a:cs typeface="Times New Roman" panose="02020603050405020304" pitchFamily="18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2296290643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1">
            <a:extLst>
              <a:ext uri="{FF2B5EF4-FFF2-40B4-BE49-F238E27FC236}">
                <a16:creationId xmlns:a16="http://schemas.microsoft.com/office/drawing/2014/main" id="{A8E84958-BD02-7558-A230-931A77D1DE93}"/>
              </a:ext>
            </a:extLst>
          </p:cNvPr>
          <p:cNvPicPr>
            <a:picLocks noChangeAspect="1"/>
          </p:cNvPicPr>
          <p:nvPr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7311270" y="2447109"/>
            <a:ext cx="4497553" cy="3722914"/>
          </a:xfrm>
          <a:prstGeom prst="rect">
            <a:avLst/>
          </a:prstGeom>
        </p:spPr>
      </p:pic>
      <p:sp>
        <p:nvSpPr>
          <p:cNvPr id="4" name="TextBox 3">
            <a:extLst>
              <a:ext uri="{FF2B5EF4-FFF2-40B4-BE49-F238E27FC236}">
                <a16:creationId xmlns:a16="http://schemas.microsoft.com/office/drawing/2014/main" id="{A0AE2F6B-1E26-80E8-C500-0C7BB63D10C7}"/>
              </a:ext>
            </a:extLst>
          </p:cNvPr>
          <p:cNvSpPr txBox="1"/>
          <p:nvPr/>
        </p:nvSpPr>
        <p:spPr>
          <a:xfrm>
            <a:off x="383177" y="348484"/>
            <a:ext cx="11425646" cy="373506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0" marR="0" algn="just">
              <a:lnSpc>
                <a:spcPct val="107000"/>
              </a:lnSpc>
              <a:spcBef>
                <a:spcPts val="0"/>
              </a:spcBef>
              <a:spcAft>
                <a:spcPts val="800"/>
              </a:spcAft>
            </a:pPr>
            <a:r>
              <a:rPr lang="en-US" sz="3000" b="1" kern="100" dirty="0">
                <a:effectLst/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Example 3:</a:t>
            </a:r>
            <a:r>
              <a:rPr lang="en-US" sz="3000" kern="100" dirty="0">
                <a:effectLst/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 Change each bar to a different color using fill inside "</a:t>
            </a:r>
            <a:r>
              <a:rPr lang="en-US" sz="3000" kern="100" dirty="0" err="1">
                <a:effectLst/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aes</a:t>
            </a:r>
            <a:r>
              <a:rPr lang="en-US" sz="3000" kern="100" dirty="0">
                <a:effectLst/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" </a:t>
            </a:r>
            <a:endParaRPr lang="en-US" sz="3000" kern="100" dirty="0">
              <a:effectLst/>
              <a:latin typeface="Calibri" panose="020F0502020204030204" pitchFamily="34" charset="0"/>
              <a:ea typeface="Calibri" panose="020F0502020204030204" pitchFamily="34" charset="0"/>
              <a:cs typeface="Times New Roman" panose="02020603050405020304" pitchFamily="18" charset="0"/>
            </a:endParaRPr>
          </a:p>
          <a:p>
            <a:pPr marL="0" marR="0" algn="just">
              <a:lnSpc>
                <a:spcPct val="107000"/>
              </a:lnSpc>
              <a:spcBef>
                <a:spcPts val="0"/>
              </a:spcBef>
              <a:spcAft>
                <a:spcPts val="800"/>
              </a:spcAft>
            </a:pPr>
            <a:r>
              <a:rPr lang="en-US" sz="3000" kern="100" dirty="0">
                <a:effectLst/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 </a:t>
            </a:r>
            <a:endParaRPr lang="en-US" sz="3000" kern="100" dirty="0">
              <a:effectLst/>
              <a:latin typeface="Calibri" panose="020F0502020204030204" pitchFamily="34" charset="0"/>
              <a:ea typeface="Calibri" panose="020F0502020204030204" pitchFamily="34" charset="0"/>
              <a:cs typeface="Times New Roman" panose="02020603050405020304" pitchFamily="18" charset="0"/>
            </a:endParaRPr>
          </a:p>
          <a:p>
            <a:pPr marL="0" marR="0" algn="just">
              <a:lnSpc>
                <a:spcPct val="107000"/>
              </a:lnSpc>
              <a:spcBef>
                <a:spcPts val="0"/>
              </a:spcBef>
              <a:spcAft>
                <a:spcPts val="800"/>
              </a:spcAft>
            </a:pPr>
            <a:r>
              <a:rPr lang="en-US" sz="2500" kern="100" dirty="0">
                <a:solidFill>
                  <a:srgbClr val="538135"/>
                </a:solidFill>
                <a:effectLst/>
                <a:latin typeface="Lucida Console" panose="020B0609040504020204" pitchFamily="49" charset="0"/>
                <a:ea typeface="Calibri" panose="020F0502020204030204" pitchFamily="34" charset="0"/>
                <a:cs typeface="Times New Roman" panose="02020603050405020304" pitchFamily="18" charset="0"/>
              </a:rPr>
              <a:t>fig_3 &lt;- </a:t>
            </a:r>
            <a:r>
              <a:rPr lang="en-US" sz="2500" kern="100" dirty="0" err="1">
                <a:solidFill>
                  <a:srgbClr val="538135"/>
                </a:solidFill>
                <a:effectLst/>
                <a:latin typeface="Lucida Console" panose="020B0609040504020204" pitchFamily="49" charset="0"/>
                <a:ea typeface="Calibri" panose="020F0502020204030204" pitchFamily="34" charset="0"/>
                <a:cs typeface="Times New Roman" panose="02020603050405020304" pitchFamily="18" charset="0"/>
              </a:rPr>
              <a:t>mtcars</a:t>
            </a:r>
            <a:r>
              <a:rPr lang="en-US" sz="2500" kern="100" dirty="0">
                <a:solidFill>
                  <a:srgbClr val="538135"/>
                </a:solidFill>
                <a:effectLst/>
                <a:latin typeface="Lucida Console" panose="020B0609040504020204" pitchFamily="49" charset="0"/>
                <a:ea typeface="Calibri" panose="020F0502020204030204" pitchFamily="34" charset="0"/>
                <a:cs typeface="Times New Roman" panose="02020603050405020304" pitchFamily="18" charset="0"/>
              </a:rPr>
              <a:t> %&gt;%</a:t>
            </a:r>
            <a:endParaRPr lang="en-US" sz="2500" kern="100" dirty="0">
              <a:effectLst/>
              <a:latin typeface="Calibri" panose="020F0502020204030204" pitchFamily="34" charset="0"/>
              <a:ea typeface="Calibri" panose="020F0502020204030204" pitchFamily="34" charset="0"/>
              <a:cs typeface="Times New Roman" panose="02020603050405020304" pitchFamily="18" charset="0"/>
            </a:endParaRPr>
          </a:p>
          <a:p>
            <a:pPr marL="0" marR="0" algn="just">
              <a:lnSpc>
                <a:spcPct val="107000"/>
              </a:lnSpc>
              <a:spcBef>
                <a:spcPts val="0"/>
              </a:spcBef>
              <a:spcAft>
                <a:spcPts val="800"/>
              </a:spcAft>
            </a:pPr>
            <a:r>
              <a:rPr lang="en-US" sz="2500" kern="100" dirty="0">
                <a:solidFill>
                  <a:srgbClr val="538135"/>
                </a:solidFill>
                <a:effectLst/>
                <a:latin typeface="Lucida Console" panose="020B0609040504020204" pitchFamily="49" charset="0"/>
                <a:ea typeface="Calibri" panose="020F0502020204030204" pitchFamily="34" charset="0"/>
                <a:cs typeface="Times New Roman" panose="02020603050405020304" pitchFamily="18" charset="0"/>
              </a:rPr>
              <a:t>  </a:t>
            </a:r>
            <a:r>
              <a:rPr lang="en-US" sz="2500" kern="100" dirty="0" err="1">
                <a:solidFill>
                  <a:srgbClr val="538135"/>
                </a:solidFill>
                <a:effectLst/>
                <a:latin typeface="Lucida Console" panose="020B0609040504020204" pitchFamily="49" charset="0"/>
                <a:ea typeface="Calibri" panose="020F0502020204030204" pitchFamily="34" charset="0"/>
                <a:cs typeface="Times New Roman" panose="02020603050405020304" pitchFamily="18" charset="0"/>
              </a:rPr>
              <a:t>ggplot</a:t>
            </a:r>
            <a:r>
              <a:rPr lang="en-US" sz="2500" kern="100" dirty="0">
                <a:solidFill>
                  <a:srgbClr val="538135"/>
                </a:solidFill>
                <a:effectLst/>
                <a:latin typeface="Lucida Console" panose="020B0609040504020204" pitchFamily="49" charset="0"/>
                <a:ea typeface="Calibri" panose="020F0502020204030204" pitchFamily="34" charset="0"/>
                <a:cs typeface="Times New Roman" panose="02020603050405020304" pitchFamily="18" charset="0"/>
              </a:rPr>
              <a:t>(</a:t>
            </a:r>
            <a:r>
              <a:rPr lang="en-US" sz="2500" kern="100" dirty="0" err="1">
                <a:solidFill>
                  <a:srgbClr val="538135"/>
                </a:solidFill>
                <a:effectLst/>
                <a:latin typeface="Lucida Console" panose="020B0609040504020204" pitchFamily="49" charset="0"/>
                <a:ea typeface="Calibri" panose="020F0502020204030204" pitchFamily="34" charset="0"/>
                <a:cs typeface="Times New Roman" panose="02020603050405020304" pitchFamily="18" charset="0"/>
              </a:rPr>
              <a:t>aes</a:t>
            </a:r>
            <a:r>
              <a:rPr lang="en-US" sz="2500" kern="100" dirty="0">
                <a:solidFill>
                  <a:srgbClr val="538135"/>
                </a:solidFill>
                <a:effectLst/>
                <a:latin typeface="Lucida Console" panose="020B0609040504020204" pitchFamily="49" charset="0"/>
                <a:ea typeface="Calibri" panose="020F0502020204030204" pitchFamily="34" charset="0"/>
                <a:cs typeface="Times New Roman" panose="02020603050405020304" pitchFamily="18" charset="0"/>
              </a:rPr>
              <a:t>(x = factor(</a:t>
            </a:r>
            <a:r>
              <a:rPr lang="en-US" sz="2500" kern="100" dirty="0" err="1">
                <a:solidFill>
                  <a:srgbClr val="538135"/>
                </a:solidFill>
                <a:effectLst/>
                <a:latin typeface="Lucida Console" panose="020B0609040504020204" pitchFamily="49" charset="0"/>
                <a:ea typeface="Calibri" panose="020F0502020204030204" pitchFamily="34" charset="0"/>
                <a:cs typeface="Times New Roman" panose="02020603050405020304" pitchFamily="18" charset="0"/>
              </a:rPr>
              <a:t>cyl</a:t>
            </a:r>
            <a:r>
              <a:rPr lang="en-US" sz="2500" kern="100" dirty="0">
                <a:solidFill>
                  <a:srgbClr val="538135"/>
                </a:solidFill>
                <a:effectLst/>
                <a:latin typeface="Lucida Console" panose="020B0609040504020204" pitchFamily="49" charset="0"/>
                <a:ea typeface="Calibri" panose="020F0502020204030204" pitchFamily="34" charset="0"/>
                <a:cs typeface="Times New Roman" panose="02020603050405020304" pitchFamily="18" charset="0"/>
              </a:rPr>
              <a:t>), </a:t>
            </a:r>
            <a:endParaRPr lang="en-US" sz="2500" kern="100" dirty="0">
              <a:effectLst/>
              <a:latin typeface="Calibri" panose="020F0502020204030204" pitchFamily="34" charset="0"/>
              <a:ea typeface="Calibri" panose="020F0502020204030204" pitchFamily="34" charset="0"/>
              <a:cs typeface="Times New Roman" panose="02020603050405020304" pitchFamily="18" charset="0"/>
            </a:endParaRPr>
          </a:p>
          <a:p>
            <a:pPr marL="0" marR="0" algn="just">
              <a:lnSpc>
                <a:spcPct val="107000"/>
              </a:lnSpc>
              <a:spcBef>
                <a:spcPts val="0"/>
              </a:spcBef>
              <a:spcAft>
                <a:spcPts val="800"/>
              </a:spcAft>
            </a:pPr>
            <a:r>
              <a:rPr lang="en-US" sz="2500" kern="100" dirty="0">
                <a:solidFill>
                  <a:srgbClr val="538135"/>
                </a:solidFill>
                <a:effectLst/>
                <a:latin typeface="Lucida Console" panose="020B0609040504020204" pitchFamily="49" charset="0"/>
                <a:ea typeface="Calibri" panose="020F0502020204030204" pitchFamily="34" charset="0"/>
                <a:cs typeface="Times New Roman" panose="02020603050405020304" pitchFamily="18" charset="0"/>
              </a:rPr>
              <a:t>             fill = factor(</a:t>
            </a:r>
            <a:r>
              <a:rPr lang="en-US" sz="2500" kern="100" dirty="0" err="1">
                <a:solidFill>
                  <a:srgbClr val="538135"/>
                </a:solidFill>
                <a:effectLst/>
                <a:latin typeface="Lucida Console" panose="020B0609040504020204" pitchFamily="49" charset="0"/>
                <a:ea typeface="Calibri" panose="020F0502020204030204" pitchFamily="34" charset="0"/>
                <a:cs typeface="Times New Roman" panose="02020603050405020304" pitchFamily="18" charset="0"/>
              </a:rPr>
              <a:t>cyl</a:t>
            </a:r>
            <a:r>
              <a:rPr lang="en-US" sz="2500" kern="100" dirty="0">
                <a:solidFill>
                  <a:srgbClr val="538135"/>
                </a:solidFill>
                <a:effectLst/>
                <a:latin typeface="Lucida Console" panose="020B0609040504020204" pitchFamily="49" charset="0"/>
                <a:ea typeface="Calibri" panose="020F0502020204030204" pitchFamily="34" charset="0"/>
                <a:cs typeface="Times New Roman" panose="02020603050405020304" pitchFamily="18" charset="0"/>
              </a:rPr>
              <a:t>))) +</a:t>
            </a:r>
            <a:endParaRPr lang="en-US" sz="2500" kern="100" dirty="0">
              <a:effectLst/>
              <a:latin typeface="Calibri" panose="020F0502020204030204" pitchFamily="34" charset="0"/>
              <a:ea typeface="Calibri" panose="020F0502020204030204" pitchFamily="34" charset="0"/>
              <a:cs typeface="Times New Roman" panose="02020603050405020304" pitchFamily="18" charset="0"/>
            </a:endParaRPr>
          </a:p>
          <a:p>
            <a:pPr marL="0" marR="0" algn="just">
              <a:lnSpc>
                <a:spcPct val="107000"/>
              </a:lnSpc>
              <a:spcBef>
                <a:spcPts val="0"/>
              </a:spcBef>
              <a:spcAft>
                <a:spcPts val="800"/>
              </a:spcAft>
            </a:pPr>
            <a:r>
              <a:rPr lang="en-US" sz="2500" kern="100" dirty="0">
                <a:solidFill>
                  <a:srgbClr val="538135"/>
                </a:solidFill>
                <a:effectLst/>
                <a:latin typeface="Lucida Console" panose="020B0609040504020204" pitchFamily="49" charset="0"/>
                <a:ea typeface="Calibri" panose="020F0502020204030204" pitchFamily="34" charset="0"/>
                <a:cs typeface="Times New Roman" panose="02020603050405020304" pitchFamily="18" charset="0"/>
              </a:rPr>
              <a:t>  </a:t>
            </a:r>
            <a:r>
              <a:rPr lang="en-US" sz="2500" kern="100" dirty="0" err="1">
                <a:solidFill>
                  <a:srgbClr val="538135"/>
                </a:solidFill>
                <a:effectLst/>
                <a:latin typeface="Lucida Console" panose="020B0609040504020204" pitchFamily="49" charset="0"/>
                <a:ea typeface="Calibri" panose="020F0502020204030204" pitchFamily="34" charset="0"/>
                <a:cs typeface="Times New Roman" panose="02020603050405020304" pitchFamily="18" charset="0"/>
              </a:rPr>
              <a:t>geom_bar</a:t>
            </a:r>
            <a:r>
              <a:rPr lang="en-US" sz="2500" kern="100" dirty="0">
                <a:solidFill>
                  <a:srgbClr val="538135"/>
                </a:solidFill>
                <a:effectLst/>
                <a:latin typeface="Lucida Console" panose="020B0609040504020204" pitchFamily="49" charset="0"/>
                <a:ea typeface="Calibri" panose="020F0502020204030204" pitchFamily="34" charset="0"/>
                <a:cs typeface="Times New Roman" panose="02020603050405020304" pitchFamily="18" charset="0"/>
              </a:rPr>
              <a:t>() </a:t>
            </a:r>
            <a:endParaRPr lang="en-US" sz="2500" kern="100" dirty="0">
              <a:effectLst/>
              <a:latin typeface="Calibri" panose="020F0502020204030204" pitchFamily="34" charset="0"/>
              <a:ea typeface="Calibri" panose="020F0502020204030204" pitchFamily="34" charset="0"/>
              <a:cs typeface="Times New Roman" panose="02020603050405020304" pitchFamily="18" charset="0"/>
            </a:endParaRPr>
          </a:p>
          <a:p>
            <a:pPr marL="0" marR="0" algn="just">
              <a:lnSpc>
                <a:spcPct val="107000"/>
              </a:lnSpc>
              <a:spcBef>
                <a:spcPts val="0"/>
              </a:spcBef>
              <a:spcAft>
                <a:spcPts val="800"/>
              </a:spcAft>
            </a:pPr>
            <a:r>
              <a:rPr lang="en-US" sz="2500" kern="100" dirty="0">
                <a:solidFill>
                  <a:srgbClr val="538135"/>
                </a:solidFill>
                <a:effectLst/>
                <a:latin typeface="Lucida Console" panose="020B0609040504020204" pitchFamily="49" charset="0"/>
                <a:ea typeface="Calibri" panose="020F0502020204030204" pitchFamily="34" charset="0"/>
                <a:cs typeface="Times New Roman" panose="02020603050405020304" pitchFamily="18" charset="0"/>
              </a:rPr>
              <a:t>fig_3</a:t>
            </a:r>
            <a:endParaRPr lang="en-US" sz="2500" kern="100" dirty="0">
              <a:effectLst/>
              <a:latin typeface="Calibri" panose="020F0502020204030204" pitchFamily="34" charset="0"/>
              <a:ea typeface="Calibri" panose="020F0502020204030204" pitchFamily="34" charset="0"/>
              <a:cs typeface="Times New Roman" panose="02020603050405020304" pitchFamily="18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3839960161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1">
            <a:extLst>
              <a:ext uri="{FF2B5EF4-FFF2-40B4-BE49-F238E27FC236}">
                <a16:creationId xmlns:a16="http://schemas.microsoft.com/office/drawing/2014/main" id="{AB975939-EE6A-FE05-978B-6AB56533902F}"/>
              </a:ext>
            </a:extLst>
          </p:cNvPr>
          <p:cNvPicPr>
            <a:picLocks noChangeAspect="1"/>
          </p:cNvPicPr>
          <p:nvPr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6507705" y="3339335"/>
            <a:ext cx="4273505" cy="3518665"/>
          </a:xfrm>
          <a:prstGeom prst="rect">
            <a:avLst/>
          </a:prstGeom>
        </p:spPr>
      </p:pic>
      <p:sp>
        <p:nvSpPr>
          <p:cNvPr id="4" name="TextBox 3">
            <a:extLst>
              <a:ext uri="{FF2B5EF4-FFF2-40B4-BE49-F238E27FC236}">
                <a16:creationId xmlns:a16="http://schemas.microsoft.com/office/drawing/2014/main" id="{8D6EE780-2B42-D7C9-0A36-1FA3E904CB06}"/>
              </a:ext>
            </a:extLst>
          </p:cNvPr>
          <p:cNvSpPr txBox="1"/>
          <p:nvPr/>
        </p:nvSpPr>
        <p:spPr>
          <a:xfrm>
            <a:off x="426719" y="364946"/>
            <a:ext cx="10676709" cy="322081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0" marR="0" algn="just">
              <a:lnSpc>
                <a:spcPct val="107000"/>
              </a:lnSpc>
              <a:spcBef>
                <a:spcPts val="0"/>
              </a:spcBef>
              <a:spcAft>
                <a:spcPts val="800"/>
              </a:spcAft>
            </a:pPr>
            <a:r>
              <a:rPr lang="en-US" sz="3000" b="1" kern="100" dirty="0">
                <a:effectLst/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Example 4: </a:t>
            </a:r>
            <a:r>
              <a:rPr lang="en-US" sz="3000" kern="100" dirty="0">
                <a:effectLst/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Change each bar to a different color without the legend. </a:t>
            </a:r>
            <a:endParaRPr lang="en-US" sz="3000" kern="100" dirty="0">
              <a:effectLst/>
              <a:latin typeface="Calibri" panose="020F0502020204030204" pitchFamily="34" charset="0"/>
              <a:ea typeface="Calibri" panose="020F0502020204030204" pitchFamily="34" charset="0"/>
              <a:cs typeface="Times New Roman" panose="02020603050405020304" pitchFamily="18" charset="0"/>
            </a:endParaRPr>
          </a:p>
          <a:p>
            <a:pPr marL="0" marR="0" algn="just">
              <a:lnSpc>
                <a:spcPct val="107000"/>
              </a:lnSpc>
              <a:spcBef>
                <a:spcPts val="0"/>
              </a:spcBef>
              <a:spcAft>
                <a:spcPts val="800"/>
              </a:spcAft>
            </a:pPr>
            <a:r>
              <a:rPr lang="en-US" sz="3000" kern="100" dirty="0">
                <a:effectLst/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 </a:t>
            </a:r>
            <a:endParaRPr lang="en-US" sz="3000" kern="100" dirty="0">
              <a:effectLst/>
              <a:latin typeface="Calibri" panose="020F0502020204030204" pitchFamily="34" charset="0"/>
              <a:ea typeface="Calibri" panose="020F0502020204030204" pitchFamily="34" charset="0"/>
              <a:cs typeface="Times New Roman" panose="02020603050405020304" pitchFamily="18" charset="0"/>
            </a:endParaRPr>
          </a:p>
          <a:p>
            <a:pPr marL="0" marR="0" algn="just">
              <a:lnSpc>
                <a:spcPct val="107000"/>
              </a:lnSpc>
              <a:spcBef>
                <a:spcPts val="0"/>
              </a:spcBef>
              <a:spcAft>
                <a:spcPts val="800"/>
              </a:spcAft>
            </a:pPr>
            <a:r>
              <a:rPr lang="en-US" sz="2500" kern="100" dirty="0">
                <a:solidFill>
                  <a:srgbClr val="538135"/>
                </a:solidFill>
                <a:effectLst/>
                <a:latin typeface="Lucida Console" panose="020B0609040504020204" pitchFamily="49" charset="0"/>
                <a:ea typeface="Calibri" panose="020F0502020204030204" pitchFamily="34" charset="0"/>
                <a:cs typeface="Times New Roman" panose="02020603050405020304" pitchFamily="18" charset="0"/>
              </a:rPr>
              <a:t>fig_4 &lt;- </a:t>
            </a:r>
            <a:r>
              <a:rPr lang="en-US" sz="2500" kern="100" dirty="0" err="1">
                <a:solidFill>
                  <a:srgbClr val="538135"/>
                </a:solidFill>
                <a:effectLst/>
                <a:latin typeface="Lucida Console" panose="020B0609040504020204" pitchFamily="49" charset="0"/>
                <a:ea typeface="Calibri" panose="020F0502020204030204" pitchFamily="34" charset="0"/>
                <a:cs typeface="Times New Roman" panose="02020603050405020304" pitchFamily="18" charset="0"/>
              </a:rPr>
              <a:t>mtcars</a:t>
            </a:r>
            <a:r>
              <a:rPr lang="en-US" sz="2500" kern="100" dirty="0">
                <a:solidFill>
                  <a:srgbClr val="538135"/>
                </a:solidFill>
                <a:effectLst/>
                <a:latin typeface="Lucida Console" panose="020B0609040504020204" pitchFamily="49" charset="0"/>
                <a:ea typeface="Calibri" panose="020F0502020204030204" pitchFamily="34" charset="0"/>
                <a:cs typeface="Times New Roman" panose="02020603050405020304" pitchFamily="18" charset="0"/>
              </a:rPr>
              <a:t> %&gt;%</a:t>
            </a:r>
            <a:endParaRPr lang="en-US" sz="2500" kern="100" dirty="0">
              <a:effectLst/>
              <a:latin typeface="Calibri" panose="020F0502020204030204" pitchFamily="34" charset="0"/>
              <a:ea typeface="Calibri" panose="020F0502020204030204" pitchFamily="34" charset="0"/>
              <a:cs typeface="Times New Roman" panose="02020603050405020304" pitchFamily="18" charset="0"/>
            </a:endParaRPr>
          </a:p>
          <a:p>
            <a:pPr marL="0" marR="0" algn="just">
              <a:lnSpc>
                <a:spcPct val="107000"/>
              </a:lnSpc>
              <a:spcBef>
                <a:spcPts val="0"/>
              </a:spcBef>
              <a:spcAft>
                <a:spcPts val="800"/>
              </a:spcAft>
            </a:pPr>
            <a:r>
              <a:rPr lang="en-US" sz="2500" kern="100" dirty="0">
                <a:solidFill>
                  <a:srgbClr val="538135"/>
                </a:solidFill>
                <a:effectLst/>
                <a:latin typeface="Lucida Console" panose="020B0609040504020204" pitchFamily="49" charset="0"/>
                <a:ea typeface="Calibri" panose="020F0502020204030204" pitchFamily="34" charset="0"/>
                <a:cs typeface="Times New Roman" panose="02020603050405020304" pitchFamily="18" charset="0"/>
              </a:rPr>
              <a:t>  </a:t>
            </a:r>
            <a:r>
              <a:rPr lang="en-US" sz="2500" kern="100" dirty="0" err="1">
                <a:solidFill>
                  <a:srgbClr val="538135"/>
                </a:solidFill>
                <a:effectLst/>
                <a:latin typeface="Lucida Console" panose="020B0609040504020204" pitchFamily="49" charset="0"/>
                <a:ea typeface="Calibri" panose="020F0502020204030204" pitchFamily="34" charset="0"/>
                <a:cs typeface="Times New Roman" panose="02020603050405020304" pitchFamily="18" charset="0"/>
              </a:rPr>
              <a:t>ggplot</a:t>
            </a:r>
            <a:r>
              <a:rPr lang="en-US" sz="2500" kern="100" dirty="0">
                <a:solidFill>
                  <a:srgbClr val="538135"/>
                </a:solidFill>
                <a:effectLst/>
                <a:latin typeface="Lucida Console" panose="020B0609040504020204" pitchFamily="49" charset="0"/>
                <a:ea typeface="Calibri" panose="020F0502020204030204" pitchFamily="34" charset="0"/>
                <a:cs typeface="Times New Roman" panose="02020603050405020304" pitchFamily="18" charset="0"/>
              </a:rPr>
              <a:t>(</a:t>
            </a:r>
            <a:r>
              <a:rPr lang="en-US" sz="2500" kern="100" dirty="0" err="1">
                <a:solidFill>
                  <a:srgbClr val="538135"/>
                </a:solidFill>
                <a:effectLst/>
                <a:latin typeface="Lucida Console" panose="020B0609040504020204" pitchFamily="49" charset="0"/>
                <a:ea typeface="Calibri" panose="020F0502020204030204" pitchFamily="34" charset="0"/>
                <a:cs typeface="Times New Roman" panose="02020603050405020304" pitchFamily="18" charset="0"/>
              </a:rPr>
              <a:t>aes</a:t>
            </a:r>
            <a:r>
              <a:rPr lang="en-US" sz="2500" kern="100" dirty="0">
                <a:solidFill>
                  <a:srgbClr val="538135"/>
                </a:solidFill>
                <a:effectLst/>
                <a:latin typeface="Lucida Console" panose="020B0609040504020204" pitchFamily="49" charset="0"/>
                <a:ea typeface="Calibri" panose="020F0502020204030204" pitchFamily="34" charset="0"/>
                <a:cs typeface="Times New Roman" panose="02020603050405020304" pitchFamily="18" charset="0"/>
              </a:rPr>
              <a:t>(x = factor(</a:t>
            </a:r>
            <a:r>
              <a:rPr lang="en-US" sz="2500" kern="100" dirty="0" err="1">
                <a:solidFill>
                  <a:srgbClr val="538135"/>
                </a:solidFill>
                <a:effectLst/>
                <a:latin typeface="Lucida Console" panose="020B0609040504020204" pitchFamily="49" charset="0"/>
                <a:ea typeface="Calibri" panose="020F0502020204030204" pitchFamily="34" charset="0"/>
                <a:cs typeface="Times New Roman" panose="02020603050405020304" pitchFamily="18" charset="0"/>
              </a:rPr>
              <a:t>cyl</a:t>
            </a:r>
            <a:r>
              <a:rPr lang="en-US" sz="2500" kern="100" dirty="0">
                <a:solidFill>
                  <a:srgbClr val="538135"/>
                </a:solidFill>
                <a:effectLst/>
                <a:latin typeface="Lucida Console" panose="020B0609040504020204" pitchFamily="49" charset="0"/>
                <a:ea typeface="Calibri" panose="020F0502020204030204" pitchFamily="34" charset="0"/>
                <a:cs typeface="Times New Roman" panose="02020603050405020304" pitchFamily="18" charset="0"/>
              </a:rPr>
              <a:t>))) +</a:t>
            </a:r>
            <a:endParaRPr lang="en-US" sz="2500" kern="100" dirty="0">
              <a:effectLst/>
              <a:latin typeface="Calibri" panose="020F0502020204030204" pitchFamily="34" charset="0"/>
              <a:ea typeface="Calibri" panose="020F0502020204030204" pitchFamily="34" charset="0"/>
              <a:cs typeface="Times New Roman" panose="02020603050405020304" pitchFamily="18" charset="0"/>
            </a:endParaRPr>
          </a:p>
          <a:p>
            <a:pPr marL="0" marR="0" algn="just">
              <a:lnSpc>
                <a:spcPct val="107000"/>
              </a:lnSpc>
              <a:spcBef>
                <a:spcPts val="0"/>
              </a:spcBef>
              <a:spcAft>
                <a:spcPts val="800"/>
              </a:spcAft>
            </a:pPr>
            <a:r>
              <a:rPr lang="en-US" sz="2500" kern="100" dirty="0">
                <a:solidFill>
                  <a:srgbClr val="538135"/>
                </a:solidFill>
                <a:effectLst/>
                <a:latin typeface="Lucida Console" panose="020B0609040504020204" pitchFamily="49" charset="0"/>
                <a:ea typeface="Calibri" panose="020F0502020204030204" pitchFamily="34" charset="0"/>
                <a:cs typeface="Times New Roman" panose="02020603050405020304" pitchFamily="18" charset="0"/>
              </a:rPr>
              <a:t>  </a:t>
            </a:r>
            <a:r>
              <a:rPr lang="en-US" sz="2500" kern="100" dirty="0" err="1">
                <a:solidFill>
                  <a:srgbClr val="538135"/>
                </a:solidFill>
                <a:effectLst/>
                <a:latin typeface="Lucida Console" panose="020B0609040504020204" pitchFamily="49" charset="0"/>
                <a:ea typeface="Calibri" panose="020F0502020204030204" pitchFamily="34" charset="0"/>
                <a:cs typeface="Times New Roman" panose="02020603050405020304" pitchFamily="18" charset="0"/>
              </a:rPr>
              <a:t>geom_bar</a:t>
            </a:r>
            <a:r>
              <a:rPr lang="en-US" sz="2500" kern="100" dirty="0">
                <a:solidFill>
                  <a:srgbClr val="538135"/>
                </a:solidFill>
                <a:effectLst/>
                <a:latin typeface="Lucida Console" panose="020B0609040504020204" pitchFamily="49" charset="0"/>
                <a:ea typeface="Calibri" panose="020F0502020204030204" pitchFamily="34" charset="0"/>
                <a:cs typeface="Times New Roman" panose="02020603050405020304" pitchFamily="18" charset="0"/>
              </a:rPr>
              <a:t>(fill = c("</a:t>
            </a:r>
            <a:r>
              <a:rPr lang="en-US" sz="2500" kern="100" dirty="0" err="1">
                <a:solidFill>
                  <a:srgbClr val="538135"/>
                </a:solidFill>
                <a:effectLst/>
                <a:latin typeface="Lucida Console" panose="020B0609040504020204" pitchFamily="49" charset="0"/>
                <a:ea typeface="Calibri" panose="020F0502020204030204" pitchFamily="34" charset="0"/>
                <a:cs typeface="Times New Roman" panose="02020603050405020304" pitchFamily="18" charset="0"/>
              </a:rPr>
              <a:t>dodgerblue</a:t>
            </a:r>
            <a:r>
              <a:rPr lang="en-US" sz="2500" kern="100" dirty="0">
                <a:solidFill>
                  <a:srgbClr val="538135"/>
                </a:solidFill>
                <a:effectLst/>
                <a:latin typeface="Lucida Console" panose="020B0609040504020204" pitchFamily="49" charset="0"/>
                <a:ea typeface="Calibri" panose="020F0502020204030204" pitchFamily="34" charset="0"/>
                <a:cs typeface="Times New Roman" panose="02020603050405020304" pitchFamily="18" charset="0"/>
              </a:rPr>
              <a:t>", "pink", "red"))</a:t>
            </a:r>
            <a:endParaRPr lang="en-US" sz="2500" kern="100" dirty="0">
              <a:effectLst/>
              <a:latin typeface="Calibri" panose="020F0502020204030204" pitchFamily="34" charset="0"/>
              <a:ea typeface="Calibri" panose="020F0502020204030204" pitchFamily="34" charset="0"/>
              <a:cs typeface="Times New Roman" panose="02020603050405020304" pitchFamily="18" charset="0"/>
            </a:endParaRPr>
          </a:p>
          <a:p>
            <a:pPr marL="0" marR="0" algn="just">
              <a:lnSpc>
                <a:spcPct val="107000"/>
              </a:lnSpc>
              <a:spcBef>
                <a:spcPts val="0"/>
              </a:spcBef>
              <a:spcAft>
                <a:spcPts val="800"/>
              </a:spcAft>
            </a:pPr>
            <a:r>
              <a:rPr lang="en-US" sz="2500" kern="100" dirty="0">
                <a:solidFill>
                  <a:srgbClr val="538135"/>
                </a:solidFill>
                <a:effectLst/>
                <a:latin typeface="Lucida Console" panose="020B0609040504020204" pitchFamily="49" charset="0"/>
                <a:ea typeface="Calibri" panose="020F0502020204030204" pitchFamily="34" charset="0"/>
                <a:cs typeface="Times New Roman" panose="02020603050405020304" pitchFamily="18" charset="0"/>
              </a:rPr>
              <a:t>fig_4</a:t>
            </a:r>
            <a:endParaRPr lang="en-US" sz="2500" kern="100" dirty="0">
              <a:effectLst/>
              <a:latin typeface="Calibri" panose="020F0502020204030204" pitchFamily="34" charset="0"/>
              <a:ea typeface="Calibri" panose="020F0502020204030204" pitchFamily="34" charset="0"/>
              <a:cs typeface="Times New Roman" panose="02020603050405020304" pitchFamily="18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3803587831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extBox 3">
            <a:extLst>
              <a:ext uri="{FF2B5EF4-FFF2-40B4-BE49-F238E27FC236}">
                <a16:creationId xmlns:a16="http://schemas.microsoft.com/office/drawing/2014/main" id="{3DA981F2-7B8D-1DDF-63BA-2AB444D1CB0D}"/>
              </a:ext>
            </a:extLst>
          </p:cNvPr>
          <p:cNvSpPr txBox="1"/>
          <p:nvPr/>
        </p:nvSpPr>
        <p:spPr>
          <a:xfrm>
            <a:off x="461553" y="270107"/>
            <a:ext cx="11077303" cy="4229043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0" marR="0" algn="just">
              <a:lnSpc>
                <a:spcPct val="107000"/>
              </a:lnSpc>
              <a:spcBef>
                <a:spcPts val="0"/>
              </a:spcBef>
              <a:spcAft>
                <a:spcPts val="800"/>
              </a:spcAft>
            </a:pPr>
            <a:r>
              <a:rPr lang="en-US" sz="3000" b="1" kern="100" dirty="0">
                <a:effectLst/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Example 5: </a:t>
            </a:r>
            <a:r>
              <a:rPr lang="en-US" sz="3000" kern="100" dirty="0">
                <a:effectLst/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Attempt to change bar color using color instead of fill. What happens? </a:t>
            </a:r>
            <a:endParaRPr lang="en-US" sz="3000" kern="100" dirty="0">
              <a:effectLst/>
              <a:latin typeface="Calibri" panose="020F0502020204030204" pitchFamily="34" charset="0"/>
              <a:ea typeface="Calibri" panose="020F0502020204030204" pitchFamily="34" charset="0"/>
              <a:cs typeface="Times New Roman" panose="02020603050405020304" pitchFamily="18" charset="0"/>
            </a:endParaRPr>
          </a:p>
          <a:p>
            <a:pPr marL="0" marR="0" algn="just">
              <a:lnSpc>
                <a:spcPct val="107000"/>
              </a:lnSpc>
              <a:spcBef>
                <a:spcPts val="0"/>
              </a:spcBef>
              <a:spcAft>
                <a:spcPts val="800"/>
              </a:spcAft>
            </a:pPr>
            <a:r>
              <a:rPr lang="en-US" sz="3000" kern="100" dirty="0">
                <a:effectLst/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 </a:t>
            </a:r>
            <a:endParaRPr lang="en-US" sz="3000" kern="100" dirty="0">
              <a:effectLst/>
              <a:latin typeface="Calibri" panose="020F0502020204030204" pitchFamily="34" charset="0"/>
              <a:ea typeface="Calibri" panose="020F0502020204030204" pitchFamily="34" charset="0"/>
              <a:cs typeface="Times New Roman" panose="02020603050405020304" pitchFamily="18" charset="0"/>
            </a:endParaRPr>
          </a:p>
          <a:p>
            <a:pPr marL="0" marR="0" algn="just">
              <a:lnSpc>
                <a:spcPct val="107000"/>
              </a:lnSpc>
              <a:spcBef>
                <a:spcPts val="0"/>
              </a:spcBef>
              <a:spcAft>
                <a:spcPts val="800"/>
              </a:spcAft>
            </a:pPr>
            <a:r>
              <a:rPr lang="en-US" sz="2500" kern="100" dirty="0">
                <a:solidFill>
                  <a:srgbClr val="538135"/>
                </a:solidFill>
                <a:effectLst/>
                <a:latin typeface="Lucida Console" panose="020B0609040504020204" pitchFamily="49" charset="0"/>
                <a:ea typeface="Calibri" panose="020F0502020204030204" pitchFamily="34" charset="0"/>
                <a:cs typeface="Times New Roman" panose="02020603050405020304" pitchFamily="18" charset="0"/>
              </a:rPr>
              <a:t> </a:t>
            </a:r>
            <a:endParaRPr lang="en-US" sz="2500" kern="100" dirty="0">
              <a:effectLst/>
              <a:latin typeface="Calibri" panose="020F0502020204030204" pitchFamily="34" charset="0"/>
              <a:ea typeface="Calibri" panose="020F0502020204030204" pitchFamily="34" charset="0"/>
              <a:cs typeface="Times New Roman" panose="02020603050405020304" pitchFamily="18" charset="0"/>
            </a:endParaRPr>
          </a:p>
          <a:p>
            <a:pPr marL="0" marR="0" algn="just">
              <a:lnSpc>
                <a:spcPct val="107000"/>
              </a:lnSpc>
              <a:spcBef>
                <a:spcPts val="0"/>
              </a:spcBef>
              <a:spcAft>
                <a:spcPts val="800"/>
              </a:spcAft>
            </a:pPr>
            <a:r>
              <a:rPr lang="en-US" sz="2500" kern="100" dirty="0">
                <a:solidFill>
                  <a:srgbClr val="538135"/>
                </a:solidFill>
                <a:effectLst/>
                <a:latin typeface="Lucida Console" panose="020B0609040504020204" pitchFamily="49" charset="0"/>
                <a:ea typeface="Calibri" panose="020F0502020204030204" pitchFamily="34" charset="0"/>
                <a:cs typeface="Times New Roman" panose="02020603050405020304" pitchFamily="18" charset="0"/>
              </a:rPr>
              <a:t>fig_5 &lt;- </a:t>
            </a:r>
            <a:r>
              <a:rPr lang="en-US" sz="2500" kern="100" dirty="0" err="1">
                <a:solidFill>
                  <a:srgbClr val="538135"/>
                </a:solidFill>
                <a:effectLst/>
                <a:latin typeface="Lucida Console" panose="020B0609040504020204" pitchFamily="49" charset="0"/>
                <a:ea typeface="Calibri" panose="020F0502020204030204" pitchFamily="34" charset="0"/>
                <a:cs typeface="Times New Roman" panose="02020603050405020304" pitchFamily="18" charset="0"/>
              </a:rPr>
              <a:t>mtcars</a:t>
            </a:r>
            <a:r>
              <a:rPr lang="en-US" sz="2500" kern="100" dirty="0">
                <a:solidFill>
                  <a:srgbClr val="538135"/>
                </a:solidFill>
                <a:effectLst/>
                <a:latin typeface="Lucida Console" panose="020B0609040504020204" pitchFamily="49" charset="0"/>
                <a:ea typeface="Calibri" panose="020F0502020204030204" pitchFamily="34" charset="0"/>
                <a:cs typeface="Times New Roman" panose="02020603050405020304" pitchFamily="18" charset="0"/>
              </a:rPr>
              <a:t> %&gt;%</a:t>
            </a:r>
            <a:endParaRPr lang="en-US" sz="2500" kern="100" dirty="0">
              <a:effectLst/>
              <a:latin typeface="Calibri" panose="020F0502020204030204" pitchFamily="34" charset="0"/>
              <a:ea typeface="Calibri" panose="020F0502020204030204" pitchFamily="34" charset="0"/>
              <a:cs typeface="Times New Roman" panose="02020603050405020304" pitchFamily="18" charset="0"/>
            </a:endParaRPr>
          </a:p>
          <a:p>
            <a:pPr marL="0" marR="0" algn="just">
              <a:lnSpc>
                <a:spcPct val="107000"/>
              </a:lnSpc>
              <a:spcBef>
                <a:spcPts val="0"/>
              </a:spcBef>
              <a:spcAft>
                <a:spcPts val="800"/>
              </a:spcAft>
            </a:pPr>
            <a:r>
              <a:rPr lang="en-US" sz="2500" kern="100" dirty="0">
                <a:solidFill>
                  <a:srgbClr val="538135"/>
                </a:solidFill>
                <a:effectLst/>
                <a:latin typeface="Lucida Console" panose="020B0609040504020204" pitchFamily="49" charset="0"/>
                <a:ea typeface="Calibri" panose="020F0502020204030204" pitchFamily="34" charset="0"/>
                <a:cs typeface="Times New Roman" panose="02020603050405020304" pitchFamily="18" charset="0"/>
              </a:rPr>
              <a:t>  </a:t>
            </a:r>
            <a:r>
              <a:rPr lang="en-US" sz="2500" kern="100" dirty="0" err="1">
                <a:solidFill>
                  <a:srgbClr val="538135"/>
                </a:solidFill>
                <a:effectLst/>
                <a:latin typeface="Lucida Console" panose="020B0609040504020204" pitchFamily="49" charset="0"/>
                <a:ea typeface="Calibri" panose="020F0502020204030204" pitchFamily="34" charset="0"/>
                <a:cs typeface="Times New Roman" panose="02020603050405020304" pitchFamily="18" charset="0"/>
              </a:rPr>
              <a:t>ggplot</a:t>
            </a:r>
            <a:r>
              <a:rPr lang="en-US" sz="2500" kern="100" dirty="0">
                <a:solidFill>
                  <a:srgbClr val="538135"/>
                </a:solidFill>
                <a:effectLst/>
                <a:latin typeface="Lucida Console" panose="020B0609040504020204" pitchFamily="49" charset="0"/>
                <a:ea typeface="Calibri" panose="020F0502020204030204" pitchFamily="34" charset="0"/>
                <a:cs typeface="Times New Roman" panose="02020603050405020304" pitchFamily="18" charset="0"/>
              </a:rPr>
              <a:t>(</a:t>
            </a:r>
            <a:r>
              <a:rPr lang="en-US" sz="2500" kern="100" dirty="0" err="1">
                <a:solidFill>
                  <a:srgbClr val="538135"/>
                </a:solidFill>
                <a:effectLst/>
                <a:latin typeface="Lucida Console" panose="020B0609040504020204" pitchFamily="49" charset="0"/>
                <a:ea typeface="Calibri" panose="020F0502020204030204" pitchFamily="34" charset="0"/>
                <a:cs typeface="Times New Roman" panose="02020603050405020304" pitchFamily="18" charset="0"/>
              </a:rPr>
              <a:t>aes</a:t>
            </a:r>
            <a:r>
              <a:rPr lang="en-US" sz="2500" kern="100" dirty="0">
                <a:solidFill>
                  <a:srgbClr val="538135"/>
                </a:solidFill>
                <a:effectLst/>
                <a:latin typeface="Lucida Console" panose="020B0609040504020204" pitchFamily="49" charset="0"/>
                <a:ea typeface="Calibri" panose="020F0502020204030204" pitchFamily="34" charset="0"/>
                <a:cs typeface="Times New Roman" panose="02020603050405020304" pitchFamily="18" charset="0"/>
              </a:rPr>
              <a:t>(x = factor(</a:t>
            </a:r>
            <a:r>
              <a:rPr lang="en-US" sz="2500" kern="100" dirty="0" err="1">
                <a:solidFill>
                  <a:srgbClr val="538135"/>
                </a:solidFill>
                <a:effectLst/>
                <a:latin typeface="Lucida Console" panose="020B0609040504020204" pitchFamily="49" charset="0"/>
                <a:ea typeface="Calibri" panose="020F0502020204030204" pitchFamily="34" charset="0"/>
                <a:cs typeface="Times New Roman" panose="02020603050405020304" pitchFamily="18" charset="0"/>
              </a:rPr>
              <a:t>cyl</a:t>
            </a:r>
            <a:r>
              <a:rPr lang="en-US" sz="2500" kern="100" dirty="0">
                <a:solidFill>
                  <a:srgbClr val="538135"/>
                </a:solidFill>
                <a:effectLst/>
                <a:latin typeface="Lucida Console" panose="020B0609040504020204" pitchFamily="49" charset="0"/>
                <a:ea typeface="Calibri" panose="020F0502020204030204" pitchFamily="34" charset="0"/>
                <a:cs typeface="Times New Roman" panose="02020603050405020304" pitchFamily="18" charset="0"/>
              </a:rPr>
              <a:t>))) +</a:t>
            </a:r>
            <a:endParaRPr lang="en-US" sz="2500" kern="100" dirty="0">
              <a:effectLst/>
              <a:latin typeface="Calibri" panose="020F0502020204030204" pitchFamily="34" charset="0"/>
              <a:ea typeface="Calibri" panose="020F0502020204030204" pitchFamily="34" charset="0"/>
              <a:cs typeface="Times New Roman" panose="02020603050405020304" pitchFamily="18" charset="0"/>
            </a:endParaRPr>
          </a:p>
          <a:p>
            <a:pPr marL="0" marR="0" algn="just">
              <a:lnSpc>
                <a:spcPct val="107000"/>
              </a:lnSpc>
              <a:spcBef>
                <a:spcPts val="0"/>
              </a:spcBef>
              <a:spcAft>
                <a:spcPts val="800"/>
              </a:spcAft>
            </a:pPr>
            <a:r>
              <a:rPr lang="en-US" sz="2500" kern="100" dirty="0">
                <a:solidFill>
                  <a:srgbClr val="538135"/>
                </a:solidFill>
                <a:effectLst/>
                <a:latin typeface="Lucida Console" panose="020B0609040504020204" pitchFamily="49" charset="0"/>
                <a:ea typeface="Calibri" panose="020F0502020204030204" pitchFamily="34" charset="0"/>
                <a:cs typeface="Times New Roman" panose="02020603050405020304" pitchFamily="18" charset="0"/>
              </a:rPr>
              <a:t>  </a:t>
            </a:r>
            <a:r>
              <a:rPr lang="en-US" sz="2500" kern="100" dirty="0" err="1">
                <a:solidFill>
                  <a:srgbClr val="538135"/>
                </a:solidFill>
                <a:effectLst/>
                <a:latin typeface="Lucida Console" panose="020B0609040504020204" pitchFamily="49" charset="0"/>
                <a:ea typeface="Calibri" panose="020F0502020204030204" pitchFamily="34" charset="0"/>
                <a:cs typeface="Times New Roman" panose="02020603050405020304" pitchFamily="18" charset="0"/>
              </a:rPr>
              <a:t>geom_bar</a:t>
            </a:r>
            <a:r>
              <a:rPr lang="en-US" sz="2500" kern="100" dirty="0">
                <a:solidFill>
                  <a:srgbClr val="538135"/>
                </a:solidFill>
                <a:effectLst/>
                <a:latin typeface="Lucida Console" panose="020B0609040504020204" pitchFamily="49" charset="0"/>
                <a:ea typeface="Calibri" panose="020F0502020204030204" pitchFamily="34" charset="0"/>
                <a:cs typeface="Times New Roman" panose="02020603050405020304" pitchFamily="18" charset="0"/>
              </a:rPr>
              <a:t>(color = "</a:t>
            </a:r>
            <a:r>
              <a:rPr lang="en-US" sz="2500" kern="100" dirty="0" err="1">
                <a:solidFill>
                  <a:srgbClr val="538135"/>
                </a:solidFill>
                <a:effectLst/>
                <a:latin typeface="Lucida Console" panose="020B0609040504020204" pitchFamily="49" charset="0"/>
                <a:ea typeface="Calibri" panose="020F0502020204030204" pitchFamily="34" charset="0"/>
                <a:cs typeface="Times New Roman" panose="02020603050405020304" pitchFamily="18" charset="0"/>
              </a:rPr>
              <a:t>dodgerblue</a:t>
            </a:r>
            <a:r>
              <a:rPr lang="en-US" sz="2500" kern="100" dirty="0">
                <a:solidFill>
                  <a:srgbClr val="538135"/>
                </a:solidFill>
                <a:effectLst/>
                <a:latin typeface="Lucida Console" panose="020B0609040504020204" pitchFamily="49" charset="0"/>
                <a:ea typeface="Calibri" panose="020F0502020204030204" pitchFamily="34" charset="0"/>
                <a:cs typeface="Times New Roman" panose="02020603050405020304" pitchFamily="18" charset="0"/>
              </a:rPr>
              <a:t>")</a:t>
            </a:r>
            <a:endParaRPr lang="en-US" sz="2500" kern="100" dirty="0">
              <a:effectLst/>
              <a:latin typeface="Calibri" panose="020F0502020204030204" pitchFamily="34" charset="0"/>
              <a:ea typeface="Calibri" panose="020F0502020204030204" pitchFamily="34" charset="0"/>
              <a:cs typeface="Times New Roman" panose="02020603050405020304" pitchFamily="18" charset="0"/>
            </a:endParaRPr>
          </a:p>
          <a:p>
            <a:pPr marL="0" marR="0" algn="just">
              <a:lnSpc>
                <a:spcPct val="107000"/>
              </a:lnSpc>
              <a:spcBef>
                <a:spcPts val="0"/>
              </a:spcBef>
              <a:spcAft>
                <a:spcPts val="800"/>
              </a:spcAft>
            </a:pPr>
            <a:r>
              <a:rPr lang="en-US" sz="2500" kern="100" dirty="0">
                <a:solidFill>
                  <a:srgbClr val="538135"/>
                </a:solidFill>
                <a:effectLst/>
                <a:latin typeface="Lucida Console" panose="020B0609040504020204" pitchFamily="49" charset="0"/>
                <a:ea typeface="Calibri" panose="020F0502020204030204" pitchFamily="34" charset="0"/>
                <a:cs typeface="Times New Roman" panose="02020603050405020304" pitchFamily="18" charset="0"/>
              </a:rPr>
              <a:t>fig_5 </a:t>
            </a:r>
            <a:endParaRPr lang="en-US" sz="2500" kern="100" dirty="0">
              <a:effectLst/>
              <a:latin typeface="Calibri" panose="020F0502020204030204" pitchFamily="34" charset="0"/>
              <a:ea typeface="Calibri" panose="020F0502020204030204" pitchFamily="34" charset="0"/>
              <a:cs typeface="Times New Roman" panose="02020603050405020304" pitchFamily="18" charset="0"/>
            </a:endParaRPr>
          </a:p>
        </p:txBody>
      </p:sp>
      <p:pic>
        <p:nvPicPr>
          <p:cNvPr id="2" name="Picture 1">
            <a:extLst>
              <a:ext uri="{FF2B5EF4-FFF2-40B4-BE49-F238E27FC236}">
                <a16:creationId xmlns:a16="http://schemas.microsoft.com/office/drawing/2014/main" id="{2C19603A-378B-69FB-47B0-4402AAD806B0}"/>
              </a:ext>
            </a:extLst>
          </p:cNvPr>
          <p:cNvPicPr>
            <a:picLocks noChangeAspect="1"/>
          </p:cNvPicPr>
          <p:nvPr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6771669" y="1715588"/>
            <a:ext cx="4958778" cy="406385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633099977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1">
            <a:extLst>
              <a:ext uri="{FF2B5EF4-FFF2-40B4-BE49-F238E27FC236}">
                <a16:creationId xmlns:a16="http://schemas.microsoft.com/office/drawing/2014/main" id="{D936E68F-5A16-569B-33F8-53994041B0F5}"/>
              </a:ext>
            </a:extLst>
          </p:cNvPr>
          <p:cNvPicPr>
            <a:picLocks noChangeAspect="1"/>
          </p:cNvPicPr>
          <p:nvPr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6868069" y="3477900"/>
            <a:ext cx="4017646" cy="3288660"/>
          </a:xfrm>
          <a:prstGeom prst="rect">
            <a:avLst/>
          </a:prstGeom>
        </p:spPr>
      </p:pic>
      <p:sp>
        <p:nvSpPr>
          <p:cNvPr id="4" name="TextBox 3">
            <a:extLst>
              <a:ext uri="{FF2B5EF4-FFF2-40B4-BE49-F238E27FC236}">
                <a16:creationId xmlns:a16="http://schemas.microsoft.com/office/drawing/2014/main" id="{8AD27E54-4544-A143-F86F-C591E0A33C20}"/>
              </a:ext>
            </a:extLst>
          </p:cNvPr>
          <p:cNvSpPr txBox="1"/>
          <p:nvPr/>
        </p:nvSpPr>
        <p:spPr>
          <a:xfrm>
            <a:off x="261256" y="243026"/>
            <a:ext cx="11625943" cy="371479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0" marR="0" algn="just">
              <a:lnSpc>
                <a:spcPct val="107000"/>
              </a:lnSpc>
              <a:spcBef>
                <a:spcPts val="0"/>
              </a:spcBef>
              <a:spcAft>
                <a:spcPts val="800"/>
              </a:spcAft>
            </a:pPr>
            <a:r>
              <a:rPr lang="en-US" sz="3000" b="1" kern="100" dirty="0">
                <a:effectLst/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Example 6:</a:t>
            </a:r>
            <a:r>
              <a:rPr lang="en-US" sz="3000" kern="100" dirty="0">
                <a:effectLst/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 Change the lines of the bars to </a:t>
            </a:r>
            <a:r>
              <a:rPr lang="en-US" sz="3000" kern="100" dirty="0" err="1">
                <a:effectLst/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dodgerblue</a:t>
            </a:r>
            <a:r>
              <a:rPr lang="en-US" sz="3000" kern="100" dirty="0">
                <a:effectLst/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 and the bar colors to pink. </a:t>
            </a:r>
            <a:endParaRPr lang="en-US" sz="3000" kern="100" dirty="0">
              <a:effectLst/>
              <a:latin typeface="Calibri" panose="020F0502020204030204" pitchFamily="34" charset="0"/>
              <a:ea typeface="Calibri" panose="020F0502020204030204" pitchFamily="34" charset="0"/>
              <a:cs typeface="Times New Roman" panose="02020603050405020304" pitchFamily="18" charset="0"/>
            </a:endParaRPr>
          </a:p>
          <a:p>
            <a:pPr marL="0" marR="0" algn="just">
              <a:lnSpc>
                <a:spcPct val="107000"/>
              </a:lnSpc>
              <a:spcBef>
                <a:spcPts val="0"/>
              </a:spcBef>
              <a:spcAft>
                <a:spcPts val="800"/>
              </a:spcAft>
            </a:pPr>
            <a:r>
              <a:rPr lang="en-US" sz="3000" kern="100" dirty="0">
                <a:effectLst/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 </a:t>
            </a:r>
            <a:endParaRPr lang="en-US" sz="3000" kern="100" dirty="0">
              <a:effectLst/>
              <a:latin typeface="Calibri" panose="020F0502020204030204" pitchFamily="34" charset="0"/>
              <a:ea typeface="Calibri" panose="020F0502020204030204" pitchFamily="34" charset="0"/>
              <a:cs typeface="Times New Roman" panose="02020603050405020304" pitchFamily="18" charset="0"/>
            </a:endParaRPr>
          </a:p>
          <a:p>
            <a:pPr marL="0" marR="0" algn="just">
              <a:lnSpc>
                <a:spcPct val="107000"/>
              </a:lnSpc>
              <a:spcBef>
                <a:spcPts val="0"/>
              </a:spcBef>
              <a:spcAft>
                <a:spcPts val="800"/>
              </a:spcAft>
            </a:pPr>
            <a:r>
              <a:rPr lang="en-US" sz="2500" kern="100" dirty="0">
                <a:solidFill>
                  <a:srgbClr val="538135"/>
                </a:solidFill>
                <a:effectLst/>
                <a:latin typeface="Lucida Console" panose="020B0609040504020204" pitchFamily="49" charset="0"/>
                <a:ea typeface="Calibri" panose="020F0502020204030204" pitchFamily="34" charset="0"/>
                <a:cs typeface="Times New Roman" panose="02020603050405020304" pitchFamily="18" charset="0"/>
              </a:rPr>
              <a:t>fig_6 &lt;- </a:t>
            </a:r>
            <a:r>
              <a:rPr lang="en-US" sz="2500" kern="100" dirty="0" err="1">
                <a:solidFill>
                  <a:srgbClr val="538135"/>
                </a:solidFill>
                <a:effectLst/>
                <a:latin typeface="Lucida Console" panose="020B0609040504020204" pitchFamily="49" charset="0"/>
                <a:ea typeface="Calibri" panose="020F0502020204030204" pitchFamily="34" charset="0"/>
                <a:cs typeface="Times New Roman" panose="02020603050405020304" pitchFamily="18" charset="0"/>
              </a:rPr>
              <a:t>mtcars</a:t>
            </a:r>
            <a:r>
              <a:rPr lang="en-US" sz="2500" kern="100" dirty="0">
                <a:solidFill>
                  <a:srgbClr val="538135"/>
                </a:solidFill>
                <a:effectLst/>
                <a:latin typeface="Lucida Console" panose="020B0609040504020204" pitchFamily="49" charset="0"/>
                <a:ea typeface="Calibri" panose="020F0502020204030204" pitchFamily="34" charset="0"/>
                <a:cs typeface="Times New Roman" panose="02020603050405020304" pitchFamily="18" charset="0"/>
              </a:rPr>
              <a:t> %&gt;%</a:t>
            </a:r>
            <a:endParaRPr lang="en-US" sz="2500" kern="100" dirty="0">
              <a:effectLst/>
              <a:latin typeface="Calibri" panose="020F0502020204030204" pitchFamily="34" charset="0"/>
              <a:ea typeface="Calibri" panose="020F0502020204030204" pitchFamily="34" charset="0"/>
              <a:cs typeface="Times New Roman" panose="02020603050405020304" pitchFamily="18" charset="0"/>
            </a:endParaRPr>
          </a:p>
          <a:p>
            <a:pPr marL="0" marR="0" algn="just">
              <a:lnSpc>
                <a:spcPct val="107000"/>
              </a:lnSpc>
              <a:spcBef>
                <a:spcPts val="0"/>
              </a:spcBef>
              <a:spcAft>
                <a:spcPts val="800"/>
              </a:spcAft>
            </a:pPr>
            <a:r>
              <a:rPr lang="en-US" sz="2500" kern="100" dirty="0">
                <a:solidFill>
                  <a:srgbClr val="538135"/>
                </a:solidFill>
                <a:effectLst/>
                <a:latin typeface="Lucida Console" panose="020B0609040504020204" pitchFamily="49" charset="0"/>
                <a:ea typeface="Calibri" panose="020F0502020204030204" pitchFamily="34" charset="0"/>
                <a:cs typeface="Times New Roman" panose="02020603050405020304" pitchFamily="18" charset="0"/>
              </a:rPr>
              <a:t>  </a:t>
            </a:r>
            <a:r>
              <a:rPr lang="en-US" sz="2500" kern="100" dirty="0" err="1">
                <a:solidFill>
                  <a:srgbClr val="538135"/>
                </a:solidFill>
                <a:effectLst/>
                <a:latin typeface="Lucida Console" panose="020B0609040504020204" pitchFamily="49" charset="0"/>
                <a:ea typeface="Calibri" panose="020F0502020204030204" pitchFamily="34" charset="0"/>
                <a:cs typeface="Times New Roman" panose="02020603050405020304" pitchFamily="18" charset="0"/>
              </a:rPr>
              <a:t>ggplot</a:t>
            </a:r>
            <a:r>
              <a:rPr lang="en-US" sz="2500" kern="100" dirty="0">
                <a:solidFill>
                  <a:srgbClr val="538135"/>
                </a:solidFill>
                <a:effectLst/>
                <a:latin typeface="Lucida Console" panose="020B0609040504020204" pitchFamily="49" charset="0"/>
                <a:ea typeface="Calibri" panose="020F0502020204030204" pitchFamily="34" charset="0"/>
                <a:cs typeface="Times New Roman" panose="02020603050405020304" pitchFamily="18" charset="0"/>
              </a:rPr>
              <a:t>(</a:t>
            </a:r>
            <a:r>
              <a:rPr lang="en-US" sz="2500" kern="100" dirty="0" err="1">
                <a:solidFill>
                  <a:srgbClr val="538135"/>
                </a:solidFill>
                <a:effectLst/>
                <a:latin typeface="Lucida Console" panose="020B0609040504020204" pitchFamily="49" charset="0"/>
                <a:ea typeface="Calibri" panose="020F0502020204030204" pitchFamily="34" charset="0"/>
                <a:cs typeface="Times New Roman" panose="02020603050405020304" pitchFamily="18" charset="0"/>
              </a:rPr>
              <a:t>aes</a:t>
            </a:r>
            <a:r>
              <a:rPr lang="en-US" sz="2500" kern="100" dirty="0">
                <a:solidFill>
                  <a:srgbClr val="538135"/>
                </a:solidFill>
                <a:effectLst/>
                <a:latin typeface="Lucida Console" panose="020B0609040504020204" pitchFamily="49" charset="0"/>
                <a:ea typeface="Calibri" panose="020F0502020204030204" pitchFamily="34" charset="0"/>
                <a:cs typeface="Times New Roman" panose="02020603050405020304" pitchFamily="18" charset="0"/>
              </a:rPr>
              <a:t>(x = factor(</a:t>
            </a:r>
            <a:r>
              <a:rPr lang="en-US" sz="2500" kern="100" dirty="0" err="1">
                <a:solidFill>
                  <a:srgbClr val="538135"/>
                </a:solidFill>
                <a:effectLst/>
                <a:latin typeface="Lucida Console" panose="020B0609040504020204" pitchFamily="49" charset="0"/>
                <a:ea typeface="Calibri" panose="020F0502020204030204" pitchFamily="34" charset="0"/>
                <a:cs typeface="Times New Roman" panose="02020603050405020304" pitchFamily="18" charset="0"/>
              </a:rPr>
              <a:t>cyl</a:t>
            </a:r>
            <a:r>
              <a:rPr lang="en-US" sz="2500" kern="100" dirty="0">
                <a:solidFill>
                  <a:srgbClr val="538135"/>
                </a:solidFill>
                <a:effectLst/>
                <a:latin typeface="Lucida Console" panose="020B0609040504020204" pitchFamily="49" charset="0"/>
                <a:ea typeface="Calibri" panose="020F0502020204030204" pitchFamily="34" charset="0"/>
                <a:cs typeface="Times New Roman" panose="02020603050405020304" pitchFamily="18" charset="0"/>
              </a:rPr>
              <a:t>))) +</a:t>
            </a:r>
            <a:endParaRPr lang="en-US" sz="2500" kern="100" dirty="0">
              <a:effectLst/>
              <a:latin typeface="Calibri" panose="020F0502020204030204" pitchFamily="34" charset="0"/>
              <a:ea typeface="Calibri" panose="020F0502020204030204" pitchFamily="34" charset="0"/>
              <a:cs typeface="Times New Roman" panose="02020603050405020304" pitchFamily="18" charset="0"/>
            </a:endParaRPr>
          </a:p>
          <a:p>
            <a:pPr marL="0" marR="0" algn="just">
              <a:lnSpc>
                <a:spcPct val="107000"/>
              </a:lnSpc>
              <a:spcBef>
                <a:spcPts val="0"/>
              </a:spcBef>
              <a:spcAft>
                <a:spcPts val="800"/>
              </a:spcAft>
            </a:pPr>
            <a:r>
              <a:rPr lang="en-US" sz="2500" kern="100" dirty="0">
                <a:solidFill>
                  <a:srgbClr val="538135"/>
                </a:solidFill>
                <a:effectLst/>
                <a:latin typeface="Lucida Console" panose="020B0609040504020204" pitchFamily="49" charset="0"/>
                <a:ea typeface="Calibri" panose="020F0502020204030204" pitchFamily="34" charset="0"/>
                <a:cs typeface="Times New Roman" panose="02020603050405020304" pitchFamily="18" charset="0"/>
              </a:rPr>
              <a:t>  </a:t>
            </a:r>
            <a:r>
              <a:rPr lang="en-US" sz="2500" kern="100" dirty="0" err="1">
                <a:solidFill>
                  <a:srgbClr val="538135"/>
                </a:solidFill>
                <a:effectLst/>
                <a:latin typeface="Lucida Console" panose="020B0609040504020204" pitchFamily="49" charset="0"/>
                <a:ea typeface="Calibri" panose="020F0502020204030204" pitchFamily="34" charset="0"/>
                <a:cs typeface="Times New Roman" panose="02020603050405020304" pitchFamily="18" charset="0"/>
              </a:rPr>
              <a:t>geom_bar</a:t>
            </a:r>
            <a:r>
              <a:rPr lang="en-US" sz="2500" kern="100" dirty="0">
                <a:solidFill>
                  <a:srgbClr val="538135"/>
                </a:solidFill>
                <a:effectLst/>
                <a:latin typeface="Lucida Console" panose="020B0609040504020204" pitchFamily="49" charset="0"/>
                <a:ea typeface="Calibri" panose="020F0502020204030204" pitchFamily="34" charset="0"/>
                <a:cs typeface="Times New Roman" panose="02020603050405020304" pitchFamily="18" charset="0"/>
              </a:rPr>
              <a:t>(fill = "pink", color = "</a:t>
            </a:r>
            <a:r>
              <a:rPr lang="en-US" sz="2500" kern="100" dirty="0" err="1">
                <a:solidFill>
                  <a:srgbClr val="538135"/>
                </a:solidFill>
                <a:effectLst/>
                <a:latin typeface="Lucida Console" panose="020B0609040504020204" pitchFamily="49" charset="0"/>
                <a:ea typeface="Calibri" panose="020F0502020204030204" pitchFamily="34" charset="0"/>
                <a:cs typeface="Times New Roman" panose="02020603050405020304" pitchFamily="18" charset="0"/>
              </a:rPr>
              <a:t>dodgerblue</a:t>
            </a:r>
            <a:r>
              <a:rPr lang="en-US" sz="2500" kern="100" dirty="0">
                <a:solidFill>
                  <a:srgbClr val="538135"/>
                </a:solidFill>
                <a:effectLst/>
                <a:latin typeface="Lucida Console" panose="020B0609040504020204" pitchFamily="49" charset="0"/>
                <a:ea typeface="Calibri" panose="020F0502020204030204" pitchFamily="34" charset="0"/>
                <a:cs typeface="Times New Roman" panose="02020603050405020304" pitchFamily="18" charset="0"/>
              </a:rPr>
              <a:t>")</a:t>
            </a:r>
            <a:endParaRPr lang="en-US" sz="2500" kern="100" dirty="0">
              <a:effectLst/>
              <a:latin typeface="Calibri" panose="020F0502020204030204" pitchFamily="34" charset="0"/>
              <a:ea typeface="Calibri" panose="020F0502020204030204" pitchFamily="34" charset="0"/>
              <a:cs typeface="Times New Roman" panose="02020603050405020304" pitchFamily="18" charset="0"/>
            </a:endParaRPr>
          </a:p>
          <a:p>
            <a:pPr marL="0" marR="0" algn="just">
              <a:lnSpc>
                <a:spcPct val="107000"/>
              </a:lnSpc>
              <a:spcBef>
                <a:spcPts val="0"/>
              </a:spcBef>
              <a:spcAft>
                <a:spcPts val="800"/>
              </a:spcAft>
            </a:pPr>
            <a:r>
              <a:rPr lang="en-US" sz="2500" kern="100" dirty="0">
                <a:solidFill>
                  <a:srgbClr val="538135"/>
                </a:solidFill>
                <a:effectLst/>
                <a:latin typeface="Lucida Console" panose="020B0609040504020204" pitchFamily="49" charset="0"/>
                <a:ea typeface="Calibri" panose="020F0502020204030204" pitchFamily="34" charset="0"/>
                <a:cs typeface="Times New Roman" panose="02020603050405020304" pitchFamily="18" charset="0"/>
              </a:rPr>
              <a:t>fig_6</a:t>
            </a:r>
            <a:endParaRPr lang="en-US" sz="2500" kern="100" dirty="0">
              <a:effectLst/>
              <a:latin typeface="Calibri" panose="020F0502020204030204" pitchFamily="34" charset="0"/>
              <a:ea typeface="Calibri" panose="020F0502020204030204" pitchFamily="34" charset="0"/>
              <a:cs typeface="Times New Roman" panose="02020603050405020304" pitchFamily="18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3785793728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1">
            <a:extLst>
              <a:ext uri="{FF2B5EF4-FFF2-40B4-BE49-F238E27FC236}">
                <a16:creationId xmlns:a16="http://schemas.microsoft.com/office/drawing/2014/main" id="{FB7E2151-125C-EEA3-06C0-76C4886440BD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6393632" y="3677871"/>
            <a:ext cx="3699601" cy="3027775"/>
          </a:xfrm>
          <a:prstGeom prst="rect">
            <a:avLst/>
          </a:prstGeom>
        </p:spPr>
      </p:pic>
      <p:sp>
        <p:nvSpPr>
          <p:cNvPr id="4" name="TextBox 3">
            <a:extLst>
              <a:ext uri="{FF2B5EF4-FFF2-40B4-BE49-F238E27FC236}">
                <a16:creationId xmlns:a16="http://schemas.microsoft.com/office/drawing/2014/main" id="{F76CA867-5A33-DCF2-33D7-90C02667AD13}"/>
              </a:ext>
            </a:extLst>
          </p:cNvPr>
          <p:cNvSpPr txBox="1"/>
          <p:nvPr/>
        </p:nvSpPr>
        <p:spPr>
          <a:xfrm>
            <a:off x="365761" y="411138"/>
            <a:ext cx="11286308" cy="371479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0" marR="0" algn="just">
              <a:lnSpc>
                <a:spcPct val="107000"/>
              </a:lnSpc>
              <a:spcBef>
                <a:spcPts val="0"/>
              </a:spcBef>
              <a:spcAft>
                <a:spcPts val="800"/>
              </a:spcAft>
            </a:pPr>
            <a:r>
              <a:rPr lang="en-US" sz="3000" b="1" kern="100" dirty="0">
                <a:effectLst/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Example 7: </a:t>
            </a:r>
            <a:r>
              <a:rPr lang="en-US" sz="3000" kern="100" dirty="0">
                <a:effectLst/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Create a histogram for mpg variable with 6 bins. Then, change the lines of the histogram to red and the bar colors to green.</a:t>
            </a:r>
            <a:endParaRPr lang="en-US" sz="3000" kern="100" dirty="0">
              <a:effectLst/>
              <a:latin typeface="Calibri" panose="020F0502020204030204" pitchFamily="34" charset="0"/>
              <a:ea typeface="Calibri" panose="020F0502020204030204" pitchFamily="34" charset="0"/>
              <a:cs typeface="Times New Roman" panose="02020603050405020304" pitchFamily="18" charset="0"/>
            </a:endParaRPr>
          </a:p>
          <a:p>
            <a:pPr marL="0" marR="0" algn="just">
              <a:lnSpc>
                <a:spcPct val="107000"/>
              </a:lnSpc>
              <a:spcBef>
                <a:spcPts val="0"/>
              </a:spcBef>
              <a:spcAft>
                <a:spcPts val="800"/>
              </a:spcAft>
            </a:pPr>
            <a:r>
              <a:rPr lang="en-US" sz="3000" kern="100" dirty="0">
                <a:effectLst/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 </a:t>
            </a:r>
            <a:endParaRPr lang="en-US" sz="3000" kern="100" dirty="0">
              <a:effectLst/>
              <a:latin typeface="Calibri" panose="020F0502020204030204" pitchFamily="34" charset="0"/>
              <a:ea typeface="Calibri" panose="020F0502020204030204" pitchFamily="34" charset="0"/>
              <a:cs typeface="Times New Roman" panose="02020603050405020304" pitchFamily="18" charset="0"/>
            </a:endParaRPr>
          </a:p>
          <a:p>
            <a:pPr marL="0" marR="0" algn="just">
              <a:lnSpc>
                <a:spcPct val="107000"/>
              </a:lnSpc>
              <a:spcBef>
                <a:spcPts val="0"/>
              </a:spcBef>
              <a:spcAft>
                <a:spcPts val="800"/>
              </a:spcAft>
            </a:pPr>
            <a:r>
              <a:rPr lang="en-US" sz="2500" kern="100" dirty="0">
                <a:solidFill>
                  <a:srgbClr val="538135"/>
                </a:solidFill>
                <a:effectLst/>
                <a:latin typeface="Lucida Console" panose="020B0609040504020204" pitchFamily="49" charset="0"/>
                <a:ea typeface="Calibri" panose="020F0502020204030204" pitchFamily="34" charset="0"/>
                <a:cs typeface="Times New Roman" panose="02020603050405020304" pitchFamily="18" charset="0"/>
              </a:rPr>
              <a:t>fig_7 &lt;- </a:t>
            </a:r>
            <a:r>
              <a:rPr lang="en-US" sz="2500" kern="100" dirty="0" err="1">
                <a:solidFill>
                  <a:srgbClr val="538135"/>
                </a:solidFill>
                <a:effectLst/>
                <a:latin typeface="Lucida Console" panose="020B0609040504020204" pitchFamily="49" charset="0"/>
                <a:ea typeface="Calibri" panose="020F0502020204030204" pitchFamily="34" charset="0"/>
                <a:cs typeface="Times New Roman" panose="02020603050405020304" pitchFamily="18" charset="0"/>
              </a:rPr>
              <a:t>mtcars</a:t>
            </a:r>
            <a:r>
              <a:rPr lang="en-US" sz="2500" kern="100" dirty="0">
                <a:solidFill>
                  <a:srgbClr val="538135"/>
                </a:solidFill>
                <a:effectLst/>
                <a:latin typeface="Lucida Console" panose="020B0609040504020204" pitchFamily="49" charset="0"/>
                <a:ea typeface="Calibri" panose="020F0502020204030204" pitchFamily="34" charset="0"/>
                <a:cs typeface="Times New Roman" panose="02020603050405020304" pitchFamily="18" charset="0"/>
              </a:rPr>
              <a:t> %&gt;%</a:t>
            </a:r>
            <a:endParaRPr lang="en-US" sz="2500" kern="100" dirty="0">
              <a:effectLst/>
              <a:latin typeface="Calibri" panose="020F0502020204030204" pitchFamily="34" charset="0"/>
              <a:ea typeface="Calibri" panose="020F0502020204030204" pitchFamily="34" charset="0"/>
              <a:cs typeface="Times New Roman" panose="02020603050405020304" pitchFamily="18" charset="0"/>
            </a:endParaRPr>
          </a:p>
          <a:p>
            <a:pPr marL="0" marR="0" algn="just">
              <a:lnSpc>
                <a:spcPct val="107000"/>
              </a:lnSpc>
              <a:spcBef>
                <a:spcPts val="0"/>
              </a:spcBef>
              <a:spcAft>
                <a:spcPts val="800"/>
              </a:spcAft>
            </a:pPr>
            <a:r>
              <a:rPr lang="en-US" sz="2500" kern="100" dirty="0">
                <a:solidFill>
                  <a:srgbClr val="538135"/>
                </a:solidFill>
                <a:effectLst/>
                <a:latin typeface="Lucida Console" panose="020B0609040504020204" pitchFamily="49" charset="0"/>
                <a:ea typeface="Calibri" panose="020F0502020204030204" pitchFamily="34" charset="0"/>
                <a:cs typeface="Times New Roman" panose="02020603050405020304" pitchFamily="18" charset="0"/>
              </a:rPr>
              <a:t>  </a:t>
            </a:r>
            <a:r>
              <a:rPr lang="en-US" sz="2500" kern="100" dirty="0" err="1">
                <a:solidFill>
                  <a:srgbClr val="538135"/>
                </a:solidFill>
                <a:effectLst/>
                <a:latin typeface="Lucida Console" panose="020B0609040504020204" pitchFamily="49" charset="0"/>
                <a:ea typeface="Calibri" panose="020F0502020204030204" pitchFamily="34" charset="0"/>
                <a:cs typeface="Times New Roman" panose="02020603050405020304" pitchFamily="18" charset="0"/>
              </a:rPr>
              <a:t>ggplot</a:t>
            </a:r>
            <a:r>
              <a:rPr lang="en-US" sz="2500" kern="100" dirty="0">
                <a:solidFill>
                  <a:srgbClr val="538135"/>
                </a:solidFill>
                <a:effectLst/>
                <a:latin typeface="Lucida Console" panose="020B0609040504020204" pitchFamily="49" charset="0"/>
                <a:ea typeface="Calibri" panose="020F0502020204030204" pitchFamily="34" charset="0"/>
                <a:cs typeface="Times New Roman" panose="02020603050405020304" pitchFamily="18" charset="0"/>
              </a:rPr>
              <a:t>(</a:t>
            </a:r>
            <a:r>
              <a:rPr lang="en-US" sz="2500" kern="100" dirty="0" err="1">
                <a:solidFill>
                  <a:srgbClr val="538135"/>
                </a:solidFill>
                <a:effectLst/>
                <a:latin typeface="Lucida Console" panose="020B0609040504020204" pitchFamily="49" charset="0"/>
                <a:ea typeface="Calibri" panose="020F0502020204030204" pitchFamily="34" charset="0"/>
                <a:cs typeface="Times New Roman" panose="02020603050405020304" pitchFamily="18" charset="0"/>
              </a:rPr>
              <a:t>aes</a:t>
            </a:r>
            <a:r>
              <a:rPr lang="en-US" sz="2500" kern="100" dirty="0">
                <a:solidFill>
                  <a:srgbClr val="538135"/>
                </a:solidFill>
                <a:effectLst/>
                <a:latin typeface="Lucida Console" panose="020B0609040504020204" pitchFamily="49" charset="0"/>
                <a:ea typeface="Calibri" panose="020F0502020204030204" pitchFamily="34" charset="0"/>
                <a:cs typeface="Times New Roman" panose="02020603050405020304" pitchFamily="18" charset="0"/>
              </a:rPr>
              <a:t>(x = mpg)) +</a:t>
            </a:r>
            <a:endParaRPr lang="en-US" sz="2500" kern="100" dirty="0">
              <a:effectLst/>
              <a:latin typeface="Calibri" panose="020F0502020204030204" pitchFamily="34" charset="0"/>
              <a:ea typeface="Calibri" panose="020F0502020204030204" pitchFamily="34" charset="0"/>
              <a:cs typeface="Times New Roman" panose="02020603050405020304" pitchFamily="18" charset="0"/>
            </a:endParaRPr>
          </a:p>
          <a:p>
            <a:pPr marL="0" marR="0" algn="just">
              <a:lnSpc>
                <a:spcPct val="107000"/>
              </a:lnSpc>
              <a:spcBef>
                <a:spcPts val="0"/>
              </a:spcBef>
              <a:spcAft>
                <a:spcPts val="800"/>
              </a:spcAft>
            </a:pPr>
            <a:r>
              <a:rPr lang="en-US" sz="2500" kern="100" dirty="0">
                <a:solidFill>
                  <a:srgbClr val="538135"/>
                </a:solidFill>
                <a:effectLst/>
                <a:latin typeface="Lucida Console" panose="020B0609040504020204" pitchFamily="49" charset="0"/>
                <a:ea typeface="Calibri" panose="020F0502020204030204" pitchFamily="34" charset="0"/>
                <a:cs typeface="Times New Roman" panose="02020603050405020304" pitchFamily="18" charset="0"/>
              </a:rPr>
              <a:t>  </a:t>
            </a:r>
            <a:r>
              <a:rPr lang="en-US" sz="2500" kern="100" dirty="0" err="1">
                <a:solidFill>
                  <a:srgbClr val="538135"/>
                </a:solidFill>
                <a:effectLst/>
                <a:latin typeface="Lucida Console" panose="020B0609040504020204" pitchFamily="49" charset="0"/>
                <a:ea typeface="Calibri" panose="020F0502020204030204" pitchFamily="34" charset="0"/>
                <a:cs typeface="Times New Roman" panose="02020603050405020304" pitchFamily="18" charset="0"/>
              </a:rPr>
              <a:t>geom_histogram</a:t>
            </a:r>
            <a:r>
              <a:rPr lang="en-US" sz="2500" kern="100" dirty="0">
                <a:solidFill>
                  <a:srgbClr val="538135"/>
                </a:solidFill>
                <a:effectLst/>
                <a:latin typeface="Lucida Console" panose="020B0609040504020204" pitchFamily="49" charset="0"/>
                <a:ea typeface="Calibri" panose="020F0502020204030204" pitchFamily="34" charset="0"/>
                <a:cs typeface="Times New Roman" panose="02020603050405020304" pitchFamily="18" charset="0"/>
              </a:rPr>
              <a:t>(bins = 6, fill = "green", color = "red")</a:t>
            </a:r>
            <a:endParaRPr lang="en-US" sz="2500" kern="100" dirty="0">
              <a:effectLst/>
              <a:latin typeface="Calibri" panose="020F0502020204030204" pitchFamily="34" charset="0"/>
              <a:ea typeface="Calibri" panose="020F0502020204030204" pitchFamily="34" charset="0"/>
              <a:cs typeface="Times New Roman" panose="02020603050405020304" pitchFamily="18" charset="0"/>
            </a:endParaRPr>
          </a:p>
          <a:p>
            <a:pPr marL="0" marR="0" algn="just">
              <a:lnSpc>
                <a:spcPct val="107000"/>
              </a:lnSpc>
              <a:spcBef>
                <a:spcPts val="0"/>
              </a:spcBef>
              <a:spcAft>
                <a:spcPts val="800"/>
              </a:spcAft>
            </a:pPr>
            <a:r>
              <a:rPr lang="en-US" sz="2500" kern="100" dirty="0">
                <a:solidFill>
                  <a:srgbClr val="538135"/>
                </a:solidFill>
                <a:effectLst/>
                <a:latin typeface="Lucida Console" panose="020B0609040504020204" pitchFamily="49" charset="0"/>
                <a:ea typeface="Calibri" panose="020F0502020204030204" pitchFamily="34" charset="0"/>
                <a:cs typeface="Times New Roman" panose="02020603050405020304" pitchFamily="18" charset="0"/>
              </a:rPr>
              <a:t>fig_7</a:t>
            </a:r>
            <a:endParaRPr lang="en-US" sz="2500" kern="100" dirty="0">
              <a:effectLst/>
              <a:latin typeface="Calibri" panose="020F0502020204030204" pitchFamily="34" charset="0"/>
              <a:ea typeface="Calibri" panose="020F0502020204030204" pitchFamily="34" charset="0"/>
              <a:cs typeface="Times New Roman" panose="02020603050405020304" pitchFamily="18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2530113349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extBox 3">
            <a:extLst>
              <a:ext uri="{FF2B5EF4-FFF2-40B4-BE49-F238E27FC236}">
                <a16:creationId xmlns:a16="http://schemas.microsoft.com/office/drawing/2014/main" id="{8F739DE1-0A64-6867-DCAF-C6C285CC4FBB}"/>
              </a:ext>
            </a:extLst>
          </p:cNvPr>
          <p:cNvSpPr txBox="1"/>
          <p:nvPr/>
        </p:nvSpPr>
        <p:spPr>
          <a:xfrm>
            <a:off x="574765" y="504283"/>
            <a:ext cx="10990217" cy="371479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0" marR="0" algn="just">
              <a:lnSpc>
                <a:spcPct val="107000"/>
              </a:lnSpc>
              <a:spcBef>
                <a:spcPts val="0"/>
              </a:spcBef>
              <a:spcAft>
                <a:spcPts val="800"/>
              </a:spcAft>
            </a:pPr>
            <a:r>
              <a:rPr lang="en-US" sz="3000" b="1" kern="100" dirty="0">
                <a:effectLst/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Example 8: </a:t>
            </a:r>
            <a:r>
              <a:rPr lang="en-US" sz="3000" kern="100" dirty="0">
                <a:effectLst/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Create a boxplot for mpg variable. Then, change the lines of the plot to blue and the inside colors to pink.</a:t>
            </a:r>
            <a:endParaRPr lang="en-US" sz="3000" kern="100" dirty="0">
              <a:effectLst/>
              <a:latin typeface="Calibri" panose="020F0502020204030204" pitchFamily="34" charset="0"/>
              <a:ea typeface="Calibri" panose="020F0502020204030204" pitchFamily="34" charset="0"/>
              <a:cs typeface="Times New Roman" panose="02020603050405020304" pitchFamily="18" charset="0"/>
            </a:endParaRPr>
          </a:p>
          <a:p>
            <a:pPr marL="0" marR="0" algn="just">
              <a:lnSpc>
                <a:spcPct val="107000"/>
              </a:lnSpc>
              <a:spcBef>
                <a:spcPts val="0"/>
              </a:spcBef>
              <a:spcAft>
                <a:spcPts val="800"/>
              </a:spcAft>
            </a:pPr>
            <a:r>
              <a:rPr lang="en-US" sz="3000" kern="100" dirty="0">
                <a:effectLst/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 </a:t>
            </a:r>
            <a:endParaRPr lang="en-US" sz="3000" kern="100" dirty="0">
              <a:effectLst/>
              <a:latin typeface="Calibri" panose="020F0502020204030204" pitchFamily="34" charset="0"/>
              <a:ea typeface="Calibri" panose="020F0502020204030204" pitchFamily="34" charset="0"/>
              <a:cs typeface="Times New Roman" panose="02020603050405020304" pitchFamily="18" charset="0"/>
            </a:endParaRPr>
          </a:p>
          <a:p>
            <a:pPr marL="0" marR="0" algn="just">
              <a:lnSpc>
                <a:spcPct val="107000"/>
              </a:lnSpc>
              <a:spcBef>
                <a:spcPts val="0"/>
              </a:spcBef>
              <a:spcAft>
                <a:spcPts val="800"/>
              </a:spcAft>
            </a:pPr>
            <a:r>
              <a:rPr lang="en-US" sz="2500" kern="100" dirty="0">
                <a:solidFill>
                  <a:srgbClr val="538135"/>
                </a:solidFill>
                <a:effectLst/>
                <a:latin typeface="Lucida Console" panose="020B0609040504020204" pitchFamily="49" charset="0"/>
                <a:ea typeface="Calibri" panose="020F0502020204030204" pitchFamily="34" charset="0"/>
                <a:cs typeface="Times New Roman" panose="02020603050405020304" pitchFamily="18" charset="0"/>
              </a:rPr>
              <a:t>fig_8 &lt;- </a:t>
            </a:r>
            <a:r>
              <a:rPr lang="en-US" sz="2500" kern="100" dirty="0" err="1">
                <a:solidFill>
                  <a:srgbClr val="538135"/>
                </a:solidFill>
                <a:effectLst/>
                <a:latin typeface="Lucida Console" panose="020B0609040504020204" pitchFamily="49" charset="0"/>
                <a:ea typeface="Calibri" panose="020F0502020204030204" pitchFamily="34" charset="0"/>
                <a:cs typeface="Times New Roman" panose="02020603050405020304" pitchFamily="18" charset="0"/>
              </a:rPr>
              <a:t>mtcars</a:t>
            </a:r>
            <a:r>
              <a:rPr lang="en-US" sz="2500" kern="100" dirty="0">
                <a:solidFill>
                  <a:srgbClr val="538135"/>
                </a:solidFill>
                <a:effectLst/>
                <a:latin typeface="Lucida Console" panose="020B0609040504020204" pitchFamily="49" charset="0"/>
                <a:ea typeface="Calibri" panose="020F0502020204030204" pitchFamily="34" charset="0"/>
                <a:cs typeface="Times New Roman" panose="02020603050405020304" pitchFamily="18" charset="0"/>
              </a:rPr>
              <a:t> %&gt;%</a:t>
            </a:r>
            <a:endParaRPr lang="en-US" sz="2500" kern="100" dirty="0">
              <a:effectLst/>
              <a:latin typeface="Calibri" panose="020F0502020204030204" pitchFamily="34" charset="0"/>
              <a:ea typeface="Calibri" panose="020F0502020204030204" pitchFamily="34" charset="0"/>
              <a:cs typeface="Times New Roman" panose="02020603050405020304" pitchFamily="18" charset="0"/>
            </a:endParaRPr>
          </a:p>
          <a:p>
            <a:pPr marL="0" marR="0" algn="just">
              <a:lnSpc>
                <a:spcPct val="107000"/>
              </a:lnSpc>
              <a:spcBef>
                <a:spcPts val="0"/>
              </a:spcBef>
              <a:spcAft>
                <a:spcPts val="800"/>
              </a:spcAft>
            </a:pPr>
            <a:r>
              <a:rPr lang="en-US" sz="2500" kern="100" dirty="0">
                <a:solidFill>
                  <a:srgbClr val="538135"/>
                </a:solidFill>
                <a:effectLst/>
                <a:latin typeface="Lucida Console" panose="020B0609040504020204" pitchFamily="49" charset="0"/>
                <a:ea typeface="Calibri" panose="020F0502020204030204" pitchFamily="34" charset="0"/>
                <a:cs typeface="Times New Roman" panose="02020603050405020304" pitchFamily="18" charset="0"/>
              </a:rPr>
              <a:t>  </a:t>
            </a:r>
            <a:r>
              <a:rPr lang="en-US" sz="2500" kern="100" dirty="0" err="1">
                <a:solidFill>
                  <a:srgbClr val="538135"/>
                </a:solidFill>
                <a:effectLst/>
                <a:latin typeface="Lucida Console" panose="020B0609040504020204" pitchFamily="49" charset="0"/>
                <a:ea typeface="Calibri" panose="020F0502020204030204" pitchFamily="34" charset="0"/>
                <a:cs typeface="Times New Roman" panose="02020603050405020304" pitchFamily="18" charset="0"/>
              </a:rPr>
              <a:t>ggplot</a:t>
            </a:r>
            <a:r>
              <a:rPr lang="en-US" sz="2500" kern="100" dirty="0">
                <a:solidFill>
                  <a:srgbClr val="538135"/>
                </a:solidFill>
                <a:effectLst/>
                <a:latin typeface="Lucida Console" panose="020B0609040504020204" pitchFamily="49" charset="0"/>
                <a:ea typeface="Calibri" panose="020F0502020204030204" pitchFamily="34" charset="0"/>
                <a:cs typeface="Times New Roman" panose="02020603050405020304" pitchFamily="18" charset="0"/>
              </a:rPr>
              <a:t>(</a:t>
            </a:r>
            <a:r>
              <a:rPr lang="en-US" sz="2500" kern="100" dirty="0" err="1">
                <a:solidFill>
                  <a:srgbClr val="538135"/>
                </a:solidFill>
                <a:effectLst/>
                <a:latin typeface="Lucida Console" panose="020B0609040504020204" pitchFamily="49" charset="0"/>
                <a:ea typeface="Calibri" panose="020F0502020204030204" pitchFamily="34" charset="0"/>
                <a:cs typeface="Times New Roman" panose="02020603050405020304" pitchFamily="18" charset="0"/>
              </a:rPr>
              <a:t>aes</a:t>
            </a:r>
            <a:r>
              <a:rPr lang="en-US" sz="2500" kern="100" dirty="0">
                <a:solidFill>
                  <a:srgbClr val="538135"/>
                </a:solidFill>
                <a:effectLst/>
                <a:latin typeface="Lucida Console" panose="020B0609040504020204" pitchFamily="49" charset="0"/>
                <a:ea typeface="Calibri" panose="020F0502020204030204" pitchFamily="34" charset="0"/>
                <a:cs typeface="Times New Roman" panose="02020603050405020304" pitchFamily="18" charset="0"/>
              </a:rPr>
              <a:t>(x = mpg)) +</a:t>
            </a:r>
            <a:endParaRPr lang="en-US" sz="2500" kern="100" dirty="0">
              <a:effectLst/>
              <a:latin typeface="Calibri" panose="020F0502020204030204" pitchFamily="34" charset="0"/>
              <a:ea typeface="Calibri" panose="020F0502020204030204" pitchFamily="34" charset="0"/>
              <a:cs typeface="Times New Roman" panose="02020603050405020304" pitchFamily="18" charset="0"/>
            </a:endParaRPr>
          </a:p>
          <a:p>
            <a:pPr marL="0" marR="0" algn="just">
              <a:lnSpc>
                <a:spcPct val="107000"/>
              </a:lnSpc>
              <a:spcBef>
                <a:spcPts val="0"/>
              </a:spcBef>
              <a:spcAft>
                <a:spcPts val="800"/>
              </a:spcAft>
            </a:pPr>
            <a:r>
              <a:rPr lang="en-US" sz="2500" kern="100" dirty="0">
                <a:solidFill>
                  <a:srgbClr val="538135"/>
                </a:solidFill>
                <a:effectLst/>
                <a:latin typeface="Lucida Console" panose="020B0609040504020204" pitchFamily="49" charset="0"/>
                <a:ea typeface="Calibri" panose="020F0502020204030204" pitchFamily="34" charset="0"/>
                <a:cs typeface="Times New Roman" panose="02020603050405020304" pitchFamily="18" charset="0"/>
              </a:rPr>
              <a:t>  </a:t>
            </a:r>
            <a:r>
              <a:rPr lang="en-US" sz="2500" kern="100" dirty="0" err="1">
                <a:solidFill>
                  <a:srgbClr val="538135"/>
                </a:solidFill>
                <a:effectLst/>
                <a:latin typeface="Lucida Console" panose="020B0609040504020204" pitchFamily="49" charset="0"/>
                <a:ea typeface="Calibri" panose="020F0502020204030204" pitchFamily="34" charset="0"/>
                <a:cs typeface="Times New Roman" panose="02020603050405020304" pitchFamily="18" charset="0"/>
              </a:rPr>
              <a:t>geom_boxplot</a:t>
            </a:r>
            <a:r>
              <a:rPr lang="en-US" sz="2500" kern="100" dirty="0">
                <a:solidFill>
                  <a:srgbClr val="538135"/>
                </a:solidFill>
                <a:effectLst/>
                <a:latin typeface="Lucida Console" panose="020B0609040504020204" pitchFamily="49" charset="0"/>
                <a:ea typeface="Calibri" panose="020F0502020204030204" pitchFamily="34" charset="0"/>
                <a:cs typeface="Times New Roman" panose="02020603050405020304" pitchFamily="18" charset="0"/>
              </a:rPr>
              <a:t>(color = "blue", fill = "pink")</a:t>
            </a:r>
            <a:endParaRPr lang="en-US" sz="2500" kern="100" dirty="0">
              <a:effectLst/>
              <a:latin typeface="Calibri" panose="020F0502020204030204" pitchFamily="34" charset="0"/>
              <a:ea typeface="Calibri" panose="020F0502020204030204" pitchFamily="34" charset="0"/>
              <a:cs typeface="Times New Roman" panose="02020603050405020304" pitchFamily="18" charset="0"/>
            </a:endParaRPr>
          </a:p>
          <a:p>
            <a:pPr marL="0" marR="0" algn="just">
              <a:lnSpc>
                <a:spcPct val="107000"/>
              </a:lnSpc>
              <a:spcBef>
                <a:spcPts val="0"/>
              </a:spcBef>
              <a:spcAft>
                <a:spcPts val="800"/>
              </a:spcAft>
            </a:pPr>
            <a:r>
              <a:rPr lang="en-US" sz="2500" kern="100" dirty="0">
                <a:solidFill>
                  <a:srgbClr val="538135"/>
                </a:solidFill>
                <a:effectLst/>
                <a:latin typeface="Lucida Console" panose="020B0609040504020204" pitchFamily="49" charset="0"/>
                <a:ea typeface="Calibri" panose="020F0502020204030204" pitchFamily="34" charset="0"/>
                <a:cs typeface="Times New Roman" panose="02020603050405020304" pitchFamily="18" charset="0"/>
              </a:rPr>
              <a:t>fig_8</a:t>
            </a:r>
            <a:endParaRPr lang="en-US" sz="2500" kern="100" dirty="0">
              <a:effectLst/>
              <a:latin typeface="Calibri" panose="020F0502020204030204" pitchFamily="34" charset="0"/>
              <a:ea typeface="Calibri" panose="020F0502020204030204" pitchFamily="34" charset="0"/>
              <a:cs typeface="Times New Roman" panose="02020603050405020304" pitchFamily="18" charset="0"/>
            </a:endParaRPr>
          </a:p>
        </p:txBody>
      </p:sp>
      <p:pic>
        <p:nvPicPr>
          <p:cNvPr id="2" name="Picture 1">
            <a:extLst>
              <a:ext uri="{FF2B5EF4-FFF2-40B4-BE49-F238E27FC236}">
                <a16:creationId xmlns:a16="http://schemas.microsoft.com/office/drawing/2014/main" id="{F7717FFA-3760-032D-6E43-9CFA6BDEB67C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3811768" y="3875314"/>
            <a:ext cx="4168438" cy="2825206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149767526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Box 2">
            <a:extLst>
              <a:ext uri="{FF2B5EF4-FFF2-40B4-BE49-F238E27FC236}">
                <a16:creationId xmlns:a16="http://schemas.microsoft.com/office/drawing/2014/main" id="{EFCB744B-3BC8-A940-0BD0-06DF1D6E2A00}"/>
              </a:ext>
            </a:extLst>
          </p:cNvPr>
          <p:cNvSpPr txBox="1"/>
          <p:nvPr/>
        </p:nvSpPr>
        <p:spPr>
          <a:xfrm>
            <a:off x="792479" y="1871840"/>
            <a:ext cx="10789920" cy="241373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0" marR="0" algn="ctr">
              <a:lnSpc>
                <a:spcPct val="107000"/>
              </a:lnSpc>
              <a:spcBef>
                <a:spcPts val="0"/>
              </a:spcBef>
              <a:spcAft>
                <a:spcPts val="800"/>
              </a:spcAft>
            </a:pPr>
            <a:r>
              <a:rPr lang="en-US" sz="4000" b="1" kern="100" dirty="0">
                <a:effectLst/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Multivariate Displays</a:t>
            </a:r>
            <a:endParaRPr lang="en-US" sz="4000" kern="100" dirty="0">
              <a:effectLst/>
              <a:latin typeface="Calibri" panose="020F0502020204030204" pitchFamily="34" charset="0"/>
              <a:ea typeface="Calibri" panose="020F0502020204030204" pitchFamily="34" charset="0"/>
              <a:cs typeface="Times New Roman" panose="02020603050405020304" pitchFamily="18" charset="0"/>
            </a:endParaRPr>
          </a:p>
          <a:p>
            <a:pPr marL="0" marR="0">
              <a:lnSpc>
                <a:spcPct val="107000"/>
              </a:lnSpc>
              <a:spcBef>
                <a:spcPts val="0"/>
              </a:spcBef>
              <a:spcAft>
                <a:spcPts val="800"/>
              </a:spcAft>
            </a:pPr>
            <a:r>
              <a:rPr lang="en-US" sz="3000" b="1" kern="100" dirty="0">
                <a:effectLst/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 </a:t>
            </a:r>
            <a:endParaRPr lang="en-US" sz="3000" kern="100" dirty="0">
              <a:effectLst/>
              <a:latin typeface="Calibri" panose="020F0502020204030204" pitchFamily="34" charset="0"/>
              <a:ea typeface="Calibri" panose="020F0502020204030204" pitchFamily="34" charset="0"/>
              <a:cs typeface="Times New Roman" panose="02020603050405020304" pitchFamily="18" charset="0"/>
            </a:endParaRPr>
          </a:p>
          <a:p>
            <a:pPr marL="342900" marR="0" lvl="0" indent="-342900" algn="just">
              <a:lnSpc>
                <a:spcPct val="107000"/>
              </a:lnSpc>
              <a:spcBef>
                <a:spcPts val="0"/>
              </a:spcBef>
              <a:spcAft>
                <a:spcPts val="0"/>
              </a:spcAft>
              <a:buFont typeface="Symbol" panose="05050102010706020507" pitchFamily="18" charset="2"/>
              <a:buChar char=""/>
            </a:pPr>
            <a:r>
              <a:rPr lang="en-US" sz="3000" kern="100" dirty="0" err="1">
                <a:solidFill>
                  <a:srgbClr val="538135"/>
                </a:solidFill>
                <a:effectLst/>
                <a:latin typeface="Lucida Console" panose="020B0609040504020204" pitchFamily="49" charset="0"/>
                <a:ea typeface="Calibri" panose="020F0502020204030204" pitchFamily="34" charset="0"/>
                <a:cs typeface="Times New Roman" panose="02020603050405020304" pitchFamily="18" charset="0"/>
              </a:rPr>
              <a:t>scale_fill_manual</a:t>
            </a:r>
            <a:r>
              <a:rPr lang="en-US" sz="3000" kern="100" dirty="0">
                <a:solidFill>
                  <a:srgbClr val="538135"/>
                </a:solidFill>
                <a:effectLst/>
                <a:latin typeface="Lucida Console" panose="020B0609040504020204" pitchFamily="49" charset="0"/>
                <a:ea typeface="Calibri" panose="020F0502020204030204" pitchFamily="34" charset="0"/>
                <a:cs typeface="Times New Roman" panose="02020603050405020304" pitchFamily="18" charset="0"/>
              </a:rPr>
              <a:t>()</a:t>
            </a:r>
            <a:r>
              <a:rPr lang="en-US" sz="3000" kern="100" dirty="0">
                <a:effectLst/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: manually changes fill in the </a:t>
            </a:r>
            <a:r>
              <a:rPr lang="en-US" sz="3000" kern="100" dirty="0" err="1">
                <a:effectLst/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aes</a:t>
            </a:r>
            <a:r>
              <a:rPr lang="en-US" sz="3000" kern="100" dirty="0">
                <a:effectLst/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. </a:t>
            </a:r>
            <a:endParaRPr lang="en-US" sz="3000" kern="100" dirty="0">
              <a:effectLst/>
              <a:latin typeface="Calibri" panose="020F0502020204030204" pitchFamily="34" charset="0"/>
              <a:ea typeface="Calibri" panose="020F0502020204030204" pitchFamily="34" charset="0"/>
              <a:cs typeface="Times New Roman" panose="02020603050405020304" pitchFamily="18" charset="0"/>
            </a:endParaRPr>
          </a:p>
          <a:p>
            <a:pPr marL="342900" marR="0" lvl="0" indent="-342900" algn="just">
              <a:lnSpc>
                <a:spcPct val="107000"/>
              </a:lnSpc>
              <a:spcBef>
                <a:spcPts val="0"/>
              </a:spcBef>
              <a:spcAft>
                <a:spcPts val="800"/>
              </a:spcAft>
              <a:buFont typeface="Symbol" panose="05050102010706020507" pitchFamily="18" charset="2"/>
              <a:buChar char=""/>
            </a:pPr>
            <a:r>
              <a:rPr lang="en-US" sz="3000" kern="100" dirty="0" err="1">
                <a:solidFill>
                  <a:srgbClr val="538135"/>
                </a:solidFill>
                <a:effectLst/>
                <a:latin typeface="Lucida Console" panose="020B0609040504020204" pitchFamily="49" charset="0"/>
                <a:ea typeface="Calibri" panose="020F0502020204030204" pitchFamily="34" charset="0"/>
                <a:cs typeface="Times New Roman" panose="02020603050405020304" pitchFamily="18" charset="0"/>
              </a:rPr>
              <a:t>scale_color_manual</a:t>
            </a:r>
            <a:r>
              <a:rPr lang="en-US" sz="3000" kern="100" dirty="0">
                <a:solidFill>
                  <a:srgbClr val="538135"/>
                </a:solidFill>
                <a:effectLst/>
                <a:latin typeface="Lucida Console" panose="020B0609040504020204" pitchFamily="49" charset="0"/>
                <a:ea typeface="Calibri" panose="020F0502020204030204" pitchFamily="34" charset="0"/>
                <a:cs typeface="Times New Roman" panose="02020603050405020304" pitchFamily="18" charset="0"/>
              </a:rPr>
              <a:t>()</a:t>
            </a:r>
            <a:r>
              <a:rPr lang="en-US" sz="3000" kern="100" dirty="0">
                <a:effectLst/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: manually changes color in the </a:t>
            </a:r>
            <a:r>
              <a:rPr lang="en-US" sz="3000" kern="100" dirty="0" err="1">
                <a:effectLst/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aes</a:t>
            </a:r>
            <a:r>
              <a:rPr lang="en-US" sz="3000" kern="100" dirty="0">
                <a:effectLst/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. </a:t>
            </a:r>
            <a:endParaRPr lang="en-US" sz="3000" kern="100" dirty="0">
              <a:effectLst/>
              <a:latin typeface="Calibri" panose="020F0502020204030204" pitchFamily="34" charset="0"/>
              <a:ea typeface="Calibri" panose="020F0502020204030204" pitchFamily="34" charset="0"/>
              <a:cs typeface="Times New Roman" panose="02020603050405020304" pitchFamily="18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2815339782"/>
      </p:ext>
    </p:extLst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1">
            <a:extLst>
              <a:ext uri="{FF2B5EF4-FFF2-40B4-BE49-F238E27FC236}">
                <a16:creationId xmlns:a16="http://schemas.microsoft.com/office/drawing/2014/main" id="{7EF3DF18-9AAE-B341-45AF-71467CFDC0DA}"/>
              </a:ext>
            </a:extLst>
          </p:cNvPr>
          <p:cNvPicPr>
            <a:picLocks noChangeAspect="1"/>
          </p:cNvPicPr>
          <p:nvPr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3988457" y="3204339"/>
            <a:ext cx="4215085" cy="3565080"/>
          </a:xfrm>
          <a:prstGeom prst="rect">
            <a:avLst/>
          </a:prstGeom>
        </p:spPr>
      </p:pic>
      <p:sp>
        <p:nvSpPr>
          <p:cNvPr id="4" name="TextBox 3">
            <a:extLst>
              <a:ext uri="{FF2B5EF4-FFF2-40B4-BE49-F238E27FC236}">
                <a16:creationId xmlns:a16="http://schemas.microsoft.com/office/drawing/2014/main" id="{B573F237-B2F0-194A-9CD6-38F1EFEA48D4}"/>
              </a:ext>
            </a:extLst>
          </p:cNvPr>
          <p:cNvSpPr txBox="1"/>
          <p:nvPr/>
        </p:nvSpPr>
        <p:spPr>
          <a:xfrm>
            <a:off x="461553" y="399781"/>
            <a:ext cx="11042469" cy="371479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0" marR="0" algn="just">
              <a:lnSpc>
                <a:spcPct val="107000"/>
              </a:lnSpc>
              <a:spcBef>
                <a:spcPts val="0"/>
              </a:spcBef>
              <a:spcAft>
                <a:spcPts val="800"/>
              </a:spcAft>
            </a:pPr>
            <a:r>
              <a:rPr lang="en-US" sz="3000" b="1" kern="100" dirty="0">
                <a:effectLst/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Example 9: </a:t>
            </a:r>
            <a:r>
              <a:rPr lang="en-US" sz="3000" kern="100" dirty="0">
                <a:effectLst/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Create a stacked bar graph with </a:t>
            </a:r>
            <a:r>
              <a:rPr lang="en-US" sz="3000" kern="100" dirty="0" err="1">
                <a:effectLst/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cyl</a:t>
            </a:r>
            <a:r>
              <a:rPr lang="en-US" sz="3000" kern="100" dirty="0">
                <a:effectLst/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 in the x axis and gear as the categorical variable to split each column.  </a:t>
            </a:r>
            <a:endParaRPr lang="en-US" sz="3000" kern="100" dirty="0">
              <a:effectLst/>
              <a:latin typeface="Calibri" panose="020F0502020204030204" pitchFamily="34" charset="0"/>
              <a:ea typeface="Calibri" panose="020F0502020204030204" pitchFamily="34" charset="0"/>
              <a:cs typeface="Times New Roman" panose="02020603050405020304" pitchFamily="18" charset="0"/>
            </a:endParaRPr>
          </a:p>
          <a:p>
            <a:pPr marL="0" marR="0" algn="just">
              <a:lnSpc>
                <a:spcPct val="107000"/>
              </a:lnSpc>
              <a:spcBef>
                <a:spcPts val="0"/>
              </a:spcBef>
              <a:spcAft>
                <a:spcPts val="800"/>
              </a:spcAft>
            </a:pPr>
            <a:r>
              <a:rPr lang="en-US" sz="3000" kern="100" dirty="0">
                <a:effectLst/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 </a:t>
            </a:r>
            <a:endParaRPr lang="en-US" sz="3000" kern="100" dirty="0">
              <a:effectLst/>
              <a:latin typeface="Calibri" panose="020F0502020204030204" pitchFamily="34" charset="0"/>
              <a:ea typeface="Calibri" panose="020F0502020204030204" pitchFamily="34" charset="0"/>
              <a:cs typeface="Times New Roman" panose="02020603050405020304" pitchFamily="18" charset="0"/>
            </a:endParaRPr>
          </a:p>
          <a:p>
            <a:pPr marL="0" marR="0" algn="just">
              <a:lnSpc>
                <a:spcPct val="107000"/>
              </a:lnSpc>
              <a:spcBef>
                <a:spcPts val="0"/>
              </a:spcBef>
              <a:spcAft>
                <a:spcPts val="800"/>
              </a:spcAft>
            </a:pPr>
            <a:r>
              <a:rPr lang="en-US" sz="2500" kern="100" dirty="0">
                <a:solidFill>
                  <a:srgbClr val="538135"/>
                </a:solidFill>
                <a:effectLst/>
                <a:latin typeface="Lucida Console" panose="020B0609040504020204" pitchFamily="49" charset="0"/>
                <a:ea typeface="Calibri" panose="020F0502020204030204" pitchFamily="34" charset="0"/>
                <a:cs typeface="Times New Roman" panose="02020603050405020304" pitchFamily="18" charset="0"/>
              </a:rPr>
              <a:t>fig_9 &lt;- </a:t>
            </a:r>
            <a:r>
              <a:rPr lang="en-US" sz="2500" kern="100" dirty="0" err="1">
                <a:solidFill>
                  <a:srgbClr val="538135"/>
                </a:solidFill>
                <a:effectLst/>
                <a:latin typeface="Lucida Console" panose="020B0609040504020204" pitchFamily="49" charset="0"/>
                <a:ea typeface="Calibri" panose="020F0502020204030204" pitchFamily="34" charset="0"/>
                <a:cs typeface="Times New Roman" panose="02020603050405020304" pitchFamily="18" charset="0"/>
              </a:rPr>
              <a:t>mtcars</a:t>
            </a:r>
            <a:r>
              <a:rPr lang="en-US" sz="2500" kern="100" dirty="0">
                <a:solidFill>
                  <a:srgbClr val="538135"/>
                </a:solidFill>
                <a:effectLst/>
                <a:latin typeface="Lucida Console" panose="020B0609040504020204" pitchFamily="49" charset="0"/>
                <a:ea typeface="Calibri" panose="020F0502020204030204" pitchFamily="34" charset="0"/>
                <a:cs typeface="Times New Roman" panose="02020603050405020304" pitchFamily="18" charset="0"/>
              </a:rPr>
              <a:t> %&gt;%</a:t>
            </a:r>
            <a:endParaRPr lang="en-US" sz="2500" kern="100" dirty="0">
              <a:effectLst/>
              <a:latin typeface="Calibri" panose="020F0502020204030204" pitchFamily="34" charset="0"/>
              <a:ea typeface="Calibri" panose="020F0502020204030204" pitchFamily="34" charset="0"/>
              <a:cs typeface="Times New Roman" panose="02020603050405020304" pitchFamily="18" charset="0"/>
            </a:endParaRPr>
          </a:p>
          <a:p>
            <a:pPr marL="0" marR="0" algn="just">
              <a:lnSpc>
                <a:spcPct val="107000"/>
              </a:lnSpc>
              <a:spcBef>
                <a:spcPts val="0"/>
              </a:spcBef>
              <a:spcAft>
                <a:spcPts val="800"/>
              </a:spcAft>
            </a:pPr>
            <a:r>
              <a:rPr lang="en-US" sz="2500" kern="100" dirty="0">
                <a:solidFill>
                  <a:srgbClr val="538135"/>
                </a:solidFill>
                <a:effectLst/>
                <a:latin typeface="Lucida Console" panose="020B0609040504020204" pitchFamily="49" charset="0"/>
                <a:ea typeface="Calibri" panose="020F0502020204030204" pitchFamily="34" charset="0"/>
                <a:cs typeface="Times New Roman" panose="02020603050405020304" pitchFamily="18" charset="0"/>
              </a:rPr>
              <a:t>  </a:t>
            </a:r>
            <a:r>
              <a:rPr lang="en-US" sz="2500" kern="100" dirty="0" err="1">
                <a:solidFill>
                  <a:srgbClr val="538135"/>
                </a:solidFill>
                <a:effectLst/>
                <a:latin typeface="Lucida Console" panose="020B0609040504020204" pitchFamily="49" charset="0"/>
                <a:ea typeface="Calibri" panose="020F0502020204030204" pitchFamily="34" charset="0"/>
                <a:cs typeface="Times New Roman" panose="02020603050405020304" pitchFamily="18" charset="0"/>
              </a:rPr>
              <a:t>ggplot</a:t>
            </a:r>
            <a:r>
              <a:rPr lang="en-US" sz="2500" kern="100" dirty="0">
                <a:solidFill>
                  <a:srgbClr val="538135"/>
                </a:solidFill>
                <a:effectLst/>
                <a:latin typeface="Lucida Console" panose="020B0609040504020204" pitchFamily="49" charset="0"/>
                <a:ea typeface="Calibri" panose="020F0502020204030204" pitchFamily="34" charset="0"/>
                <a:cs typeface="Times New Roman" panose="02020603050405020304" pitchFamily="18" charset="0"/>
              </a:rPr>
              <a:t>(</a:t>
            </a:r>
            <a:r>
              <a:rPr lang="en-US" sz="2500" kern="100" dirty="0" err="1">
                <a:solidFill>
                  <a:srgbClr val="538135"/>
                </a:solidFill>
                <a:effectLst/>
                <a:latin typeface="Lucida Console" panose="020B0609040504020204" pitchFamily="49" charset="0"/>
                <a:ea typeface="Calibri" panose="020F0502020204030204" pitchFamily="34" charset="0"/>
                <a:cs typeface="Times New Roman" panose="02020603050405020304" pitchFamily="18" charset="0"/>
              </a:rPr>
              <a:t>aes</a:t>
            </a:r>
            <a:r>
              <a:rPr lang="en-US" sz="2500" kern="100" dirty="0">
                <a:solidFill>
                  <a:srgbClr val="538135"/>
                </a:solidFill>
                <a:effectLst/>
                <a:latin typeface="Lucida Console" panose="020B0609040504020204" pitchFamily="49" charset="0"/>
                <a:ea typeface="Calibri" panose="020F0502020204030204" pitchFamily="34" charset="0"/>
                <a:cs typeface="Times New Roman" panose="02020603050405020304" pitchFamily="18" charset="0"/>
              </a:rPr>
              <a:t>(x = factor(</a:t>
            </a:r>
            <a:r>
              <a:rPr lang="en-US" sz="2500" kern="100" dirty="0" err="1">
                <a:solidFill>
                  <a:srgbClr val="538135"/>
                </a:solidFill>
                <a:effectLst/>
                <a:latin typeface="Lucida Console" panose="020B0609040504020204" pitchFamily="49" charset="0"/>
                <a:ea typeface="Calibri" panose="020F0502020204030204" pitchFamily="34" charset="0"/>
                <a:cs typeface="Times New Roman" panose="02020603050405020304" pitchFamily="18" charset="0"/>
              </a:rPr>
              <a:t>cyl</a:t>
            </a:r>
            <a:r>
              <a:rPr lang="en-US" sz="2500" kern="100" dirty="0">
                <a:solidFill>
                  <a:srgbClr val="538135"/>
                </a:solidFill>
                <a:effectLst/>
                <a:latin typeface="Lucida Console" panose="020B0609040504020204" pitchFamily="49" charset="0"/>
                <a:ea typeface="Calibri" panose="020F0502020204030204" pitchFamily="34" charset="0"/>
                <a:cs typeface="Times New Roman" panose="02020603050405020304" pitchFamily="18" charset="0"/>
              </a:rPr>
              <a:t>), fill = factor(gear)))+</a:t>
            </a:r>
            <a:endParaRPr lang="en-US" sz="2500" kern="100" dirty="0">
              <a:effectLst/>
              <a:latin typeface="Calibri" panose="020F0502020204030204" pitchFamily="34" charset="0"/>
              <a:ea typeface="Calibri" panose="020F0502020204030204" pitchFamily="34" charset="0"/>
              <a:cs typeface="Times New Roman" panose="02020603050405020304" pitchFamily="18" charset="0"/>
            </a:endParaRPr>
          </a:p>
          <a:p>
            <a:pPr marL="0" marR="0" algn="just">
              <a:lnSpc>
                <a:spcPct val="107000"/>
              </a:lnSpc>
              <a:spcBef>
                <a:spcPts val="0"/>
              </a:spcBef>
              <a:spcAft>
                <a:spcPts val="800"/>
              </a:spcAft>
            </a:pPr>
            <a:r>
              <a:rPr lang="en-US" sz="2500" kern="100" dirty="0">
                <a:solidFill>
                  <a:srgbClr val="538135"/>
                </a:solidFill>
                <a:effectLst/>
                <a:latin typeface="Lucida Console" panose="020B0609040504020204" pitchFamily="49" charset="0"/>
                <a:ea typeface="Calibri" panose="020F0502020204030204" pitchFamily="34" charset="0"/>
                <a:cs typeface="Times New Roman" panose="02020603050405020304" pitchFamily="18" charset="0"/>
              </a:rPr>
              <a:t>  </a:t>
            </a:r>
            <a:r>
              <a:rPr lang="en-US" sz="2500" kern="100" dirty="0" err="1">
                <a:solidFill>
                  <a:srgbClr val="538135"/>
                </a:solidFill>
                <a:effectLst/>
                <a:latin typeface="Lucida Console" panose="020B0609040504020204" pitchFamily="49" charset="0"/>
                <a:ea typeface="Calibri" panose="020F0502020204030204" pitchFamily="34" charset="0"/>
                <a:cs typeface="Times New Roman" panose="02020603050405020304" pitchFamily="18" charset="0"/>
              </a:rPr>
              <a:t>geom_bar</a:t>
            </a:r>
            <a:r>
              <a:rPr lang="en-US" sz="2500" kern="100" dirty="0">
                <a:solidFill>
                  <a:srgbClr val="538135"/>
                </a:solidFill>
                <a:effectLst/>
                <a:latin typeface="Lucida Console" panose="020B0609040504020204" pitchFamily="49" charset="0"/>
                <a:ea typeface="Calibri" panose="020F0502020204030204" pitchFamily="34" charset="0"/>
                <a:cs typeface="Times New Roman" panose="02020603050405020304" pitchFamily="18" charset="0"/>
              </a:rPr>
              <a:t>()</a:t>
            </a:r>
            <a:endParaRPr lang="en-US" sz="2500" kern="100" dirty="0">
              <a:effectLst/>
              <a:latin typeface="Calibri" panose="020F0502020204030204" pitchFamily="34" charset="0"/>
              <a:ea typeface="Calibri" panose="020F0502020204030204" pitchFamily="34" charset="0"/>
              <a:cs typeface="Times New Roman" panose="02020603050405020304" pitchFamily="18" charset="0"/>
            </a:endParaRPr>
          </a:p>
          <a:p>
            <a:pPr marL="0" marR="0" algn="just">
              <a:lnSpc>
                <a:spcPct val="107000"/>
              </a:lnSpc>
              <a:spcBef>
                <a:spcPts val="0"/>
              </a:spcBef>
              <a:spcAft>
                <a:spcPts val="800"/>
              </a:spcAft>
            </a:pPr>
            <a:r>
              <a:rPr lang="en-US" sz="2500" kern="100" dirty="0">
                <a:solidFill>
                  <a:srgbClr val="538135"/>
                </a:solidFill>
                <a:effectLst/>
                <a:latin typeface="Lucida Console" panose="020B0609040504020204" pitchFamily="49" charset="0"/>
                <a:ea typeface="Calibri" panose="020F0502020204030204" pitchFamily="34" charset="0"/>
                <a:cs typeface="Times New Roman" panose="02020603050405020304" pitchFamily="18" charset="0"/>
              </a:rPr>
              <a:t>fig_9</a:t>
            </a:r>
            <a:endParaRPr lang="en-US" sz="2500" kern="100" dirty="0">
              <a:effectLst/>
              <a:latin typeface="Calibri" panose="020F0502020204030204" pitchFamily="34" charset="0"/>
              <a:ea typeface="Calibri" panose="020F0502020204030204" pitchFamily="34" charset="0"/>
              <a:cs typeface="Times New Roman" panose="02020603050405020304" pitchFamily="18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828316129"/>
      </p:ext>
    </p:extLst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extBox 3">
            <a:extLst>
              <a:ext uri="{FF2B5EF4-FFF2-40B4-BE49-F238E27FC236}">
                <a16:creationId xmlns:a16="http://schemas.microsoft.com/office/drawing/2014/main" id="{0E0BDB10-08F6-6D29-AB25-007C15A8C1BB}"/>
              </a:ext>
            </a:extLst>
          </p:cNvPr>
          <p:cNvSpPr txBox="1"/>
          <p:nvPr/>
        </p:nvSpPr>
        <p:spPr>
          <a:xfrm>
            <a:off x="600892" y="661721"/>
            <a:ext cx="10546080" cy="363246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0" marR="0" algn="just">
              <a:lnSpc>
                <a:spcPct val="107000"/>
              </a:lnSpc>
              <a:spcBef>
                <a:spcPts val="0"/>
              </a:spcBef>
              <a:spcAft>
                <a:spcPts val="800"/>
              </a:spcAft>
            </a:pPr>
            <a:r>
              <a:rPr lang="en-US" sz="3000" b="1" kern="100" dirty="0">
                <a:effectLst/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Example 10: </a:t>
            </a:r>
            <a:r>
              <a:rPr lang="en-US" sz="3000" kern="100" dirty="0">
                <a:effectLst/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Change the colors from Example 9 to red, green, and blue (in that order). </a:t>
            </a:r>
            <a:endParaRPr lang="en-US" sz="3000" kern="100" dirty="0">
              <a:effectLst/>
              <a:latin typeface="Calibri" panose="020F0502020204030204" pitchFamily="34" charset="0"/>
              <a:ea typeface="Calibri" panose="020F0502020204030204" pitchFamily="34" charset="0"/>
              <a:cs typeface="Times New Roman" panose="02020603050405020304" pitchFamily="18" charset="0"/>
            </a:endParaRPr>
          </a:p>
          <a:p>
            <a:pPr marL="0" marR="0" algn="just">
              <a:lnSpc>
                <a:spcPct val="107000"/>
              </a:lnSpc>
              <a:spcBef>
                <a:spcPts val="0"/>
              </a:spcBef>
              <a:spcAft>
                <a:spcPts val="800"/>
              </a:spcAft>
            </a:pPr>
            <a:r>
              <a:rPr lang="en-US" sz="2500" kern="100" dirty="0">
                <a:solidFill>
                  <a:srgbClr val="538135"/>
                </a:solidFill>
                <a:effectLst/>
                <a:latin typeface="Lucida Console" panose="020B0609040504020204" pitchFamily="49" charset="0"/>
                <a:ea typeface="Calibri" panose="020F0502020204030204" pitchFamily="34" charset="0"/>
                <a:cs typeface="Times New Roman" panose="02020603050405020304" pitchFamily="18" charset="0"/>
              </a:rPr>
              <a:t>fig_10 &lt;- </a:t>
            </a:r>
            <a:r>
              <a:rPr lang="en-US" sz="2500" kern="100" dirty="0" err="1">
                <a:solidFill>
                  <a:srgbClr val="538135"/>
                </a:solidFill>
                <a:effectLst/>
                <a:latin typeface="Lucida Console" panose="020B0609040504020204" pitchFamily="49" charset="0"/>
                <a:ea typeface="Calibri" panose="020F0502020204030204" pitchFamily="34" charset="0"/>
                <a:cs typeface="Times New Roman" panose="02020603050405020304" pitchFamily="18" charset="0"/>
              </a:rPr>
              <a:t>mtcars</a:t>
            </a:r>
            <a:r>
              <a:rPr lang="en-US" sz="2500" kern="100" dirty="0">
                <a:solidFill>
                  <a:srgbClr val="538135"/>
                </a:solidFill>
                <a:effectLst/>
                <a:latin typeface="Lucida Console" panose="020B0609040504020204" pitchFamily="49" charset="0"/>
                <a:ea typeface="Calibri" panose="020F0502020204030204" pitchFamily="34" charset="0"/>
                <a:cs typeface="Times New Roman" panose="02020603050405020304" pitchFamily="18" charset="0"/>
              </a:rPr>
              <a:t> %&gt;%</a:t>
            </a:r>
            <a:endParaRPr lang="en-US" sz="2500" kern="100" dirty="0">
              <a:effectLst/>
              <a:latin typeface="Calibri" panose="020F0502020204030204" pitchFamily="34" charset="0"/>
              <a:ea typeface="Calibri" panose="020F0502020204030204" pitchFamily="34" charset="0"/>
              <a:cs typeface="Times New Roman" panose="02020603050405020304" pitchFamily="18" charset="0"/>
            </a:endParaRPr>
          </a:p>
          <a:p>
            <a:pPr marL="0" marR="0" algn="just">
              <a:lnSpc>
                <a:spcPct val="107000"/>
              </a:lnSpc>
              <a:spcBef>
                <a:spcPts val="0"/>
              </a:spcBef>
              <a:spcAft>
                <a:spcPts val="800"/>
              </a:spcAft>
            </a:pPr>
            <a:r>
              <a:rPr lang="en-US" sz="2500" kern="100" dirty="0">
                <a:solidFill>
                  <a:srgbClr val="538135"/>
                </a:solidFill>
                <a:effectLst/>
                <a:latin typeface="Lucida Console" panose="020B0609040504020204" pitchFamily="49" charset="0"/>
                <a:ea typeface="Calibri" panose="020F0502020204030204" pitchFamily="34" charset="0"/>
                <a:cs typeface="Times New Roman" panose="02020603050405020304" pitchFamily="18" charset="0"/>
              </a:rPr>
              <a:t>  </a:t>
            </a:r>
            <a:r>
              <a:rPr lang="en-US" sz="2500" kern="100" dirty="0" err="1">
                <a:solidFill>
                  <a:srgbClr val="538135"/>
                </a:solidFill>
                <a:effectLst/>
                <a:latin typeface="Lucida Console" panose="020B0609040504020204" pitchFamily="49" charset="0"/>
                <a:ea typeface="Calibri" panose="020F0502020204030204" pitchFamily="34" charset="0"/>
                <a:cs typeface="Times New Roman" panose="02020603050405020304" pitchFamily="18" charset="0"/>
              </a:rPr>
              <a:t>ggplot</a:t>
            </a:r>
            <a:r>
              <a:rPr lang="en-US" sz="2500" kern="100" dirty="0">
                <a:solidFill>
                  <a:srgbClr val="538135"/>
                </a:solidFill>
                <a:effectLst/>
                <a:latin typeface="Lucida Console" panose="020B0609040504020204" pitchFamily="49" charset="0"/>
                <a:ea typeface="Calibri" panose="020F0502020204030204" pitchFamily="34" charset="0"/>
                <a:cs typeface="Times New Roman" panose="02020603050405020304" pitchFamily="18" charset="0"/>
              </a:rPr>
              <a:t>(</a:t>
            </a:r>
            <a:r>
              <a:rPr lang="en-US" sz="2500" kern="100" dirty="0" err="1">
                <a:solidFill>
                  <a:srgbClr val="538135"/>
                </a:solidFill>
                <a:effectLst/>
                <a:latin typeface="Lucida Console" panose="020B0609040504020204" pitchFamily="49" charset="0"/>
                <a:ea typeface="Calibri" panose="020F0502020204030204" pitchFamily="34" charset="0"/>
                <a:cs typeface="Times New Roman" panose="02020603050405020304" pitchFamily="18" charset="0"/>
              </a:rPr>
              <a:t>aes</a:t>
            </a:r>
            <a:r>
              <a:rPr lang="en-US" sz="2500" kern="100" dirty="0">
                <a:solidFill>
                  <a:srgbClr val="538135"/>
                </a:solidFill>
                <a:effectLst/>
                <a:latin typeface="Lucida Console" panose="020B0609040504020204" pitchFamily="49" charset="0"/>
                <a:ea typeface="Calibri" panose="020F0502020204030204" pitchFamily="34" charset="0"/>
                <a:cs typeface="Times New Roman" panose="02020603050405020304" pitchFamily="18" charset="0"/>
              </a:rPr>
              <a:t>(x = factor(</a:t>
            </a:r>
            <a:r>
              <a:rPr lang="en-US" sz="2500" kern="100" dirty="0" err="1">
                <a:solidFill>
                  <a:srgbClr val="538135"/>
                </a:solidFill>
                <a:effectLst/>
                <a:latin typeface="Lucida Console" panose="020B0609040504020204" pitchFamily="49" charset="0"/>
                <a:ea typeface="Calibri" panose="020F0502020204030204" pitchFamily="34" charset="0"/>
                <a:cs typeface="Times New Roman" panose="02020603050405020304" pitchFamily="18" charset="0"/>
              </a:rPr>
              <a:t>cyl</a:t>
            </a:r>
            <a:r>
              <a:rPr lang="en-US" sz="2500" kern="100" dirty="0">
                <a:solidFill>
                  <a:srgbClr val="538135"/>
                </a:solidFill>
                <a:effectLst/>
                <a:latin typeface="Lucida Console" panose="020B0609040504020204" pitchFamily="49" charset="0"/>
                <a:ea typeface="Calibri" panose="020F0502020204030204" pitchFamily="34" charset="0"/>
                <a:cs typeface="Times New Roman" panose="02020603050405020304" pitchFamily="18" charset="0"/>
              </a:rPr>
              <a:t>), fill = factor(gear)))+</a:t>
            </a:r>
            <a:endParaRPr lang="en-US" sz="2500" kern="100" dirty="0">
              <a:effectLst/>
              <a:latin typeface="Calibri" panose="020F0502020204030204" pitchFamily="34" charset="0"/>
              <a:ea typeface="Calibri" panose="020F0502020204030204" pitchFamily="34" charset="0"/>
              <a:cs typeface="Times New Roman" panose="02020603050405020304" pitchFamily="18" charset="0"/>
            </a:endParaRPr>
          </a:p>
          <a:p>
            <a:pPr marL="0" marR="0" algn="just">
              <a:lnSpc>
                <a:spcPct val="107000"/>
              </a:lnSpc>
              <a:spcBef>
                <a:spcPts val="0"/>
              </a:spcBef>
              <a:spcAft>
                <a:spcPts val="800"/>
              </a:spcAft>
            </a:pPr>
            <a:r>
              <a:rPr lang="en-US" sz="2500" kern="100" dirty="0">
                <a:solidFill>
                  <a:srgbClr val="538135"/>
                </a:solidFill>
                <a:effectLst/>
                <a:latin typeface="Lucida Console" panose="020B0609040504020204" pitchFamily="49" charset="0"/>
                <a:ea typeface="Calibri" panose="020F0502020204030204" pitchFamily="34" charset="0"/>
                <a:cs typeface="Times New Roman" panose="02020603050405020304" pitchFamily="18" charset="0"/>
              </a:rPr>
              <a:t>  </a:t>
            </a:r>
            <a:r>
              <a:rPr lang="en-US" sz="2500" kern="100" dirty="0" err="1">
                <a:solidFill>
                  <a:srgbClr val="538135"/>
                </a:solidFill>
                <a:effectLst/>
                <a:latin typeface="Lucida Console" panose="020B0609040504020204" pitchFamily="49" charset="0"/>
                <a:ea typeface="Calibri" panose="020F0502020204030204" pitchFamily="34" charset="0"/>
                <a:cs typeface="Times New Roman" panose="02020603050405020304" pitchFamily="18" charset="0"/>
              </a:rPr>
              <a:t>geom_bar</a:t>
            </a:r>
            <a:r>
              <a:rPr lang="en-US" sz="2500" kern="100" dirty="0">
                <a:solidFill>
                  <a:srgbClr val="538135"/>
                </a:solidFill>
                <a:effectLst/>
                <a:latin typeface="Lucida Console" panose="020B0609040504020204" pitchFamily="49" charset="0"/>
                <a:ea typeface="Calibri" panose="020F0502020204030204" pitchFamily="34" charset="0"/>
                <a:cs typeface="Times New Roman" panose="02020603050405020304" pitchFamily="18" charset="0"/>
              </a:rPr>
              <a:t>()+</a:t>
            </a:r>
            <a:endParaRPr lang="en-US" sz="2500" kern="100" dirty="0">
              <a:effectLst/>
              <a:latin typeface="Calibri" panose="020F0502020204030204" pitchFamily="34" charset="0"/>
              <a:ea typeface="Calibri" panose="020F0502020204030204" pitchFamily="34" charset="0"/>
              <a:cs typeface="Times New Roman" panose="02020603050405020304" pitchFamily="18" charset="0"/>
            </a:endParaRPr>
          </a:p>
          <a:p>
            <a:pPr marL="0" marR="0" algn="just">
              <a:lnSpc>
                <a:spcPct val="107000"/>
              </a:lnSpc>
              <a:spcBef>
                <a:spcPts val="0"/>
              </a:spcBef>
              <a:spcAft>
                <a:spcPts val="800"/>
              </a:spcAft>
            </a:pPr>
            <a:r>
              <a:rPr lang="en-US" sz="2500" kern="100" dirty="0">
                <a:solidFill>
                  <a:srgbClr val="538135"/>
                </a:solidFill>
                <a:effectLst/>
                <a:latin typeface="Lucida Console" panose="020B0609040504020204" pitchFamily="49" charset="0"/>
                <a:ea typeface="Calibri" panose="020F0502020204030204" pitchFamily="34" charset="0"/>
                <a:cs typeface="Times New Roman" panose="02020603050405020304" pitchFamily="18" charset="0"/>
              </a:rPr>
              <a:t>  </a:t>
            </a:r>
            <a:r>
              <a:rPr lang="en-US" sz="2400" kern="100" dirty="0" err="1">
                <a:solidFill>
                  <a:srgbClr val="538135"/>
                </a:solidFill>
                <a:effectLst/>
                <a:latin typeface="Lucida Console" panose="020B0609040504020204" pitchFamily="49" charset="0"/>
                <a:ea typeface="Calibri" panose="020F0502020204030204" pitchFamily="34" charset="0"/>
                <a:cs typeface="Times New Roman" panose="02020603050405020304" pitchFamily="18" charset="0"/>
              </a:rPr>
              <a:t>scale_fill_manual</a:t>
            </a:r>
            <a:r>
              <a:rPr lang="en-US" sz="2400" kern="100" dirty="0">
                <a:solidFill>
                  <a:srgbClr val="538135"/>
                </a:solidFill>
                <a:effectLst/>
                <a:latin typeface="Lucida Console" panose="020B0609040504020204" pitchFamily="49" charset="0"/>
                <a:ea typeface="Calibri" panose="020F0502020204030204" pitchFamily="34" charset="0"/>
                <a:cs typeface="Times New Roman" panose="02020603050405020304" pitchFamily="18" charset="0"/>
              </a:rPr>
              <a:t>(values = c("red", "green", "blue"))</a:t>
            </a:r>
            <a:endParaRPr lang="en-US" sz="2400" kern="100" dirty="0">
              <a:effectLst/>
              <a:latin typeface="Calibri" panose="020F0502020204030204" pitchFamily="34" charset="0"/>
              <a:ea typeface="Calibri" panose="020F0502020204030204" pitchFamily="34" charset="0"/>
              <a:cs typeface="Times New Roman" panose="02020603050405020304" pitchFamily="18" charset="0"/>
            </a:endParaRPr>
          </a:p>
          <a:p>
            <a:pPr marL="0" marR="0" algn="just">
              <a:lnSpc>
                <a:spcPct val="107000"/>
              </a:lnSpc>
              <a:spcBef>
                <a:spcPts val="0"/>
              </a:spcBef>
              <a:spcAft>
                <a:spcPts val="800"/>
              </a:spcAft>
            </a:pPr>
            <a:r>
              <a:rPr lang="en-US" sz="2500" kern="100" dirty="0">
                <a:solidFill>
                  <a:srgbClr val="538135"/>
                </a:solidFill>
                <a:effectLst/>
                <a:latin typeface="Lucida Console" panose="020B0609040504020204" pitchFamily="49" charset="0"/>
                <a:ea typeface="Calibri" panose="020F0502020204030204" pitchFamily="34" charset="0"/>
                <a:cs typeface="Times New Roman" panose="02020603050405020304" pitchFamily="18" charset="0"/>
              </a:rPr>
              <a:t>fig_10</a:t>
            </a:r>
            <a:endParaRPr lang="en-US" sz="2500" kern="100" dirty="0">
              <a:effectLst/>
              <a:latin typeface="Calibri" panose="020F0502020204030204" pitchFamily="34" charset="0"/>
              <a:ea typeface="Calibri" panose="020F0502020204030204" pitchFamily="34" charset="0"/>
              <a:cs typeface="Times New Roman" panose="02020603050405020304" pitchFamily="18" charset="0"/>
            </a:endParaRPr>
          </a:p>
        </p:txBody>
      </p:sp>
      <p:pic>
        <p:nvPicPr>
          <p:cNvPr id="2" name="Picture 1">
            <a:extLst>
              <a:ext uri="{FF2B5EF4-FFF2-40B4-BE49-F238E27FC236}">
                <a16:creationId xmlns:a16="http://schemas.microsoft.com/office/drawing/2014/main" id="{3D69DFBF-518C-0AFE-BDE3-886B44E102FA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3936365" y="3918727"/>
            <a:ext cx="3527470" cy="2939273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746977217"/>
      </p:ext>
    </p:extLst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extBox 3">
            <a:extLst>
              <a:ext uri="{FF2B5EF4-FFF2-40B4-BE49-F238E27FC236}">
                <a16:creationId xmlns:a16="http://schemas.microsoft.com/office/drawing/2014/main" id="{8CE66DE4-3406-5ED3-6882-0FF7CA117DA5}"/>
              </a:ext>
            </a:extLst>
          </p:cNvPr>
          <p:cNvSpPr txBox="1"/>
          <p:nvPr/>
        </p:nvSpPr>
        <p:spPr>
          <a:xfrm>
            <a:off x="426720" y="339635"/>
            <a:ext cx="11338559" cy="474328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0" marR="0" algn="just">
              <a:lnSpc>
                <a:spcPct val="107000"/>
              </a:lnSpc>
              <a:spcBef>
                <a:spcPts val="0"/>
              </a:spcBef>
              <a:spcAft>
                <a:spcPts val="800"/>
              </a:spcAft>
            </a:pPr>
            <a:r>
              <a:rPr lang="en-US" sz="3000" b="1" kern="100" dirty="0">
                <a:effectLst/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Example 11: </a:t>
            </a:r>
            <a:r>
              <a:rPr lang="en-US" sz="3000" kern="100" dirty="0">
                <a:effectLst/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Create a scatter plot with x = </a:t>
            </a:r>
            <a:r>
              <a:rPr lang="en-US" sz="3000" kern="100" dirty="0" err="1">
                <a:effectLst/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bill_length_mm</a:t>
            </a:r>
            <a:r>
              <a:rPr lang="en-US" sz="3000" kern="100" dirty="0">
                <a:effectLst/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, y = </a:t>
            </a:r>
            <a:r>
              <a:rPr lang="en-US" sz="3000" kern="100" dirty="0" err="1">
                <a:effectLst/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bill_depth_mm</a:t>
            </a:r>
            <a:r>
              <a:rPr lang="en-US" sz="3000" kern="100" dirty="0">
                <a:effectLst/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, and species as the categorical variable. </a:t>
            </a:r>
            <a:endParaRPr lang="en-US" sz="3000" kern="100" dirty="0">
              <a:effectLst/>
              <a:latin typeface="Calibri" panose="020F0502020204030204" pitchFamily="34" charset="0"/>
              <a:ea typeface="Calibri" panose="020F0502020204030204" pitchFamily="34" charset="0"/>
              <a:cs typeface="Times New Roman" panose="02020603050405020304" pitchFamily="18" charset="0"/>
            </a:endParaRPr>
          </a:p>
          <a:p>
            <a:pPr marL="0" marR="0" algn="just">
              <a:lnSpc>
                <a:spcPct val="107000"/>
              </a:lnSpc>
              <a:spcBef>
                <a:spcPts val="0"/>
              </a:spcBef>
              <a:spcAft>
                <a:spcPts val="800"/>
              </a:spcAft>
            </a:pPr>
            <a:r>
              <a:rPr lang="en-US" sz="3000" kern="100" dirty="0">
                <a:effectLst/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 </a:t>
            </a:r>
            <a:endParaRPr lang="en-US" sz="3000" kern="100" dirty="0">
              <a:effectLst/>
              <a:latin typeface="Calibri" panose="020F0502020204030204" pitchFamily="34" charset="0"/>
              <a:ea typeface="Calibri" panose="020F0502020204030204" pitchFamily="34" charset="0"/>
              <a:cs typeface="Times New Roman" panose="02020603050405020304" pitchFamily="18" charset="0"/>
            </a:endParaRPr>
          </a:p>
          <a:p>
            <a:pPr marL="0" marR="0" algn="just">
              <a:lnSpc>
                <a:spcPct val="107000"/>
              </a:lnSpc>
              <a:spcBef>
                <a:spcPts val="0"/>
              </a:spcBef>
              <a:spcAft>
                <a:spcPts val="800"/>
              </a:spcAft>
            </a:pPr>
            <a:r>
              <a:rPr lang="en-US" sz="2500" kern="100" dirty="0">
                <a:solidFill>
                  <a:srgbClr val="538135"/>
                </a:solidFill>
                <a:effectLst/>
                <a:latin typeface="Lucida Console" panose="020B0609040504020204" pitchFamily="49" charset="0"/>
                <a:ea typeface="Calibri" panose="020F0502020204030204" pitchFamily="34" charset="0"/>
                <a:cs typeface="Times New Roman" panose="02020603050405020304" pitchFamily="18" charset="0"/>
              </a:rPr>
              <a:t>fig_11 &lt;- penguins %&gt;% </a:t>
            </a:r>
            <a:endParaRPr lang="en-US" sz="2500" kern="100" dirty="0">
              <a:effectLst/>
              <a:latin typeface="Calibri" panose="020F0502020204030204" pitchFamily="34" charset="0"/>
              <a:ea typeface="Calibri" panose="020F0502020204030204" pitchFamily="34" charset="0"/>
              <a:cs typeface="Times New Roman" panose="02020603050405020304" pitchFamily="18" charset="0"/>
            </a:endParaRPr>
          </a:p>
          <a:p>
            <a:pPr marL="0" marR="0" algn="just">
              <a:lnSpc>
                <a:spcPct val="107000"/>
              </a:lnSpc>
              <a:spcBef>
                <a:spcPts val="0"/>
              </a:spcBef>
              <a:spcAft>
                <a:spcPts val="800"/>
              </a:spcAft>
            </a:pPr>
            <a:r>
              <a:rPr lang="en-US" sz="2500" kern="100" dirty="0">
                <a:solidFill>
                  <a:srgbClr val="538135"/>
                </a:solidFill>
                <a:effectLst/>
                <a:latin typeface="Lucida Console" panose="020B0609040504020204" pitchFamily="49" charset="0"/>
                <a:ea typeface="Calibri" panose="020F0502020204030204" pitchFamily="34" charset="0"/>
                <a:cs typeface="Times New Roman" panose="02020603050405020304" pitchFamily="18" charset="0"/>
              </a:rPr>
              <a:t>  </a:t>
            </a:r>
            <a:r>
              <a:rPr lang="en-US" sz="2500" kern="100" dirty="0" err="1">
                <a:solidFill>
                  <a:srgbClr val="538135"/>
                </a:solidFill>
                <a:effectLst/>
                <a:latin typeface="Lucida Console" panose="020B0609040504020204" pitchFamily="49" charset="0"/>
                <a:ea typeface="Calibri" panose="020F0502020204030204" pitchFamily="34" charset="0"/>
                <a:cs typeface="Times New Roman" panose="02020603050405020304" pitchFamily="18" charset="0"/>
              </a:rPr>
              <a:t>ggplot</a:t>
            </a:r>
            <a:r>
              <a:rPr lang="en-US" sz="2500" kern="100" dirty="0">
                <a:solidFill>
                  <a:srgbClr val="538135"/>
                </a:solidFill>
                <a:effectLst/>
                <a:latin typeface="Lucida Console" panose="020B0609040504020204" pitchFamily="49" charset="0"/>
                <a:ea typeface="Calibri" panose="020F0502020204030204" pitchFamily="34" charset="0"/>
                <a:cs typeface="Times New Roman" panose="02020603050405020304" pitchFamily="18" charset="0"/>
              </a:rPr>
              <a:t>(</a:t>
            </a:r>
            <a:r>
              <a:rPr lang="en-US" sz="2500" kern="100" dirty="0" err="1">
                <a:solidFill>
                  <a:srgbClr val="538135"/>
                </a:solidFill>
                <a:effectLst/>
                <a:latin typeface="Lucida Console" panose="020B0609040504020204" pitchFamily="49" charset="0"/>
                <a:ea typeface="Calibri" panose="020F0502020204030204" pitchFamily="34" charset="0"/>
                <a:cs typeface="Times New Roman" panose="02020603050405020304" pitchFamily="18" charset="0"/>
              </a:rPr>
              <a:t>aes</a:t>
            </a:r>
            <a:r>
              <a:rPr lang="en-US" sz="2500" kern="100" dirty="0">
                <a:solidFill>
                  <a:srgbClr val="538135"/>
                </a:solidFill>
                <a:effectLst/>
                <a:latin typeface="Lucida Console" panose="020B0609040504020204" pitchFamily="49" charset="0"/>
                <a:ea typeface="Calibri" panose="020F0502020204030204" pitchFamily="34" charset="0"/>
                <a:cs typeface="Times New Roman" panose="02020603050405020304" pitchFamily="18" charset="0"/>
              </a:rPr>
              <a:t>(x = </a:t>
            </a:r>
            <a:r>
              <a:rPr lang="en-US" sz="2500" kern="100" dirty="0" err="1">
                <a:solidFill>
                  <a:srgbClr val="538135"/>
                </a:solidFill>
                <a:effectLst/>
                <a:latin typeface="Lucida Console" panose="020B0609040504020204" pitchFamily="49" charset="0"/>
                <a:ea typeface="Calibri" panose="020F0502020204030204" pitchFamily="34" charset="0"/>
                <a:cs typeface="Times New Roman" panose="02020603050405020304" pitchFamily="18" charset="0"/>
              </a:rPr>
              <a:t>bill_length_mm</a:t>
            </a:r>
            <a:r>
              <a:rPr lang="en-US" sz="2500" kern="100" dirty="0">
                <a:solidFill>
                  <a:srgbClr val="538135"/>
                </a:solidFill>
                <a:effectLst/>
                <a:latin typeface="Lucida Console" panose="020B0609040504020204" pitchFamily="49" charset="0"/>
                <a:ea typeface="Calibri" panose="020F0502020204030204" pitchFamily="34" charset="0"/>
                <a:cs typeface="Times New Roman" panose="02020603050405020304" pitchFamily="18" charset="0"/>
              </a:rPr>
              <a:t>, </a:t>
            </a:r>
            <a:endParaRPr lang="en-US" sz="2500" kern="100" dirty="0">
              <a:effectLst/>
              <a:latin typeface="Calibri" panose="020F0502020204030204" pitchFamily="34" charset="0"/>
              <a:ea typeface="Calibri" panose="020F0502020204030204" pitchFamily="34" charset="0"/>
              <a:cs typeface="Times New Roman" panose="02020603050405020304" pitchFamily="18" charset="0"/>
            </a:endParaRPr>
          </a:p>
          <a:p>
            <a:pPr marL="914400" marR="0" algn="just">
              <a:lnSpc>
                <a:spcPct val="107000"/>
              </a:lnSpc>
              <a:spcBef>
                <a:spcPts val="0"/>
              </a:spcBef>
              <a:spcAft>
                <a:spcPts val="800"/>
              </a:spcAft>
            </a:pPr>
            <a:r>
              <a:rPr lang="en-US" sz="2500" kern="100" dirty="0">
                <a:solidFill>
                  <a:srgbClr val="538135"/>
                </a:solidFill>
                <a:effectLst/>
                <a:latin typeface="Lucida Console" panose="020B0609040504020204" pitchFamily="49" charset="0"/>
                <a:ea typeface="Calibri" panose="020F0502020204030204" pitchFamily="34" charset="0"/>
                <a:cs typeface="Times New Roman" panose="02020603050405020304" pitchFamily="18" charset="0"/>
              </a:rPr>
              <a:t>   y = </a:t>
            </a:r>
            <a:r>
              <a:rPr lang="en-US" sz="2500" kern="100" dirty="0" err="1">
                <a:solidFill>
                  <a:srgbClr val="538135"/>
                </a:solidFill>
                <a:effectLst/>
                <a:latin typeface="Lucida Console" panose="020B0609040504020204" pitchFamily="49" charset="0"/>
                <a:ea typeface="Calibri" panose="020F0502020204030204" pitchFamily="34" charset="0"/>
                <a:cs typeface="Times New Roman" panose="02020603050405020304" pitchFamily="18" charset="0"/>
              </a:rPr>
              <a:t>bill_depth_mm</a:t>
            </a:r>
            <a:r>
              <a:rPr lang="en-US" sz="2500" kern="100" dirty="0">
                <a:solidFill>
                  <a:srgbClr val="538135"/>
                </a:solidFill>
                <a:effectLst/>
                <a:latin typeface="Lucida Console" panose="020B0609040504020204" pitchFamily="49" charset="0"/>
                <a:ea typeface="Calibri" panose="020F0502020204030204" pitchFamily="34" charset="0"/>
                <a:cs typeface="Times New Roman" panose="02020603050405020304" pitchFamily="18" charset="0"/>
              </a:rPr>
              <a:t>, </a:t>
            </a:r>
            <a:endParaRPr lang="en-US" sz="2500" kern="100" dirty="0">
              <a:effectLst/>
              <a:latin typeface="Calibri" panose="020F0502020204030204" pitchFamily="34" charset="0"/>
              <a:ea typeface="Calibri" panose="020F0502020204030204" pitchFamily="34" charset="0"/>
              <a:cs typeface="Times New Roman" panose="02020603050405020304" pitchFamily="18" charset="0"/>
            </a:endParaRPr>
          </a:p>
          <a:p>
            <a:pPr marL="0" marR="0" algn="just">
              <a:lnSpc>
                <a:spcPct val="107000"/>
              </a:lnSpc>
              <a:spcBef>
                <a:spcPts val="0"/>
              </a:spcBef>
              <a:spcAft>
                <a:spcPts val="800"/>
              </a:spcAft>
            </a:pPr>
            <a:r>
              <a:rPr lang="en-US" sz="2500" kern="100" dirty="0">
                <a:solidFill>
                  <a:srgbClr val="538135"/>
                </a:solidFill>
                <a:effectLst/>
                <a:latin typeface="Lucida Console" panose="020B0609040504020204" pitchFamily="49" charset="0"/>
                <a:ea typeface="Calibri" panose="020F0502020204030204" pitchFamily="34" charset="0"/>
                <a:cs typeface="Times New Roman" panose="02020603050405020304" pitchFamily="18" charset="0"/>
              </a:rPr>
              <a:t>             color = species)) +</a:t>
            </a:r>
            <a:endParaRPr lang="en-US" sz="2500" kern="100" dirty="0">
              <a:effectLst/>
              <a:latin typeface="Calibri" panose="020F0502020204030204" pitchFamily="34" charset="0"/>
              <a:ea typeface="Calibri" panose="020F0502020204030204" pitchFamily="34" charset="0"/>
              <a:cs typeface="Times New Roman" panose="02020603050405020304" pitchFamily="18" charset="0"/>
            </a:endParaRPr>
          </a:p>
          <a:p>
            <a:pPr marL="0" marR="0" algn="just">
              <a:lnSpc>
                <a:spcPct val="107000"/>
              </a:lnSpc>
              <a:spcBef>
                <a:spcPts val="0"/>
              </a:spcBef>
              <a:spcAft>
                <a:spcPts val="800"/>
              </a:spcAft>
            </a:pPr>
            <a:r>
              <a:rPr lang="en-US" sz="2500" kern="100" dirty="0">
                <a:solidFill>
                  <a:srgbClr val="538135"/>
                </a:solidFill>
                <a:effectLst/>
                <a:latin typeface="Lucida Console" panose="020B0609040504020204" pitchFamily="49" charset="0"/>
                <a:ea typeface="Calibri" panose="020F0502020204030204" pitchFamily="34" charset="0"/>
                <a:cs typeface="Times New Roman" panose="02020603050405020304" pitchFamily="18" charset="0"/>
              </a:rPr>
              <a:t>  </a:t>
            </a:r>
            <a:r>
              <a:rPr lang="en-US" sz="2500" kern="100" dirty="0" err="1">
                <a:solidFill>
                  <a:srgbClr val="538135"/>
                </a:solidFill>
                <a:effectLst/>
                <a:latin typeface="Lucida Console" panose="020B0609040504020204" pitchFamily="49" charset="0"/>
                <a:ea typeface="Calibri" panose="020F0502020204030204" pitchFamily="34" charset="0"/>
                <a:cs typeface="Times New Roman" panose="02020603050405020304" pitchFamily="18" charset="0"/>
              </a:rPr>
              <a:t>geom_point</a:t>
            </a:r>
            <a:r>
              <a:rPr lang="en-US" sz="2500" kern="100" dirty="0">
                <a:solidFill>
                  <a:srgbClr val="538135"/>
                </a:solidFill>
                <a:effectLst/>
                <a:latin typeface="Lucida Console" panose="020B0609040504020204" pitchFamily="49" charset="0"/>
                <a:ea typeface="Calibri" panose="020F0502020204030204" pitchFamily="34" charset="0"/>
                <a:cs typeface="Times New Roman" panose="02020603050405020304" pitchFamily="18" charset="0"/>
              </a:rPr>
              <a:t>()</a:t>
            </a:r>
            <a:endParaRPr lang="en-US" sz="2500" kern="100" dirty="0">
              <a:effectLst/>
              <a:latin typeface="Calibri" panose="020F0502020204030204" pitchFamily="34" charset="0"/>
              <a:ea typeface="Calibri" panose="020F0502020204030204" pitchFamily="34" charset="0"/>
              <a:cs typeface="Times New Roman" panose="02020603050405020304" pitchFamily="18" charset="0"/>
            </a:endParaRPr>
          </a:p>
          <a:p>
            <a:pPr marL="0" marR="0" algn="just">
              <a:lnSpc>
                <a:spcPct val="107000"/>
              </a:lnSpc>
              <a:spcBef>
                <a:spcPts val="0"/>
              </a:spcBef>
              <a:spcAft>
                <a:spcPts val="800"/>
              </a:spcAft>
            </a:pPr>
            <a:r>
              <a:rPr lang="en-US" sz="2500" kern="100" dirty="0">
                <a:solidFill>
                  <a:srgbClr val="538135"/>
                </a:solidFill>
                <a:effectLst/>
                <a:latin typeface="Lucida Console" panose="020B0609040504020204" pitchFamily="49" charset="0"/>
                <a:ea typeface="Calibri" panose="020F0502020204030204" pitchFamily="34" charset="0"/>
                <a:cs typeface="Times New Roman" panose="02020603050405020304" pitchFamily="18" charset="0"/>
              </a:rPr>
              <a:t>fig_11</a:t>
            </a:r>
            <a:endParaRPr lang="en-US" sz="2500" kern="100" dirty="0">
              <a:effectLst/>
              <a:latin typeface="Calibri" panose="020F0502020204030204" pitchFamily="34" charset="0"/>
              <a:ea typeface="Calibri" panose="020F0502020204030204" pitchFamily="34" charset="0"/>
              <a:cs typeface="Times New Roman" panose="02020603050405020304" pitchFamily="18" charset="0"/>
            </a:endParaRPr>
          </a:p>
        </p:txBody>
      </p:sp>
      <p:pic>
        <p:nvPicPr>
          <p:cNvPr id="2" name="Picture 1">
            <a:extLst>
              <a:ext uri="{FF2B5EF4-FFF2-40B4-BE49-F238E27FC236}">
                <a16:creationId xmlns:a16="http://schemas.microsoft.com/office/drawing/2014/main" id="{30BA169C-E416-2C3F-19D5-C0E20C41FC39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6992983" y="1898470"/>
            <a:ext cx="4772296" cy="385294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380371759"/>
      </p:ext>
    </p:extLst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extBox 3">
            <a:extLst>
              <a:ext uri="{FF2B5EF4-FFF2-40B4-BE49-F238E27FC236}">
                <a16:creationId xmlns:a16="http://schemas.microsoft.com/office/drawing/2014/main" id="{A44BECB1-FAC6-F776-7161-836416AE5EEC}"/>
              </a:ext>
            </a:extLst>
          </p:cNvPr>
          <p:cNvSpPr txBox="1"/>
          <p:nvPr/>
        </p:nvSpPr>
        <p:spPr>
          <a:xfrm>
            <a:off x="505097" y="418011"/>
            <a:ext cx="11181805" cy="566918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0" marR="0" algn="just">
              <a:lnSpc>
                <a:spcPct val="107000"/>
              </a:lnSpc>
              <a:spcBef>
                <a:spcPts val="0"/>
              </a:spcBef>
              <a:spcAft>
                <a:spcPts val="800"/>
              </a:spcAft>
            </a:pPr>
            <a:r>
              <a:rPr lang="en-US" sz="3000" b="1" kern="100" dirty="0">
                <a:effectLst/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Example 12: </a:t>
            </a:r>
            <a:r>
              <a:rPr lang="en-US" sz="3000" kern="100" dirty="0">
                <a:effectLst/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Change the colors from Example 11 to red, green, and blue, in that order. What is wrong with these codes? Why isn't this one working?</a:t>
            </a:r>
            <a:endParaRPr lang="en-US" sz="3000" kern="100" dirty="0">
              <a:effectLst/>
              <a:latin typeface="Calibri" panose="020F0502020204030204" pitchFamily="34" charset="0"/>
              <a:ea typeface="Calibri" panose="020F0502020204030204" pitchFamily="34" charset="0"/>
              <a:cs typeface="Times New Roman" panose="02020603050405020304" pitchFamily="18" charset="0"/>
            </a:endParaRPr>
          </a:p>
          <a:p>
            <a:pPr marL="0" marR="0" algn="just">
              <a:lnSpc>
                <a:spcPct val="107000"/>
              </a:lnSpc>
              <a:spcBef>
                <a:spcPts val="0"/>
              </a:spcBef>
              <a:spcAft>
                <a:spcPts val="800"/>
              </a:spcAft>
            </a:pPr>
            <a:endParaRPr lang="en-US" sz="2500" kern="100" dirty="0">
              <a:solidFill>
                <a:srgbClr val="538135"/>
              </a:solidFill>
              <a:effectLst/>
              <a:latin typeface="Lucida Console" panose="020B0609040504020204" pitchFamily="49" charset="0"/>
              <a:ea typeface="Calibri" panose="020F0502020204030204" pitchFamily="34" charset="0"/>
              <a:cs typeface="Times New Roman" panose="02020603050405020304" pitchFamily="18" charset="0"/>
            </a:endParaRPr>
          </a:p>
          <a:p>
            <a:pPr marL="0" marR="0" algn="just">
              <a:lnSpc>
                <a:spcPct val="107000"/>
              </a:lnSpc>
              <a:spcBef>
                <a:spcPts val="0"/>
              </a:spcBef>
              <a:spcAft>
                <a:spcPts val="800"/>
              </a:spcAft>
            </a:pPr>
            <a:r>
              <a:rPr lang="en-US" sz="2500" kern="100" dirty="0">
                <a:solidFill>
                  <a:srgbClr val="538135"/>
                </a:solidFill>
                <a:effectLst/>
                <a:latin typeface="Lucida Console" panose="020B0609040504020204" pitchFamily="49" charset="0"/>
                <a:ea typeface="Calibri" panose="020F0502020204030204" pitchFamily="34" charset="0"/>
                <a:cs typeface="Times New Roman" panose="02020603050405020304" pitchFamily="18" charset="0"/>
              </a:rPr>
              <a:t>fig_12 &lt;- penguins %&gt;% </a:t>
            </a:r>
            <a:endParaRPr lang="en-US" sz="2500" kern="100" dirty="0">
              <a:effectLst/>
              <a:latin typeface="Calibri" panose="020F0502020204030204" pitchFamily="34" charset="0"/>
              <a:ea typeface="Calibri" panose="020F0502020204030204" pitchFamily="34" charset="0"/>
              <a:cs typeface="Times New Roman" panose="02020603050405020304" pitchFamily="18" charset="0"/>
            </a:endParaRPr>
          </a:p>
          <a:p>
            <a:pPr marL="0" marR="0" algn="just">
              <a:lnSpc>
                <a:spcPct val="107000"/>
              </a:lnSpc>
              <a:spcBef>
                <a:spcPts val="0"/>
              </a:spcBef>
              <a:spcAft>
                <a:spcPts val="800"/>
              </a:spcAft>
            </a:pPr>
            <a:r>
              <a:rPr lang="en-US" sz="2500" kern="100" dirty="0">
                <a:solidFill>
                  <a:srgbClr val="538135"/>
                </a:solidFill>
                <a:effectLst/>
                <a:latin typeface="Lucida Console" panose="020B0609040504020204" pitchFamily="49" charset="0"/>
                <a:ea typeface="Calibri" panose="020F0502020204030204" pitchFamily="34" charset="0"/>
                <a:cs typeface="Times New Roman" panose="02020603050405020304" pitchFamily="18" charset="0"/>
              </a:rPr>
              <a:t>  </a:t>
            </a:r>
            <a:r>
              <a:rPr lang="en-US" sz="2500" kern="100" dirty="0" err="1">
                <a:solidFill>
                  <a:srgbClr val="538135"/>
                </a:solidFill>
                <a:effectLst/>
                <a:latin typeface="Lucida Console" panose="020B0609040504020204" pitchFamily="49" charset="0"/>
                <a:ea typeface="Calibri" panose="020F0502020204030204" pitchFamily="34" charset="0"/>
                <a:cs typeface="Times New Roman" panose="02020603050405020304" pitchFamily="18" charset="0"/>
              </a:rPr>
              <a:t>ggplot</a:t>
            </a:r>
            <a:r>
              <a:rPr lang="en-US" sz="2500" kern="100" dirty="0">
                <a:solidFill>
                  <a:srgbClr val="538135"/>
                </a:solidFill>
                <a:effectLst/>
                <a:latin typeface="Lucida Console" panose="020B0609040504020204" pitchFamily="49" charset="0"/>
                <a:ea typeface="Calibri" panose="020F0502020204030204" pitchFamily="34" charset="0"/>
                <a:cs typeface="Times New Roman" panose="02020603050405020304" pitchFamily="18" charset="0"/>
              </a:rPr>
              <a:t>(</a:t>
            </a:r>
            <a:r>
              <a:rPr lang="en-US" sz="2500" kern="100" dirty="0" err="1">
                <a:solidFill>
                  <a:srgbClr val="538135"/>
                </a:solidFill>
                <a:effectLst/>
                <a:latin typeface="Lucida Console" panose="020B0609040504020204" pitchFamily="49" charset="0"/>
                <a:ea typeface="Calibri" panose="020F0502020204030204" pitchFamily="34" charset="0"/>
                <a:cs typeface="Times New Roman" panose="02020603050405020304" pitchFamily="18" charset="0"/>
              </a:rPr>
              <a:t>aes</a:t>
            </a:r>
            <a:r>
              <a:rPr lang="en-US" sz="2500" kern="100" dirty="0">
                <a:solidFill>
                  <a:srgbClr val="538135"/>
                </a:solidFill>
                <a:effectLst/>
                <a:latin typeface="Lucida Console" panose="020B0609040504020204" pitchFamily="49" charset="0"/>
                <a:ea typeface="Calibri" panose="020F0502020204030204" pitchFamily="34" charset="0"/>
                <a:cs typeface="Times New Roman" panose="02020603050405020304" pitchFamily="18" charset="0"/>
              </a:rPr>
              <a:t>(x = </a:t>
            </a:r>
            <a:r>
              <a:rPr lang="en-US" sz="2500" kern="100" dirty="0" err="1">
                <a:solidFill>
                  <a:srgbClr val="538135"/>
                </a:solidFill>
                <a:effectLst/>
                <a:latin typeface="Lucida Console" panose="020B0609040504020204" pitchFamily="49" charset="0"/>
                <a:ea typeface="Calibri" panose="020F0502020204030204" pitchFamily="34" charset="0"/>
                <a:cs typeface="Times New Roman" panose="02020603050405020304" pitchFamily="18" charset="0"/>
              </a:rPr>
              <a:t>bill_length_mm</a:t>
            </a:r>
            <a:r>
              <a:rPr lang="en-US" sz="2500" kern="100" dirty="0">
                <a:solidFill>
                  <a:srgbClr val="538135"/>
                </a:solidFill>
                <a:effectLst/>
                <a:latin typeface="Lucida Console" panose="020B0609040504020204" pitchFamily="49" charset="0"/>
                <a:ea typeface="Calibri" panose="020F0502020204030204" pitchFamily="34" charset="0"/>
                <a:cs typeface="Times New Roman" panose="02020603050405020304" pitchFamily="18" charset="0"/>
              </a:rPr>
              <a:t>, </a:t>
            </a:r>
            <a:endParaRPr lang="en-US" sz="2500" kern="100" dirty="0">
              <a:effectLst/>
              <a:latin typeface="Calibri" panose="020F0502020204030204" pitchFamily="34" charset="0"/>
              <a:ea typeface="Calibri" panose="020F0502020204030204" pitchFamily="34" charset="0"/>
              <a:cs typeface="Times New Roman" panose="02020603050405020304" pitchFamily="18" charset="0"/>
            </a:endParaRPr>
          </a:p>
          <a:p>
            <a:pPr marL="0" marR="0" indent="457200" algn="just">
              <a:lnSpc>
                <a:spcPct val="107000"/>
              </a:lnSpc>
              <a:spcBef>
                <a:spcPts val="0"/>
              </a:spcBef>
              <a:spcAft>
                <a:spcPts val="800"/>
              </a:spcAft>
            </a:pPr>
            <a:r>
              <a:rPr lang="en-US" sz="2500" kern="100" dirty="0">
                <a:solidFill>
                  <a:srgbClr val="538135"/>
                </a:solidFill>
                <a:effectLst/>
                <a:latin typeface="Lucida Console" panose="020B0609040504020204" pitchFamily="49" charset="0"/>
                <a:ea typeface="Calibri" panose="020F0502020204030204" pitchFamily="34" charset="0"/>
                <a:cs typeface="Times New Roman" panose="02020603050405020304" pitchFamily="18" charset="0"/>
              </a:rPr>
              <a:t>        y = </a:t>
            </a:r>
            <a:r>
              <a:rPr lang="en-US" sz="2500" kern="100" dirty="0" err="1">
                <a:solidFill>
                  <a:srgbClr val="538135"/>
                </a:solidFill>
                <a:effectLst/>
                <a:latin typeface="Lucida Console" panose="020B0609040504020204" pitchFamily="49" charset="0"/>
                <a:ea typeface="Calibri" panose="020F0502020204030204" pitchFamily="34" charset="0"/>
                <a:cs typeface="Times New Roman" panose="02020603050405020304" pitchFamily="18" charset="0"/>
              </a:rPr>
              <a:t>bill_depth_mm</a:t>
            </a:r>
            <a:r>
              <a:rPr lang="en-US" sz="2500" kern="100" dirty="0">
                <a:solidFill>
                  <a:srgbClr val="538135"/>
                </a:solidFill>
                <a:effectLst/>
                <a:latin typeface="Lucida Console" panose="020B0609040504020204" pitchFamily="49" charset="0"/>
                <a:ea typeface="Calibri" panose="020F0502020204030204" pitchFamily="34" charset="0"/>
                <a:cs typeface="Times New Roman" panose="02020603050405020304" pitchFamily="18" charset="0"/>
              </a:rPr>
              <a:t>, </a:t>
            </a:r>
            <a:endParaRPr lang="en-US" sz="2500" kern="100" dirty="0">
              <a:effectLst/>
              <a:latin typeface="Calibri" panose="020F0502020204030204" pitchFamily="34" charset="0"/>
              <a:ea typeface="Calibri" panose="020F0502020204030204" pitchFamily="34" charset="0"/>
              <a:cs typeface="Times New Roman" panose="02020603050405020304" pitchFamily="18" charset="0"/>
            </a:endParaRPr>
          </a:p>
          <a:p>
            <a:pPr marL="0" marR="0" algn="just">
              <a:lnSpc>
                <a:spcPct val="107000"/>
              </a:lnSpc>
              <a:spcBef>
                <a:spcPts val="0"/>
              </a:spcBef>
              <a:spcAft>
                <a:spcPts val="800"/>
              </a:spcAft>
            </a:pPr>
            <a:r>
              <a:rPr lang="en-US" sz="2500" kern="100" dirty="0">
                <a:solidFill>
                  <a:srgbClr val="538135"/>
                </a:solidFill>
                <a:effectLst/>
                <a:latin typeface="Lucida Console" panose="020B0609040504020204" pitchFamily="49" charset="0"/>
                <a:ea typeface="Calibri" panose="020F0502020204030204" pitchFamily="34" charset="0"/>
                <a:cs typeface="Times New Roman" panose="02020603050405020304" pitchFamily="18" charset="0"/>
              </a:rPr>
              <a:t>             color = species)) +</a:t>
            </a:r>
            <a:endParaRPr lang="en-US" sz="2500" kern="100" dirty="0">
              <a:effectLst/>
              <a:latin typeface="Calibri" panose="020F0502020204030204" pitchFamily="34" charset="0"/>
              <a:ea typeface="Calibri" panose="020F0502020204030204" pitchFamily="34" charset="0"/>
              <a:cs typeface="Times New Roman" panose="02020603050405020304" pitchFamily="18" charset="0"/>
            </a:endParaRPr>
          </a:p>
          <a:p>
            <a:pPr marL="0" marR="0" algn="just">
              <a:lnSpc>
                <a:spcPct val="107000"/>
              </a:lnSpc>
              <a:spcBef>
                <a:spcPts val="0"/>
              </a:spcBef>
              <a:spcAft>
                <a:spcPts val="800"/>
              </a:spcAft>
            </a:pPr>
            <a:r>
              <a:rPr lang="en-US" sz="2500" kern="100" dirty="0">
                <a:solidFill>
                  <a:srgbClr val="538135"/>
                </a:solidFill>
                <a:effectLst/>
                <a:latin typeface="Lucida Console" panose="020B0609040504020204" pitchFamily="49" charset="0"/>
                <a:ea typeface="Calibri" panose="020F0502020204030204" pitchFamily="34" charset="0"/>
                <a:cs typeface="Times New Roman" panose="02020603050405020304" pitchFamily="18" charset="0"/>
              </a:rPr>
              <a:t>  </a:t>
            </a:r>
            <a:r>
              <a:rPr lang="en-US" sz="2500" kern="100" dirty="0" err="1">
                <a:solidFill>
                  <a:srgbClr val="538135"/>
                </a:solidFill>
                <a:effectLst/>
                <a:latin typeface="Lucida Console" panose="020B0609040504020204" pitchFamily="49" charset="0"/>
                <a:ea typeface="Calibri" panose="020F0502020204030204" pitchFamily="34" charset="0"/>
                <a:cs typeface="Times New Roman" panose="02020603050405020304" pitchFamily="18" charset="0"/>
              </a:rPr>
              <a:t>geom_point</a:t>
            </a:r>
            <a:r>
              <a:rPr lang="en-US" sz="2500" kern="100" dirty="0">
                <a:solidFill>
                  <a:srgbClr val="538135"/>
                </a:solidFill>
                <a:effectLst/>
                <a:latin typeface="Lucida Console" panose="020B0609040504020204" pitchFamily="49" charset="0"/>
                <a:ea typeface="Calibri" panose="020F0502020204030204" pitchFamily="34" charset="0"/>
                <a:cs typeface="Times New Roman" panose="02020603050405020304" pitchFamily="18" charset="0"/>
              </a:rPr>
              <a:t>() +</a:t>
            </a:r>
            <a:endParaRPr lang="en-US" sz="2500" kern="100" dirty="0">
              <a:effectLst/>
              <a:latin typeface="Calibri" panose="020F0502020204030204" pitchFamily="34" charset="0"/>
              <a:ea typeface="Calibri" panose="020F0502020204030204" pitchFamily="34" charset="0"/>
              <a:cs typeface="Times New Roman" panose="02020603050405020304" pitchFamily="18" charset="0"/>
            </a:endParaRPr>
          </a:p>
          <a:p>
            <a:pPr marL="0" marR="0" algn="just">
              <a:lnSpc>
                <a:spcPct val="107000"/>
              </a:lnSpc>
              <a:spcBef>
                <a:spcPts val="0"/>
              </a:spcBef>
              <a:spcAft>
                <a:spcPts val="800"/>
              </a:spcAft>
            </a:pPr>
            <a:r>
              <a:rPr lang="en-US" sz="2500" kern="100" dirty="0">
                <a:solidFill>
                  <a:srgbClr val="538135"/>
                </a:solidFill>
                <a:effectLst/>
                <a:latin typeface="Lucida Console" panose="020B0609040504020204" pitchFamily="49" charset="0"/>
                <a:ea typeface="Calibri" panose="020F0502020204030204" pitchFamily="34" charset="0"/>
                <a:cs typeface="Times New Roman" panose="02020603050405020304" pitchFamily="18" charset="0"/>
              </a:rPr>
              <a:t>  </a:t>
            </a:r>
            <a:r>
              <a:rPr lang="en-US" sz="2500" kern="100" dirty="0" err="1">
                <a:solidFill>
                  <a:srgbClr val="538135"/>
                </a:solidFill>
                <a:effectLst/>
                <a:latin typeface="Lucida Console" panose="020B0609040504020204" pitchFamily="49" charset="0"/>
                <a:ea typeface="Calibri" panose="020F0502020204030204" pitchFamily="34" charset="0"/>
                <a:cs typeface="Times New Roman" panose="02020603050405020304" pitchFamily="18" charset="0"/>
              </a:rPr>
              <a:t>scale_fill_manual</a:t>
            </a:r>
            <a:r>
              <a:rPr lang="en-US" sz="2500" kern="100" dirty="0">
                <a:solidFill>
                  <a:srgbClr val="538135"/>
                </a:solidFill>
                <a:effectLst/>
                <a:latin typeface="Lucida Console" panose="020B0609040504020204" pitchFamily="49" charset="0"/>
                <a:ea typeface="Calibri" panose="020F0502020204030204" pitchFamily="34" charset="0"/>
                <a:cs typeface="Times New Roman" panose="02020603050405020304" pitchFamily="18" charset="0"/>
              </a:rPr>
              <a:t>(values = c("red", "green", "blue"))</a:t>
            </a:r>
            <a:endParaRPr lang="en-US" sz="2500" kern="100" dirty="0">
              <a:effectLst/>
              <a:latin typeface="Calibri" panose="020F0502020204030204" pitchFamily="34" charset="0"/>
              <a:ea typeface="Calibri" panose="020F0502020204030204" pitchFamily="34" charset="0"/>
              <a:cs typeface="Times New Roman" panose="02020603050405020304" pitchFamily="18" charset="0"/>
            </a:endParaRPr>
          </a:p>
          <a:p>
            <a:pPr marL="0" marR="0" algn="just">
              <a:lnSpc>
                <a:spcPct val="107000"/>
              </a:lnSpc>
              <a:spcBef>
                <a:spcPts val="0"/>
              </a:spcBef>
              <a:spcAft>
                <a:spcPts val="800"/>
              </a:spcAft>
            </a:pPr>
            <a:r>
              <a:rPr lang="en-US" sz="2500" kern="100" dirty="0">
                <a:solidFill>
                  <a:srgbClr val="538135"/>
                </a:solidFill>
                <a:effectLst/>
                <a:latin typeface="Lucida Console" panose="020B0609040504020204" pitchFamily="49" charset="0"/>
                <a:ea typeface="Calibri" panose="020F0502020204030204" pitchFamily="34" charset="0"/>
                <a:cs typeface="Times New Roman" panose="02020603050405020304" pitchFamily="18" charset="0"/>
              </a:rPr>
              <a:t>fig_12</a:t>
            </a:r>
            <a:endParaRPr lang="en-US" sz="2500" kern="100" dirty="0">
              <a:effectLst/>
              <a:latin typeface="Calibri" panose="020F0502020204030204" pitchFamily="34" charset="0"/>
              <a:ea typeface="Calibri" panose="020F0502020204030204" pitchFamily="34" charset="0"/>
              <a:cs typeface="Times New Roman" panose="02020603050405020304" pitchFamily="18" charset="0"/>
            </a:endParaRPr>
          </a:p>
        </p:txBody>
      </p:sp>
      <p:pic>
        <p:nvPicPr>
          <p:cNvPr id="2" name="Picture 1">
            <a:extLst>
              <a:ext uri="{FF2B5EF4-FFF2-40B4-BE49-F238E27FC236}">
                <a16:creationId xmlns:a16="http://schemas.microsoft.com/office/drawing/2014/main" id="{29F3176B-8349-7738-8884-5A0CA5D9E522}"/>
              </a:ext>
            </a:extLst>
          </p:cNvPr>
          <p:cNvPicPr>
            <a:picLocks noChangeAspect="1"/>
          </p:cNvPicPr>
          <p:nvPr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7585165" y="1499555"/>
            <a:ext cx="4304302" cy="3506092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940679707"/>
      </p:ext>
    </p:extLst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extBox 3">
            <a:extLst>
              <a:ext uri="{FF2B5EF4-FFF2-40B4-BE49-F238E27FC236}">
                <a16:creationId xmlns:a16="http://schemas.microsoft.com/office/drawing/2014/main" id="{B8C9CB0B-7770-C095-82BC-C6F6AC54C917}"/>
              </a:ext>
            </a:extLst>
          </p:cNvPr>
          <p:cNvSpPr txBox="1"/>
          <p:nvPr/>
        </p:nvSpPr>
        <p:spPr>
          <a:xfrm>
            <a:off x="304799" y="532048"/>
            <a:ext cx="10868298" cy="5689443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0" marR="0" algn="just">
              <a:lnSpc>
                <a:spcPct val="107000"/>
              </a:lnSpc>
              <a:spcBef>
                <a:spcPts val="0"/>
              </a:spcBef>
              <a:spcAft>
                <a:spcPts val="800"/>
              </a:spcAft>
            </a:pPr>
            <a:r>
              <a:rPr lang="en-US" sz="3000" b="1" kern="100" dirty="0">
                <a:effectLst/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Example 13: </a:t>
            </a:r>
            <a:r>
              <a:rPr lang="en-US" sz="3000" kern="100" dirty="0">
                <a:effectLst/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Change the colors from Example 11 to red, green, and blue, in that order.</a:t>
            </a:r>
            <a:endParaRPr lang="en-US" sz="3000" kern="100" dirty="0">
              <a:effectLst/>
              <a:latin typeface="Calibri" panose="020F0502020204030204" pitchFamily="34" charset="0"/>
              <a:ea typeface="Calibri" panose="020F0502020204030204" pitchFamily="34" charset="0"/>
              <a:cs typeface="Times New Roman" panose="02020603050405020304" pitchFamily="18" charset="0"/>
            </a:endParaRPr>
          </a:p>
          <a:p>
            <a:pPr marL="0" marR="0" algn="just">
              <a:lnSpc>
                <a:spcPct val="107000"/>
              </a:lnSpc>
              <a:spcBef>
                <a:spcPts val="0"/>
              </a:spcBef>
              <a:spcAft>
                <a:spcPts val="800"/>
              </a:spcAft>
            </a:pPr>
            <a:endParaRPr lang="en-US" sz="2500" kern="100" dirty="0">
              <a:solidFill>
                <a:srgbClr val="538135"/>
              </a:solidFill>
              <a:effectLst/>
              <a:latin typeface="Lucida Console" panose="020B0609040504020204" pitchFamily="49" charset="0"/>
              <a:ea typeface="Calibri" panose="020F0502020204030204" pitchFamily="34" charset="0"/>
              <a:cs typeface="Times New Roman" panose="02020603050405020304" pitchFamily="18" charset="0"/>
            </a:endParaRPr>
          </a:p>
          <a:p>
            <a:pPr marL="0" marR="0" algn="just">
              <a:lnSpc>
                <a:spcPct val="107000"/>
              </a:lnSpc>
              <a:spcBef>
                <a:spcPts val="0"/>
              </a:spcBef>
              <a:spcAft>
                <a:spcPts val="800"/>
              </a:spcAft>
            </a:pPr>
            <a:endParaRPr lang="en-US" sz="2500" kern="100" dirty="0">
              <a:solidFill>
                <a:srgbClr val="538135"/>
              </a:solidFill>
              <a:latin typeface="Lucida Console" panose="020B0609040504020204" pitchFamily="49" charset="0"/>
              <a:ea typeface="Calibri" panose="020F0502020204030204" pitchFamily="34" charset="0"/>
              <a:cs typeface="Times New Roman" panose="02020603050405020304" pitchFamily="18" charset="0"/>
            </a:endParaRPr>
          </a:p>
          <a:p>
            <a:pPr marL="0" marR="0" algn="just">
              <a:lnSpc>
                <a:spcPct val="107000"/>
              </a:lnSpc>
              <a:spcBef>
                <a:spcPts val="0"/>
              </a:spcBef>
              <a:spcAft>
                <a:spcPts val="800"/>
              </a:spcAft>
            </a:pPr>
            <a:r>
              <a:rPr lang="en-US" sz="2500" kern="100" dirty="0">
                <a:solidFill>
                  <a:srgbClr val="538135"/>
                </a:solidFill>
                <a:effectLst/>
                <a:latin typeface="Lucida Console" panose="020B0609040504020204" pitchFamily="49" charset="0"/>
                <a:ea typeface="Calibri" panose="020F0502020204030204" pitchFamily="34" charset="0"/>
                <a:cs typeface="Times New Roman" panose="02020603050405020304" pitchFamily="18" charset="0"/>
              </a:rPr>
              <a:t>fig_13 &lt;- penguins %&gt;% </a:t>
            </a:r>
            <a:endParaRPr lang="en-US" sz="2500" kern="100" dirty="0">
              <a:effectLst/>
              <a:latin typeface="Calibri" panose="020F0502020204030204" pitchFamily="34" charset="0"/>
              <a:ea typeface="Calibri" panose="020F0502020204030204" pitchFamily="34" charset="0"/>
              <a:cs typeface="Times New Roman" panose="02020603050405020304" pitchFamily="18" charset="0"/>
            </a:endParaRPr>
          </a:p>
          <a:p>
            <a:pPr marL="0" marR="0" algn="just">
              <a:lnSpc>
                <a:spcPct val="107000"/>
              </a:lnSpc>
              <a:spcBef>
                <a:spcPts val="0"/>
              </a:spcBef>
              <a:spcAft>
                <a:spcPts val="800"/>
              </a:spcAft>
            </a:pPr>
            <a:r>
              <a:rPr lang="en-US" sz="2500" kern="100" dirty="0">
                <a:solidFill>
                  <a:srgbClr val="538135"/>
                </a:solidFill>
                <a:effectLst/>
                <a:latin typeface="Lucida Console" panose="020B0609040504020204" pitchFamily="49" charset="0"/>
                <a:ea typeface="Calibri" panose="020F0502020204030204" pitchFamily="34" charset="0"/>
                <a:cs typeface="Times New Roman" panose="02020603050405020304" pitchFamily="18" charset="0"/>
              </a:rPr>
              <a:t>  </a:t>
            </a:r>
            <a:r>
              <a:rPr lang="en-US" sz="2500" kern="100" dirty="0" err="1">
                <a:solidFill>
                  <a:srgbClr val="538135"/>
                </a:solidFill>
                <a:effectLst/>
                <a:latin typeface="Lucida Console" panose="020B0609040504020204" pitchFamily="49" charset="0"/>
                <a:ea typeface="Calibri" panose="020F0502020204030204" pitchFamily="34" charset="0"/>
                <a:cs typeface="Times New Roman" panose="02020603050405020304" pitchFamily="18" charset="0"/>
              </a:rPr>
              <a:t>ggplot</a:t>
            </a:r>
            <a:r>
              <a:rPr lang="en-US" sz="2500" kern="100" dirty="0">
                <a:solidFill>
                  <a:srgbClr val="538135"/>
                </a:solidFill>
                <a:effectLst/>
                <a:latin typeface="Lucida Console" panose="020B0609040504020204" pitchFamily="49" charset="0"/>
                <a:ea typeface="Calibri" panose="020F0502020204030204" pitchFamily="34" charset="0"/>
                <a:cs typeface="Times New Roman" panose="02020603050405020304" pitchFamily="18" charset="0"/>
              </a:rPr>
              <a:t>(</a:t>
            </a:r>
            <a:r>
              <a:rPr lang="en-US" sz="2500" kern="100" dirty="0" err="1">
                <a:solidFill>
                  <a:srgbClr val="538135"/>
                </a:solidFill>
                <a:effectLst/>
                <a:latin typeface="Lucida Console" panose="020B0609040504020204" pitchFamily="49" charset="0"/>
                <a:ea typeface="Calibri" panose="020F0502020204030204" pitchFamily="34" charset="0"/>
                <a:cs typeface="Times New Roman" panose="02020603050405020304" pitchFamily="18" charset="0"/>
              </a:rPr>
              <a:t>aes</a:t>
            </a:r>
            <a:r>
              <a:rPr lang="en-US" sz="2500" kern="100" dirty="0">
                <a:solidFill>
                  <a:srgbClr val="538135"/>
                </a:solidFill>
                <a:effectLst/>
                <a:latin typeface="Lucida Console" panose="020B0609040504020204" pitchFamily="49" charset="0"/>
                <a:ea typeface="Calibri" panose="020F0502020204030204" pitchFamily="34" charset="0"/>
                <a:cs typeface="Times New Roman" panose="02020603050405020304" pitchFamily="18" charset="0"/>
              </a:rPr>
              <a:t>(x = </a:t>
            </a:r>
            <a:r>
              <a:rPr lang="en-US" sz="2500" kern="100" dirty="0" err="1">
                <a:solidFill>
                  <a:srgbClr val="538135"/>
                </a:solidFill>
                <a:effectLst/>
                <a:latin typeface="Lucida Console" panose="020B0609040504020204" pitchFamily="49" charset="0"/>
                <a:ea typeface="Calibri" panose="020F0502020204030204" pitchFamily="34" charset="0"/>
                <a:cs typeface="Times New Roman" panose="02020603050405020304" pitchFamily="18" charset="0"/>
              </a:rPr>
              <a:t>bill_length_mm</a:t>
            </a:r>
            <a:r>
              <a:rPr lang="en-US" sz="2500" kern="100" dirty="0">
                <a:solidFill>
                  <a:srgbClr val="538135"/>
                </a:solidFill>
                <a:effectLst/>
                <a:latin typeface="Lucida Console" panose="020B0609040504020204" pitchFamily="49" charset="0"/>
                <a:ea typeface="Calibri" panose="020F0502020204030204" pitchFamily="34" charset="0"/>
                <a:cs typeface="Times New Roman" panose="02020603050405020304" pitchFamily="18" charset="0"/>
              </a:rPr>
              <a:t>, </a:t>
            </a:r>
            <a:endParaRPr lang="en-US" sz="2500" kern="100" dirty="0">
              <a:effectLst/>
              <a:latin typeface="Calibri" panose="020F0502020204030204" pitchFamily="34" charset="0"/>
              <a:ea typeface="Calibri" panose="020F0502020204030204" pitchFamily="34" charset="0"/>
              <a:cs typeface="Times New Roman" panose="02020603050405020304" pitchFamily="18" charset="0"/>
            </a:endParaRPr>
          </a:p>
          <a:p>
            <a:pPr marL="0" marR="0" algn="just">
              <a:lnSpc>
                <a:spcPct val="107000"/>
              </a:lnSpc>
              <a:spcBef>
                <a:spcPts val="0"/>
              </a:spcBef>
              <a:spcAft>
                <a:spcPts val="800"/>
              </a:spcAft>
            </a:pPr>
            <a:r>
              <a:rPr lang="en-US" sz="2500" kern="100" dirty="0">
                <a:solidFill>
                  <a:srgbClr val="538135"/>
                </a:solidFill>
                <a:effectLst/>
                <a:latin typeface="Lucida Console" panose="020B0609040504020204" pitchFamily="49" charset="0"/>
                <a:ea typeface="Calibri" panose="020F0502020204030204" pitchFamily="34" charset="0"/>
                <a:cs typeface="Times New Roman" panose="02020603050405020304" pitchFamily="18" charset="0"/>
              </a:rPr>
              <a:t>             y = </a:t>
            </a:r>
            <a:r>
              <a:rPr lang="en-US" sz="2500" kern="100" dirty="0" err="1">
                <a:solidFill>
                  <a:srgbClr val="538135"/>
                </a:solidFill>
                <a:effectLst/>
                <a:latin typeface="Lucida Console" panose="020B0609040504020204" pitchFamily="49" charset="0"/>
                <a:ea typeface="Calibri" panose="020F0502020204030204" pitchFamily="34" charset="0"/>
                <a:cs typeface="Times New Roman" panose="02020603050405020304" pitchFamily="18" charset="0"/>
              </a:rPr>
              <a:t>bill_depth_mm</a:t>
            </a:r>
            <a:r>
              <a:rPr lang="en-US" sz="2500" kern="100" dirty="0">
                <a:solidFill>
                  <a:srgbClr val="538135"/>
                </a:solidFill>
                <a:effectLst/>
                <a:latin typeface="Lucida Console" panose="020B0609040504020204" pitchFamily="49" charset="0"/>
                <a:ea typeface="Calibri" panose="020F0502020204030204" pitchFamily="34" charset="0"/>
                <a:cs typeface="Times New Roman" panose="02020603050405020304" pitchFamily="18" charset="0"/>
              </a:rPr>
              <a:t>, </a:t>
            </a:r>
            <a:endParaRPr lang="en-US" sz="2500" kern="100" dirty="0">
              <a:effectLst/>
              <a:latin typeface="Calibri" panose="020F0502020204030204" pitchFamily="34" charset="0"/>
              <a:ea typeface="Calibri" panose="020F0502020204030204" pitchFamily="34" charset="0"/>
              <a:cs typeface="Times New Roman" panose="02020603050405020304" pitchFamily="18" charset="0"/>
            </a:endParaRPr>
          </a:p>
          <a:p>
            <a:pPr marL="0" marR="0" algn="just">
              <a:lnSpc>
                <a:spcPct val="107000"/>
              </a:lnSpc>
              <a:spcBef>
                <a:spcPts val="0"/>
              </a:spcBef>
              <a:spcAft>
                <a:spcPts val="800"/>
              </a:spcAft>
            </a:pPr>
            <a:r>
              <a:rPr lang="en-US" sz="2500" kern="100" dirty="0">
                <a:solidFill>
                  <a:srgbClr val="538135"/>
                </a:solidFill>
                <a:effectLst/>
                <a:latin typeface="Lucida Console" panose="020B0609040504020204" pitchFamily="49" charset="0"/>
                <a:ea typeface="Calibri" panose="020F0502020204030204" pitchFamily="34" charset="0"/>
                <a:cs typeface="Times New Roman" panose="02020603050405020304" pitchFamily="18" charset="0"/>
              </a:rPr>
              <a:t>             color = species)) +</a:t>
            </a:r>
            <a:endParaRPr lang="en-US" sz="2500" kern="100" dirty="0">
              <a:effectLst/>
              <a:latin typeface="Calibri" panose="020F0502020204030204" pitchFamily="34" charset="0"/>
              <a:ea typeface="Calibri" panose="020F0502020204030204" pitchFamily="34" charset="0"/>
              <a:cs typeface="Times New Roman" panose="02020603050405020304" pitchFamily="18" charset="0"/>
            </a:endParaRPr>
          </a:p>
          <a:p>
            <a:pPr marL="0" marR="0" algn="just">
              <a:lnSpc>
                <a:spcPct val="107000"/>
              </a:lnSpc>
              <a:spcBef>
                <a:spcPts val="0"/>
              </a:spcBef>
              <a:spcAft>
                <a:spcPts val="800"/>
              </a:spcAft>
            </a:pPr>
            <a:r>
              <a:rPr lang="en-US" sz="2500" kern="100" dirty="0">
                <a:solidFill>
                  <a:srgbClr val="538135"/>
                </a:solidFill>
                <a:effectLst/>
                <a:latin typeface="Lucida Console" panose="020B0609040504020204" pitchFamily="49" charset="0"/>
                <a:ea typeface="Calibri" panose="020F0502020204030204" pitchFamily="34" charset="0"/>
                <a:cs typeface="Times New Roman" panose="02020603050405020304" pitchFamily="18" charset="0"/>
              </a:rPr>
              <a:t>  </a:t>
            </a:r>
            <a:r>
              <a:rPr lang="en-US" sz="2500" kern="100" dirty="0" err="1">
                <a:solidFill>
                  <a:srgbClr val="538135"/>
                </a:solidFill>
                <a:effectLst/>
                <a:latin typeface="Lucida Console" panose="020B0609040504020204" pitchFamily="49" charset="0"/>
                <a:ea typeface="Calibri" panose="020F0502020204030204" pitchFamily="34" charset="0"/>
                <a:cs typeface="Times New Roman" panose="02020603050405020304" pitchFamily="18" charset="0"/>
              </a:rPr>
              <a:t>geom_point</a:t>
            </a:r>
            <a:r>
              <a:rPr lang="en-US" sz="2500" kern="100" dirty="0">
                <a:solidFill>
                  <a:srgbClr val="538135"/>
                </a:solidFill>
                <a:effectLst/>
                <a:latin typeface="Lucida Console" panose="020B0609040504020204" pitchFamily="49" charset="0"/>
                <a:ea typeface="Calibri" panose="020F0502020204030204" pitchFamily="34" charset="0"/>
                <a:cs typeface="Times New Roman" panose="02020603050405020304" pitchFamily="18" charset="0"/>
              </a:rPr>
              <a:t>() +</a:t>
            </a:r>
            <a:endParaRPr lang="en-US" sz="2500" kern="100" dirty="0">
              <a:effectLst/>
              <a:latin typeface="Calibri" panose="020F0502020204030204" pitchFamily="34" charset="0"/>
              <a:ea typeface="Calibri" panose="020F0502020204030204" pitchFamily="34" charset="0"/>
              <a:cs typeface="Times New Roman" panose="02020603050405020304" pitchFamily="18" charset="0"/>
            </a:endParaRPr>
          </a:p>
          <a:p>
            <a:pPr marL="0" marR="0" algn="just">
              <a:lnSpc>
                <a:spcPct val="107000"/>
              </a:lnSpc>
              <a:spcBef>
                <a:spcPts val="0"/>
              </a:spcBef>
              <a:spcAft>
                <a:spcPts val="800"/>
              </a:spcAft>
            </a:pPr>
            <a:r>
              <a:rPr lang="en-US" sz="2500" kern="100" dirty="0">
                <a:solidFill>
                  <a:srgbClr val="538135"/>
                </a:solidFill>
                <a:effectLst/>
                <a:latin typeface="Lucida Console" panose="020B0609040504020204" pitchFamily="49" charset="0"/>
                <a:ea typeface="Calibri" panose="020F0502020204030204" pitchFamily="34" charset="0"/>
                <a:cs typeface="Times New Roman" panose="02020603050405020304" pitchFamily="18" charset="0"/>
              </a:rPr>
              <a:t>  </a:t>
            </a:r>
            <a:r>
              <a:rPr lang="en-US" sz="2400" kern="100" dirty="0" err="1">
                <a:solidFill>
                  <a:srgbClr val="538135"/>
                </a:solidFill>
                <a:effectLst/>
                <a:latin typeface="Lucida Console" panose="020B0609040504020204" pitchFamily="49" charset="0"/>
                <a:ea typeface="Calibri" panose="020F0502020204030204" pitchFamily="34" charset="0"/>
                <a:cs typeface="Times New Roman" panose="02020603050405020304" pitchFamily="18" charset="0"/>
              </a:rPr>
              <a:t>scale_color_manual</a:t>
            </a:r>
            <a:r>
              <a:rPr lang="en-US" sz="2400" kern="100" dirty="0">
                <a:solidFill>
                  <a:srgbClr val="538135"/>
                </a:solidFill>
                <a:effectLst/>
                <a:latin typeface="Lucida Console" panose="020B0609040504020204" pitchFamily="49" charset="0"/>
                <a:ea typeface="Calibri" panose="020F0502020204030204" pitchFamily="34" charset="0"/>
                <a:cs typeface="Times New Roman" panose="02020603050405020304" pitchFamily="18" charset="0"/>
              </a:rPr>
              <a:t>(values = c("red", "green", "blue"))</a:t>
            </a:r>
            <a:endParaRPr lang="en-US" sz="2400" kern="100" dirty="0">
              <a:effectLst/>
              <a:latin typeface="Calibri" panose="020F0502020204030204" pitchFamily="34" charset="0"/>
              <a:ea typeface="Calibri" panose="020F0502020204030204" pitchFamily="34" charset="0"/>
              <a:cs typeface="Times New Roman" panose="02020603050405020304" pitchFamily="18" charset="0"/>
            </a:endParaRPr>
          </a:p>
          <a:p>
            <a:pPr marL="0" marR="0" algn="just">
              <a:lnSpc>
                <a:spcPct val="107000"/>
              </a:lnSpc>
              <a:spcBef>
                <a:spcPts val="0"/>
              </a:spcBef>
              <a:spcAft>
                <a:spcPts val="800"/>
              </a:spcAft>
            </a:pPr>
            <a:r>
              <a:rPr lang="en-US" sz="2500" kern="100" dirty="0">
                <a:solidFill>
                  <a:srgbClr val="538135"/>
                </a:solidFill>
                <a:effectLst/>
                <a:latin typeface="Lucida Console" panose="020B0609040504020204" pitchFamily="49" charset="0"/>
                <a:ea typeface="Calibri" panose="020F0502020204030204" pitchFamily="34" charset="0"/>
                <a:cs typeface="Times New Roman" panose="02020603050405020304" pitchFamily="18" charset="0"/>
              </a:rPr>
              <a:t>fig_13</a:t>
            </a:r>
            <a:endParaRPr lang="en-US" sz="2500" kern="100" dirty="0">
              <a:effectLst/>
              <a:latin typeface="Calibri" panose="020F0502020204030204" pitchFamily="34" charset="0"/>
              <a:ea typeface="Calibri" panose="020F0502020204030204" pitchFamily="34" charset="0"/>
              <a:cs typeface="Times New Roman" panose="02020603050405020304" pitchFamily="18" charset="0"/>
            </a:endParaRPr>
          </a:p>
        </p:txBody>
      </p:sp>
      <p:pic>
        <p:nvPicPr>
          <p:cNvPr id="2" name="Picture 1">
            <a:extLst>
              <a:ext uri="{FF2B5EF4-FFF2-40B4-BE49-F238E27FC236}">
                <a16:creationId xmlns:a16="http://schemas.microsoft.com/office/drawing/2014/main" id="{A202979A-0EC9-052B-9837-F04DF26B8F27}"/>
              </a:ext>
            </a:extLst>
          </p:cNvPr>
          <p:cNvPicPr>
            <a:picLocks noChangeAspect="1"/>
          </p:cNvPicPr>
          <p:nvPr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6949440" y="1375954"/>
            <a:ext cx="4508834" cy="374412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740582485"/>
      </p:ext>
    </p:extLst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Box 2">
            <a:extLst>
              <a:ext uri="{FF2B5EF4-FFF2-40B4-BE49-F238E27FC236}">
                <a16:creationId xmlns:a16="http://schemas.microsoft.com/office/drawing/2014/main" id="{3ABE6D9F-D264-96F0-70DC-A52249681862}"/>
              </a:ext>
            </a:extLst>
          </p:cNvPr>
          <p:cNvSpPr txBox="1"/>
          <p:nvPr/>
        </p:nvSpPr>
        <p:spPr>
          <a:xfrm>
            <a:off x="1602376" y="2209852"/>
            <a:ext cx="8543109" cy="191975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0" marR="0" algn="ctr">
              <a:lnSpc>
                <a:spcPct val="107000"/>
              </a:lnSpc>
              <a:spcBef>
                <a:spcPts val="0"/>
              </a:spcBef>
              <a:spcAft>
                <a:spcPts val="800"/>
              </a:spcAft>
            </a:pPr>
            <a:r>
              <a:rPr lang="en-US" sz="4000" b="1" kern="100" dirty="0">
                <a:effectLst/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Using External Color Packages</a:t>
            </a:r>
            <a:endParaRPr lang="en-US" sz="4000" kern="100" dirty="0">
              <a:effectLst/>
              <a:latin typeface="Calibri" panose="020F0502020204030204" pitchFamily="34" charset="0"/>
              <a:ea typeface="Calibri" panose="020F0502020204030204" pitchFamily="34" charset="0"/>
              <a:cs typeface="Times New Roman" panose="02020603050405020304" pitchFamily="18" charset="0"/>
            </a:endParaRPr>
          </a:p>
          <a:p>
            <a:pPr marL="0" marR="0" algn="ctr">
              <a:lnSpc>
                <a:spcPct val="107000"/>
              </a:lnSpc>
              <a:spcBef>
                <a:spcPts val="0"/>
              </a:spcBef>
              <a:spcAft>
                <a:spcPts val="800"/>
              </a:spcAft>
            </a:pPr>
            <a:r>
              <a:rPr lang="en-US" sz="3000" kern="100" dirty="0">
                <a:effectLst/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 </a:t>
            </a:r>
            <a:endParaRPr lang="en-US" sz="3000" kern="100" dirty="0">
              <a:effectLst/>
              <a:latin typeface="Calibri" panose="020F0502020204030204" pitchFamily="34" charset="0"/>
              <a:ea typeface="Calibri" panose="020F0502020204030204" pitchFamily="34" charset="0"/>
              <a:cs typeface="Times New Roman" panose="02020603050405020304" pitchFamily="18" charset="0"/>
            </a:endParaRPr>
          </a:p>
          <a:p>
            <a:pPr marL="0" marR="0" algn="ctr">
              <a:lnSpc>
                <a:spcPct val="107000"/>
              </a:lnSpc>
              <a:spcBef>
                <a:spcPts val="0"/>
              </a:spcBef>
              <a:spcAft>
                <a:spcPts val="800"/>
              </a:spcAft>
            </a:pPr>
            <a:r>
              <a:rPr lang="en-US" sz="3000" kern="100" dirty="0">
                <a:effectLst/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`</a:t>
            </a:r>
            <a:r>
              <a:rPr lang="en-US" sz="3000" kern="100" dirty="0" err="1">
                <a:solidFill>
                  <a:srgbClr val="538135"/>
                </a:solidFill>
                <a:effectLst/>
                <a:latin typeface="Lucida Console" panose="020B0609040504020204" pitchFamily="49" charset="0"/>
                <a:ea typeface="Calibri" panose="020F0502020204030204" pitchFamily="34" charset="0"/>
                <a:cs typeface="Times New Roman" panose="02020603050405020304" pitchFamily="18" charset="0"/>
              </a:rPr>
              <a:t>wesanderson</a:t>
            </a:r>
            <a:r>
              <a:rPr lang="en-US" sz="3000" kern="100" dirty="0">
                <a:effectLst/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` &amp; `</a:t>
            </a:r>
            <a:r>
              <a:rPr lang="en-US" sz="3000" kern="100" dirty="0" err="1">
                <a:solidFill>
                  <a:srgbClr val="538135"/>
                </a:solidFill>
                <a:effectLst/>
                <a:latin typeface="Lucida Console" panose="020B0609040504020204" pitchFamily="49" charset="0"/>
                <a:ea typeface="Calibri" panose="020F0502020204030204" pitchFamily="34" charset="0"/>
                <a:cs typeface="Times New Roman" panose="02020603050405020304" pitchFamily="18" charset="0"/>
              </a:rPr>
              <a:t>viridis</a:t>
            </a:r>
            <a:r>
              <a:rPr lang="en-US" sz="3000" kern="100" dirty="0">
                <a:effectLst/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`</a:t>
            </a:r>
            <a:endParaRPr lang="en-US" sz="3000" kern="100" dirty="0">
              <a:effectLst/>
              <a:latin typeface="Calibri" panose="020F0502020204030204" pitchFamily="34" charset="0"/>
              <a:ea typeface="Calibri" panose="020F0502020204030204" pitchFamily="34" charset="0"/>
              <a:cs typeface="Times New Roman" panose="02020603050405020304" pitchFamily="18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3002084988"/>
      </p:ext>
    </p:extLst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extBox 3">
            <a:extLst>
              <a:ext uri="{FF2B5EF4-FFF2-40B4-BE49-F238E27FC236}">
                <a16:creationId xmlns:a16="http://schemas.microsoft.com/office/drawing/2014/main" id="{66DC2FAC-66DA-D77B-6C76-859503A34978}"/>
              </a:ext>
            </a:extLst>
          </p:cNvPr>
          <p:cNvSpPr txBox="1"/>
          <p:nvPr/>
        </p:nvSpPr>
        <p:spPr>
          <a:xfrm>
            <a:off x="252547" y="347497"/>
            <a:ext cx="11652069" cy="396320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0" marR="0" algn="just">
              <a:lnSpc>
                <a:spcPct val="107000"/>
              </a:lnSpc>
              <a:spcBef>
                <a:spcPts val="0"/>
              </a:spcBef>
              <a:spcAft>
                <a:spcPts val="800"/>
              </a:spcAft>
            </a:pPr>
            <a:r>
              <a:rPr lang="en-US" sz="3000" b="1" kern="100" dirty="0">
                <a:effectLst/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Example 14:</a:t>
            </a:r>
            <a:r>
              <a:rPr lang="en-US" sz="3000" kern="100" dirty="0">
                <a:effectLst/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 Create a scatter plot with x = </a:t>
            </a:r>
            <a:r>
              <a:rPr lang="en-US" sz="3000" kern="100" dirty="0" err="1">
                <a:effectLst/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bill_length_mm</a:t>
            </a:r>
            <a:r>
              <a:rPr lang="en-US" sz="3000" kern="100" dirty="0">
                <a:effectLst/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, y = </a:t>
            </a:r>
            <a:r>
              <a:rPr lang="en-US" sz="3000" kern="100" dirty="0" err="1">
                <a:effectLst/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bill_depth_mm</a:t>
            </a:r>
            <a:r>
              <a:rPr lang="en-US" sz="3000" kern="100" dirty="0">
                <a:effectLst/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, and species as the categorical variable. Use the </a:t>
            </a:r>
            <a:r>
              <a:rPr lang="en-US" sz="3000" kern="100" dirty="0" err="1">
                <a:effectLst/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viridis</a:t>
            </a:r>
            <a:r>
              <a:rPr lang="en-US" sz="3000" kern="100" dirty="0">
                <a:effectLst/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 package to change the colors.</a:t>
            </a:r>
            <a:endParaRPr lang="en-US" sz="3000" kern="100" dirty="0">
              <a:effectLst/>
              <a:latin typeface="Calibri" panose="020F0502020204030204" pitchFamily="34" charset="0"/>
              <a:ea typeface="Calibri" panose="020F0502020204030204" pitchFamily="34" charset="0"/>
              <a:cs typeface="Times New Roman" panose="02020603050405020304" pitchFamily="18" charset="0"/>
            </a:endParaRPr>
          </a:p>
          <a:p>
            <a:pPr marL="0" marR="0" algn="just">
              <a:lnSpc>
                <a:spcPct val="107000"/>
              </a:lnSpc>
              <a:spcBef>
                <a:spcPts val="0"/>
              </a:spcBef>
              <a:spcAft>
                <a:spcPts val="800"/>
              </a:spcAft>
            </a:pPr>
            <a:r>
              <a:rPr lang="en-US" sz="2300" kern="100" dirty="0">
                <a:solidFill>
                  <a:srgbClr val="538135"/>
                </a:solidFill>
                <a:effectLst/>
                <a:latin typeface="Lucida Console" panose="020B0609040504020204" pitchFamily="49" charset="0"/>
                <a:ea typeface="Calibri" panose="020F0502020204030204" pitchFamily="34" charset="0"/>
                <a:cs typeface="Times New Roman" panose="02020603050405020304" pitchFamily="18" charset="0"/>
              </a:rPr>
              <a:t>fig_14 &lt;- penguins %&gt;%</a:t>
            </a:r>
            <a:endParaRPr lang="en-US" sz="2300" kern="100" dirty="0">
              <a:effectLst/>
              <a:latin typeface="Calibri" panose="020F0502020204030204" pitchFamily="34" charset="0"/>
              <a:ea typeface="Calibri" panose="020F0502020204030204" pitchFamily="34" charset="0"/>
              <a:cs typeface="Times New Roman" panose="02020603050405020304" pitchFamily="18" charset="0"/>
            </a:endParaRPr>
          </a:p>
          <a:p>
            <a:pPr marL="0" marR="0" algn="just">
              <a:lnSpc>
                <a:spcPct val="107000"/>
              </a:lnSpc>
              <a:spcBef>
                <a:spcPts val="0"/>
              </a:spcBef>
              <a:spcAft>
                <a:spcPts val="800"/>
              </a:spcAft>
            </a:pPr>
            <a:r>
              <a:rPr lang="en-US" sz="2300" kern="100" dirty="0">
                <a:solidFill>
                  <a:srgbClr val="538135"/>
                </a:solidFill>
                <a:effectLst/>
                <a:latin typeface="Lucida Console" panose="020B0609040504020204" pitchFamily="49" charset="0"/>
                <a:ea typeface="Calibri" panose="020F0502020204030204" pitchFamily="34" charset="0"/>
                <a:cs typeface="Times New Roman" panose="02020603050405020304" pitchFamily="18" charset="0"/>
              </a:rPr>
              <a:t>  </a:t>
            </a:r>
            <a:r>
              <a:rPr lang="en-US" sz="2100" kern="100" dirty="0" err="1">
                <a:solidFill>
                  <a:srgbClr val="538135"/>
                </a:solidFill>
                <a:effectLst/>
                <a:latin typeface="Lucida Console" panose="020B0609040504020204" pitchFamily="49" charset="0"/>
                <a:ea typeface="Calibri" panose="020F0502020204030204" pitchFamily="34" charset="0"/>
                <a:cs typeface="Times New Roman" panose="02020603050405020304" pitchFamily="18" charset="0"/>
              </a:rPr>
              <a:t>ggplot</a:t>
            </a:r>
            <a:r>
              <a:rPr lang="en-US" sz="2100" kern="100" dirty="0">
                <a:solidFill>
                  <a:srgbClr val="538135"/>
                </a:solidFill>
                <a:effectLst/>
                <a:latin typeface="Lucida Console" panose="020B0609040504020204" pitchFamily="49" charset="0"/>
                <a:ea typeface="Calibri" panose="020F0502020204030204" pitchFamily="34" charset="0"/>
                <a:cs typeface="Times New Roman" panose="02020603050405020304" pitchFamily="18" charset="0"/>
              </a:rPr>
              <a:t>(</a:t>
            </a:r>
            <a:r>
              <a:rPr lang="en-US" sz="2100" kern="100" dirty="0" err="1">
                <a:solidFill>
                  <a:srgbClr val="538135"/>
                </a:solidFill>
                <a:effectLst/>
                <a:latin typeface="Lucida Console" panose="020B0609040504020204" pitchFamily="49" charset="0"/>
                <a:ea typeface="Calibri" panose="020F0502020204030204" pitchFamily="34" charset="0"/>
                <a:cs typeface="Times New Roman" panose="02020603050405020304" pitchFamily="18" charset="0"/>
              </a:rPr>
              <a:t>aes</a:t>
            </a:r>
            <a:r>
              <a:rPr lang="en-US" sz="2100" kern="100" dirty="0">
                <a:solidFill>
                  <a:srgbClr val="538135"/>
                </a:solidFill>
                <a:effectLst/>
                <a:latin typeface="Lucida Console" panose="020B0609040504020204" pitchFamily="49" charset="0"/>
                <a:ea typeface="Calibri" panose="020F0502020204030204" pitchFamily="34" charset="0"/>
                <a:cs typeface="Times New Roman" panose="02020603050405020304" pitchFamily="18" charset="0"/>
              </a:rPr>
              <a:t>(x = </a:t>
            </a:r>
            <a:r>
              <a:rPr lang="en-US" sz="2100" kern="100" dirty="0" err="1">
                <a:solidFill>
                  <a:srgbClr val="538135"/>
                </a:solidFill>
                <a:effectLst/>
                <a:latin typeface="Lucida Console" panose="020B0609040504020204" pitchFamily="49" charset="0"/>
                <a:ea typeface="Calibri" panose="020F0502020204030204" pitchFamily="34" charset="0"/>
                <a:cs typeface="Times New Roman" panose="02020603050405020304" pitchFamily="18" charset="0"/>
              </a:rPr>
              <a:t>bill_length_mm</a:t>
            </a:r>
            <a:r>
              <a:rPr lang="en-US" sz="2100" kern="100" dirty="0">
                <a:solidFill>
                  <a:srgbClr val="538135"/>
                </a:solidFill>
                <a:effectLst/>
                <a:latin typeface="Lucida Console" panose="020B0609040504020204" pitchFamily="49" charset="0"/>
                <a:ea typeface="Calibri" panose="020F0502020204030204" pitchFamily="34" charset="0"/>
                <a:cs typeface="Times New Roman" panose="02020603050405020304" pitchFamily="18" charset="0"/>
              </a:rPr>
              <a:t>, y = </a:t>
            </a:r>
            <a:r>
              <a:rPr lang="en-US" sz="2100" kern="100" dirty="0" err="1">
                <a:solidFill>
                  <a:srgbClr val="538135"/>
                </a:solidFill>
                <a:effectLst/>
                <a:latin typeface="Lucida Console" panose="020B0609040504020204" pitchFamily="49" charset="0"/>
                <a:ea typeface="Calibri" panose="020F0502020204030204" pitchFamily="34" charset="0"/>
                <a:cs typeface="Times New Roman" panose="02020603050405020304" pitchFamily="18" charset="0"/>
              </a:rPr>
              <a:t>bill_depth_mm</a:t>
            </a:r>
            <a:r>
              <a:rPr lang="en-US" sz="2100" kern="100" dirty="0">
                <a:solidFill>
                  <a:srgbClr val="538135"/>
                </a:solidFill>
                <a:effectLst/>
                <a:latin typeface="Lucida Console" panose="020B0609040504020204" pitchFamily="49" charset="0"/>
                <a:ea typeface="Calibri" panose="020F0502020204030204" pitchFamily="34" charset="0"/>
                <a:cs typeface="Times New Roman" panose="02020603050405020304" pitchFamily="18" charset="0"/>
              </a:rPr>
              <a:t>, color = species)) +</a:t>
            </a:r>
            <a:endParaRPr lang="en-US" sz="2100" kern="100" dirty="0">
              <a:effectLst/>
              <a:latin typeface="Calibri" panose="020F0502020204030204" pitchFamily="34" charset="0"/>
              <a:ea typeface="Calibri" panose="020F0502020204030204" pitchFamily="34" charset="0"/>
              <a:cs typeface="Times New Roman" panose="02020603050405020304" pitchFamily="18" charset="0"/>
            </a:endParaRPr>
          </a:p>
          <a:p>
            <a:pPr marL="0" marR="0" algn="just">
              <a:lnSpc>
                <a:spcPct val="107000"/>
              </a:lnSpc>
              <a:spcBef>
                <a:spcPts val="0"/>
              </a:spcBef>
              <a:spcAft>
                <a:spcPts val="800"/>
              </a:spcAft>
            </a:pPr>
            <a:r>
              <a:rPr lang="en-US" sz="2300" kern="100" dirty="0">
                <a:solidFill>
                  <a:srgbClr val="538135"/>
                </a:solidFill>
                <a:effectLst/>
                <a:latin typeface="Lucida Console" panose="020B0609040504020204" pitchFamily="49" charset="0"/>
                <a:ea typeface="Calibri" panose="020F0502020204030204" pitchFamily="34" charset="0"/>
                <a:cs typeface="Times New Roman" panose="02020603050405020304" pitchFamily="18" charset="0"/>
              </a:rPr>
              <a:t>  </a:t>
            </a:r>
            <a:r>
              <a:rPr lang="en-US" sz="2300" kern="100" dirty="0" err="1">
                <a:solidFill>
                  <a:srgbClr val="538135"/>
                </a:solidFill>
                <a:effectLst/>
                <a:latin typeface="Lucida Console" panose="020B0609040504020204" pitchFamily="49" charset="0"/>
                <a:ea typeface="Calibri" panose="020F0502020204030204" pitchFamily="34" charset="0"/>
                <a:cs typeface="Times New Roman" panose="02020603050405020304" pitchFamily="18" charset="0"/>
              </a:rPr>
              <a:t>geom_point</a:t>
            </a:r>
            <a:r>
              <a:rPr lang="en-US" sz="2300" kern="100" dirty="0">
                <a:solidFill>
                  <a:srgbClr val="538135"/>
                </a:solidFill>
                <a:effectLst/>
                <a:latin typeface="Lucida Console" panose="020B0609040504020204" pitchFamily="49" charset="0"/>
                <a:ea typeface="Calibri" panose="020F0502020204030204" pitchFamily="34" charset="0"/>
                <a:cs typeface="Times New Roman" panose="02020603050405020304" pitchFamily="18" charset="0"/>
              </a:rPr>
              <a:t>() +</a:t>
            </a:r>
            <a:endParaRPr lang="en-US" sz="2300" kern="100" dirty="0">
              <a:effectLst/>
              <a:latin typeface="Calibri" panose="020F0502020204030204" pitchFamily="34" charset="0"/>
              <a:ea typeface="Calibri" panose="020F0502020204030204" pitchFamily="34" charset="0"/>
              <a:cs typeface="Times New Roman" panose="02020603050405020304" pitchFamily="18" charset="0"/>
            </a:endParaRPr>
          </a:p>
          <a:p>
            <a:pPr marL="0" marR="0" algn="just">
              <a:lnSpc>
                <a:spcPct val="107000"/>
              </a:lnSpc>
              <a:spcBef>
                <a:spcPts val="0"/>
              </a:spcBef>
              <a:spcAft>
                <a:spcPts val="800"/>
              </a:spcAft>
            </a:pPr>
            <a:r>
              <a:rPr lang="en-US" sz="2300" kern="100" dirty="0">
                <a:solidFill>
                  <a:srgbClr val="538135"/>
                </a:solidFill>
                <a:effectLst/>
                <a:latin typeface="Lucida Console" panose="020B0609040504020204" pitchFamily="49" charset="0"/>
                <a:ea typeface="Calibri" panose="020F0502020204030204" pitchFamily="34" charset="0"/>
                <a:cs typeface="Times New Roman" panose="02020603050405020304" pitchFamily="18" charset="0"/>
              </a:rPr>
              <a:t>  </a:t>
            </a:r>
            <a:r>
              <a:rPr lang="en-US" sz="2300" kern="100" dirty="0" err="1">
                <a:solidFill>
                  <a:srgbClr val="538135"/>
                </a:solidFill>
                <a:effectLst/>
                <a:latin typeface="Lucida Console" panose="020B0609040504020204" pitchFamily="49" charset="0"/>
                <a:ea typeface="Calibri" panose="020F0502020204030204" pitchFamily="34" charset="0"/>
                <a:cs typeface="Times New Roman" panose="02020603050405020304" pitchFamily="18" charset="0"/>
              </a:rPr>
              <a:t>scale_color_viridis</a:t>
            </a:r>
            <a:r>
              <a:rPr lang="en-US" sz="2300" kern="100" dirty="0">
                <a:solidFill>
                  <a:srgbClr val="538135"/>
                </a:solidFill>
                <a:effectLst/>
                <a:latin typeface="Lucida Console" panose="020B0609040504020204" pitchFamily="49" charset="0"/>
                <a:ea typeface="Calibri" panose="020F0502020204030204" pitchFamily="34" charset="0"/>
                <a:cs typeface="Times New Roman" panose="02020603050405020304" pitchFamily="18" charset="0"/>
              </a:rPr>
              <a:t>(discrete = TRUE, option = "C", alpha = 1)</a:t>
            </a:r>
            <a:endParaRPr lang="en-US" sz="2300" kern="100" dirty="0">
              <a:effectLst/>
              <a:latin typeface="Calibri" panose="020F0502020204030204" pitchFamily="34" charset="0"/>
              <a:ea typeface="Calibri" panose="020F0502020204030204" pitchFamily="34" charset="0"/>
              <a:cs typeface="Times New Roman" panose="02020603050405020304" pitchFamily="18" charset="0"/>
            </a:endParaRPr>
          </a:p>
          <a:p>
            <a:pPr marL="0" marR="0" algn="just">
              <a:lnSpc>
                <a:spcPct val="107000"/>
              </a:lnSpc>
              <a:spcBef>
                <a:spcPts val="0"/>
              </a:spcBef>
              <a:spcAft>
                <a:spcPts val="800"/>
              </a:spcAft>
            </a:pPr>
            <a:r>
              <a:rPr lang="en-US" sz="2300" kern="100" dirty="0">
                <a:solidFill>
                  <a:srgbClr val="538135"/>
                </a:solidFill>
                <a:effectLst/>
                <a:latin typeface="Lucida Console" panose="020B0609040504020204" pitchFamily="49" charset="0"/>
                <a:ea typeface="Calibri" panose="020F0502020204030204" pitchFamily="34" charset="0"/>
                <a:cs typeface="Times New Roman" panose="02020603050405020304" pitchFamily="18" charset="0"/>
              </a:rPr>
              <a:t>fig_14</a:t>
            </a:r>
            <a:endParaRPr lang="en-US" sz="2300" kern="100" dirty="0">
              <a:effectLst/>
              <a:latin typeface="Calibri" panose="020F0502020204030204" pitchFamily="34" charset="0"/>
              <a:ea typeface="Calibri" panose="020F0502020204030204" pitchFamily="34" charset="0"/>
              <a:cs typeface="Times New Roman" panose="02020603050405020304" pitchFamily="18" charset="0"/>
            </a:endParaRPr>
          </a:p>
        </p:txBody>
      </p:sp>
      <p:pic>
        <p:nvPicPr>
          <p:cNvPr id="2" name="Picture 1">
            <a:extLst>
              <a:ext uri="{FF2B5EF4-FFF2-40B4-BE49-F238E27FC236}">
                <a16:creationId xmlns:a16="http://schemas.microsoft.com/office/drawing/2014/main" id="{354C8F94-E82F-4227-76C2-A76F7A54E51A}"/>
              </a:ext>
            </a:extLst>
          </p:cNvPr>
          <p:cNvPicPr>
            <a:picLocks noChangeAspect="1"/>
          </p:cNvPicPr>
          <p:nvPr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3513546" y="3936274"/>
            <a:ext cx="3525408" cy="281287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330232824"/>
      </p:ext>
    </p:extLst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extBox 3">
            <a:extLst>
              <a:ext uri="{FF2B5EF4-FFF2-40B4-BE49-F238E27FC236}">
                <a16:creationId xmlns:a16="http://schemas.microsoft.com/office/drawing/2014/main" id="{3D632A84-AC9A-5F8B-7F85-371D7128FC5F}"/>
              </a:ext>
            </a:extLst>
          </p:cNvPr>
          <p:cNvSpPr txBox="1"/>
          <p:nvPr/>
        </p:nvSpPr>
        <p:spPr>
          <a:xfrm>
            <a:off x="444136" y="399508"/>
            <a:ext cx="10868297" cy="412645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0" marR="0" algn="just">
              <a:lnSpc>
                <a:spcPct val="107000"/>
              </a:lnSpc>
              <a:spcBef>
                <a:spcPts val="0"/>
              </a:spcBef>
              <a:spcAft>
                <a:spcPts val="800"/>
              </a:spcAft>
            </a:pPr>
            <a:r>
              <a:rPr lang="en-US" sz="3000" b="1" kern="100" dirty="0">
                <a:effectLst/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Example 15:</a:t>
            </a:r>
            <a:r>
              <a:rPr lang="en-US" sz="3000" kern="100" dirty="0">
                <a:effectLst/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 Create a stacked bar graph with </a:t>
            </a:r>
            <a:r>
              <a:rPr lang="en-US" sz="3000" kern="100" dirty="0" err="1">
                <a:effectLst/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cyl</a:t>
            </a:r>
            <a:r>
              <a:rPr lang="en-US" sz="3000" kern="100" dirty="0">
                <a:effectLst/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 in the x axis and gear as the categorical variable to split each column. Use the </a:t>
            </a:r>
            <a:r>
              <a:rPr lang="en-US" sz="3000" kern="100" dirty="0" err="1">
                <a:effectLst/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viridis</a:t>
            </a:r>
            <a:r>
              <a:rPr lang="en-US" sz="3000" kern="100" dirty="0">
                <a:effectLst/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 package to change the colors.</a:t>
            </a:r>
            <a:endParaRPr lang="en-US" sz="3000" kern="100" dirty="0">
              <a:effectLst/>
              <a:latin typeface="Calibri" panose="020F0502020204030204" pitchFamily="34" charset="0"/>
              <a:ea typeface="Calibri" panose="020F0502020204030204" pitchFamily="34" charset="0"/>
              <a:cs typeface="Times New Roman" panose="02020603050405020304" pitchFamily="18" charset="0"/>
            </a:endParaRPr>
          </a:p>
          <a:p>
            <a:pPr marL="0" marR="0" algn="just">
              <a:lnSpc>
                <a:spcPct val="107000"/>
              </a:lnSpc>
              <a:spcBef>
                <a:spcPts val="0"/>
              </a:spcBef>
              <a:spcAft>
                <a:spcPts val="800"/>
              </a:spcAft>
            </a:pPr>
            <a:r>
              <a:rPr lang="en-US" sz="2500" kern="100" dirty="0">
                <a:solidFill>
                  <a:srgbClr val="538135"/>
                </a:solidFill>
                <a:effectLst/>
                <a:latin typeface="Lucida Console" panose="020B0609040504020204" pitchFamily="49" charset="0"/>
                <a:ea typeface="Calibri" panose="020F0502020204030204" pitchFamily="34" charset="0"/>
                <a:cs typeface="Times New Roman" panose="02020603050405020304" pitchFamily="18" charset="0"/>
              </a:rPr>
              <a:t>fig_15 &lt;- </a:t>
            </a:r>
            <a:r>
              <a:rPr lang="en-US" sz="2500" kern="100" dirty="0" err="1">
                <a:solidFill>
                  <a:srgbClr val="538135"/>
                </a:solidFill>
                <a:effectLst/>
                <a:latin typeface="Lucida Console" panose="020B0609040504020204" pitchFamily="49" charset="0"/>
                <a:ea typeface="Calibri" panose="020F0502020204030204" pitchFamily="34" charset="0"/>
                <a:cs typeface="Times New Roman" panose="02020603050405020304" pitchFamily="18" charset="0"/>
              </a:rPr>
              <a:t>mtcars</a:t>
            </a:r>
            <a:r>
              <a:rPr lang="en-US" sz="2500" kern="100" dirty="0">
                <a:solidFill>
                  <a:srgbClr val="538135"/>
                </a:solidFill>
                <a:effectLst/>
                <a:latin typeface="Lucida Console" panose="020B0609040504020204" pitchFamily="49" charset="0"/>
                <a:ea typeface="Calibri" panose="020F0502020204030204" pitchFamily="34" charset="0"/>
                <a:cs typeface="Times New Roman" panose="02020603050405020304" pitchFamily="18" charset="0"/>
              </a:rPr>
              <a:t> %&gt;%</a:t>
            </a:r>
            <a:endParaRPr lang="en-US" sz="2500" kern="100" dirty="0">
              <a:effectLst/>
              <a:latin typeface="Calibri" panose="020F0502020204030204" pitchFamily="34" charset="0"/>
              <a:ea typeface="Calibri" panose="020F0502020204030204" pitchFamily="34" charset="0"/>
              <a:cs typeface="Times New Roman" panose="02020603050405020304" pitchFamily="18" charset="0"/>
            </a:endParaRPr>
          </a:p>
          <a:p>
            <a:pPr marL="0" marR="0" algn="just">
              <a:lnSpc>
                <a:spcPct val="107000"/>
              </a:lnSpc>
              <a:spcBef>
                <a:spcPts val="0"/>
              </a:spcBef>
              <a:spcAft>
                <a:spcPts val="800"/>
              </a:spcAft>
            </a:pPr>
            <a:r>
              <a:rPr lang="en-US" sz="2500" kern="100" dirty="0">
                <a:solidFill>
                  <a:srgbClr val="538135"/>
                </a:solidFill>
                <a:effectLst/>
                <a:latin typeface="Lucida Console" panose="020B0609040504020204" pitchFamily="49" charset="0"/>
                <a:ea typeface="Calibri" panose="020F0502020204030204" pitchFamily="34" charset="0"/>
                <a:cs typeface="Times New Roman" panose="02020603050405020304" pitchFamily="18" charset="0"/>
              </a:rPr>
              <a:t>  </a:t>
            </a:r>
            <a:r>
              <a:rPr lang="en-US" sz="2500" kern="100" dirty="0" err="1">
                <a:solidFill>
                  <a:srgbClr val="538135"/>
                </a:solidFill>
                <a:effectLst/>
                <a:latin typeface="Lucida Console" panose="020B0609040504020204" pitchFamily="49" charset="0"/>
                <a:ea typeface="Calibri" panose="020F0502020204030204" pitchFamily="34" charset="0"/>
                <a:cs typeface="Times New Roman" panose="02020603050405020304" pitchFamily="18" charset="0"/>
              </a:rPr>
              <a:t>ggplot</a:t>
            </a:r>
            <a:r>
              <a:rPr lang="en-US" sz="2500" kern="100" dirty="0">
                <a:solidFill>
                  <a:srgbClr val="538135"/>
                </a:solidFill>
                <a:effectLst/>
                <a:latin typeface="Lucida Console" panose="020B0609040504020204" pitchFamily="49" charset="0"/>
                <a:ea typeface="Calibri" panose="020F0502020204030204" pitchFamily="34" charset="0"/>
                <a:cs typeface="Times New Roman" panose="02020603050405020304" pitchFamily="18" charset="0"/>
              </a:rPr>
              <a:t>(</a:t>
            </a:r>
            <a:r>
              <a:rPr lang="en-US" sz="2500" kern="100" dirty="0" err="1">
                <a:solidFill>
                  <a:srgbClr val="538135"/>
                </a:solidFill>
                <a:effectLst/>
                <a:latin typeface="Lucida Console" panose="020B0609040504020204" pitchFamily="49" charset="0"/>
                <a:ea typeface="Calibri" panose="020F0502020204030204" pitchFamily="34" charset="0"/>
                <a:cs typeface="Times New Roman" panose="02020603050405020304" pitchFamily="18" charset="0"/>
              </a:rPr>
              <a:t>aes</a:t>
            </a:r>
            <a:r>
              <a:rPr lang="en-US" sz="2500" kern="100" dirty="0">
                <a:solidFill>
                  <a:srgbClr val="538135"/>
                </a:solidFill>
                <a:effectLst/>
                <a:latin typeface="Lucida Console" panose="020B0609040504020204" pitchFamily="49" charset="0"/>
                <a:ea typeface="Calibri" panose="020F0502020204030204" pitchFamily="34" charset="0"/>
                <a:cs typeface="Times New Roman" panose="02020603050405020304" pitchFamily="18" charset="0"/>
              </a:rPr>
              <a:t>(x = factor(</a:t>
            </a:r>
            <a:r>
              <a:rPr lang="en-US" sz="2500" kern="100" dirty="0" err="1">
                <a:solidFill>
                  <a:srgbClr val="538135"/>
                </a:solidFill>
                <a:effectLst/>
                <a:latin typeface="Lucida Console" panose="020B0609040504020204" pitchFamily="49" charset="0"/>
                <a:ea typeface="Calibri" panose="020F0502020204030204" pitchFamily="34" charset="0"/>
                <a:cs typeface="Times New Roman" panose="02020603050405020304" pitchFamily="18" charset="0"/>
              </a:rPr>
              <a:t>cyl</a:t>
            </a:r>
            <a:r>
              <a:rPr lang="en-US" sz="2500" kern="100" dirty="0">
                <a:solidFill>
                  <a:srgbClr val="538135"/>
                </a:solidFill>
                <a:effectLst/>
                <a:latin typeface="Lucida Console" panose="020B0609040504020204" pitchFamily="49" charset="0"/>
                <a:ea typeface="Calibri" panose="020F0502020204030204" pitchFamily="34" charset="0"/>
                <a:cs typeface="Times New Roman" panose="02020603050405020304" pitchFamily="18" charset="0"/>
              </a:rPr>
              <a:t>), fill = factor(gear)))+</a:t>
            </a:r>
            <a:endParaRPr lang="en-US" sz="2500" kern="100" dirty="0">
              <a:effectLst/>
              <a:latin typeface="Calibri" panose="020F0502020204030204" pitchFamily="34" charset="0"/>
              <a:ea typeface="Calibri" panose="020F0502020204030204" pitchFamily="34" charset="0"/>
              <a:cs typeface="Times New Roman" panose="02020603050405020304" pitchFamily="18" charset="0"/>
            </a:endParaRPr>
          </a:p>
          <a:p>
            <a:pPr marL="0" marR="0" algn="just">
              <a:lnSpc>
                <a:spcPct val="107000"/>
              </a:lnSpc>
              <a:spcBef>
                <a:spcPts val="0"/>
              </a:spcBef>
              <a:spcAft>
                <a:spcPts val="800"/>
              </a:spcAft>
            </a:pPr>
            <a:r>
              <a:rPr lang="en-US" sz="2500" kern="100" dirty="0">
                <a:solidFill>
                  <a:srgbClr val="538135"/>
                </a:solidFill>
                <a:effectLst/>
                <a:latin typeface="Lucida Console" panose="020B0609040504020204" pitchFamily="49" charset="0"/>
                <a:ea typeface="Calibri" panose="020F0502020204030204" pitchFamily="34" charset="0"/>
                <a:cs typeface="Times New Roman" panose="02020603050405020304" pitchFamily="18" charset="0"/>
              </a:rPr>
              <a:t>  </a:t>
            </a:r>
            <a:r>
              <a:rPr lang="en-US" sz="2500" kern="100" dirty="0" err="1">
                <a:solidFill>
                  <a:srgbClr val="538135"/>
                </a:solidFill>
                <a:effectLst/>
                <a:latin typeface="Lucida Console" panose="020B0609040504020204" pitchFamily="49" charset="0"/>
                <a:ea typeface="Calibri" panose="020F0502020204030204" pitchFamily="34" charset="0"/>
                <a:cs typeface="Times New Roman" panose="02020603050405020304" pitchFamily="18" charset="0"/>
              </a:rPr>
              <a:t>geom_bar</a:t>
            </a:r>
            <a:r>
              <a:rPr lang="en-US" sz="2500" kern="100" dirty="0">
                <a:solidFill>
                  <a:srgbClr val="538135"/>
                </a:solidFill>
                <a:effectLst/>
                <a:latin typeface="Lucida Console" panose="020B0609040504020204" pitchFamily="49" charset="0"/>
                <a:ea typeface="Calibri" panose="020F0502020204030204" pitchFamily="34" charset="0"/>
                <a:cs typeface="Times New Roman" panose="02020603050405020304" pitchFamily="18" charset="0"/>
              </a:rPr>
              <a:t>() + </a:t>
            </a:r>
            <a:endParaRPr lang="en-US" sz="2500" kern="100" dirty="0">
              <a:effectLst/>
              <a:latin typeface="Calibri" panose="020F0502020204030204" pitchFamily="34" charset="0"/>
              <a:ea typeface="Calibri" panose="020F0502020204030204" pitchFamily="34" charset="0"/>
              <a:cs typeface="Times New Roman" panose="02020603050405020304" pitchFamily="18" charset="0"/>
            </a:endParaRPr>
          </a:p>
          <a:p>
            <a:pPr marL="0" marR="0" algn="just">
              <a:lnSpc>
                <a:spcPct val="107000"/>
              </a:lnSpc>
              <a:spcBef>
                <a:spcPts val="0"/>
              </a:spcBef>
              <a:spcAft>
                <a:spcPts val="800"/>
              </a:spcAft>
            </a:pPr>
            <a:r>
              <a:rPr lang="en-US" sz="2500" kern="100" dirty="0">
                <a:solidFill>
                  <a:srgbClr val="538135"/>
                </a:solidFill>
                <a:effectLst/>
                <a:latin typeface="Lucida Console" panose="020B0609040504020204" pitchFamily="49" charset="0"/>
                <a:ea typeface="Calibri" panose="020F0502020204030204" pitchFamily="34" charset="0"/>
                <a:cs typeface="Times New Roman" panose="02020603050405020304" pitchFamily="18" charset="0"/>
              </a:rPr>
              <a:t>  </a:t>
            </a:r>
            <a:r>
              <a:rPr lang="en-US" sz="2200" kern="100" dirty="0" err="1">
                <a:solidFill>
                  <a:srgbClr val="538135"/>
                </a:solidFill>
                <a:effectLst/>
                <a:latin typeface="Lucida Console" panose="020B0609040504020204" pitchFamily="49" charset="0"/>
                <a:ea typeface="Calibri" panose="020F0502020204030204" pitchFamily="34" charset="0"/>
                <a:cs typeface="Times New Roman" panose="02020603050405020304" pitchFamily="18" charset="0"/>
              </a:rPr>
              <a:t>scale_fill_viridis</a:t>
            </a:r>
            <a:r>
              <a:rPr lang="en-US" sz="2200" kern="100" dirty="0">
                <a:solidFill>
                  <a:srgbClr val="538135"/>
                </a:solidFill>
                <a:effectLst/>
                <a:latin typeface="Lucida Console" panose="020B0609040504020204" pitchFamily="49" charset="0"/>
                <a:ea typeface="Calibri" panose="020F0502020204030204" pitchFamily="34" charset="0"/>
                <a:cs typeface="Times New Roman" panose="02020603050405020304" pitchFamily="18" charset="0"/>
              </a:rPr>
              <a:t>(discrete = TRUE, option = "C", alpha = 1)</a:t>
            </a:r>
            <a:endParaRPr lang="en-US" sz="2200" kern="100" dirty="0">
              <a:effectLst/>
              <a:latin typeface="Calibri" panose="020F0502020204030204" pitchFamily="34" charset="0"/>
              <a:ea typeface="Calibri" panose="020F0502020204030204" pitchFamily="34" charset="0"/>
              <a:cs typeface="Times New Roman" panose="02020603050405020304" pitchFamily="18" charset="0"/>
            </a:endParaRPr>
          </a:p>
          <a:p>
            <a:pPr marL="0" marR="0" algn="just">
              <a:lnSpc>
                <a:spcPct val="107000"/>
              </a:lnSpc>
              <a:spcBef>
                <a:spcPts val="0"/>
              </a:spcBef>
              <a:spcAft>
                <a:spcPts val="800"/>
              </a:spcAft>
            </a:pPr>
            <a:r>
              <a:rPr lang="en-US" sz="2500" kern="100" dirty="0">
                <a:solidFill>
                  <a:srgbClr val="538135"/>
                </a:solidFill>
                <a:effectLst/>
                <a:latin typeface="Lucida Console" panose="020B0609040504020204" pitchFamily="49" charset="0"/>
                <a:ea typeface="Calibri" panose="020F0502020204030204" pitchFamily="34" charset="0"/>
                <a:cs typeface="Times New Roman" panose="02020603050405020304" pitchFamily="18" charset="0"/>
              </a:rPr>
              <a:t>fig_15</a:t>
            </a:r>
            <a:endParaRPr lang="en-US" sz="2500" kern="100" dirty="0">
              <a:effectLst/>
              <a:latin typeface="Calibri" panose="020F0502020204030204" pitchFamily="34" charset="0"/>
              <a:ea typeface="Calibri" panose="020F0502020204030204" pitchFamily="34" charset="0"/>
              <a:cs typeface="Times New Roman" panose="02020603050405020304" pitchFamily="18" charset="0"/>
            </a:endParaRPr>
          </a:p>
        </p:txBody>
      </p:sp>
      <p:pic>
        <p:nvPicPr>
          <p:cNvPr id="2" name="Picture 1">
            <a:extLst>
              <a:ext uri="{FF2B5EF4-FFF2-40B4-BE49-F238E27FC236}">
                <a16:creationId xmlns:a16="http://schemas.microsoft.com/office/drawing/2014/main" id="{C727EC02-502E-D15A-E662-0F7A954B4BCE}"/>
              </a:ext>
            </a:extLst>
          </p:cNvPr>
          <p:cNvPicPr>
            <a:picLocks noChangeAspect="1"/>
          </p:cNvPicPr>
          <p:nvPr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4624795" y="4105587"/>
            <a:ext cx="3343547" cy="2752413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63550143"/>
      </p:ext>
    </p:extLst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Box 2">
            <a:extLst>
              <a:ext uri="{FF2B5EF4-FFF2-40B4-BE49-F238E27FC236}">
                <a16:creationId xmlns:a16="http://schemas.microsoft.com/office/drawing/2014/main" id="{4536600C-E3B7-7F23-216F-BA533A4BD4DD}"/>
              </a:ext>
            </a:extLst>
          </p:cNvPr>
          <p:cNvSpPr txBox="1"/>
          <p:nvPr/>
        </p:nvSpPr>
        <p:spPr>
          <a:xfrm>
            <a:off x="1018904" y="626822"/>
            <a:ext cx="10049690" cy="554228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0" marR="0" algn="ctr">
              <a:lnSpc>
                <a:spcPct val="107000"/>
              </a:lnSpc>
              <a:spcBef>
                <a:spcPts val="0"/>
              </a:spcBef>
              <a:spcAft>
                <a:spcPts val="800"/>
              </a:spcAft>
            </a:pPr>
            <a:r>
              <a:rPr lang="en-US" sz="4000" b="1" kern="100" dirty="0">
                <a:effectLst/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Themes</a:t>
            </a:r>
          </a:p>
          <a:p>
            <a:pPr marL="0" marR="0" algn="ctr">
              <a:lnSpc>
                <a:spcPct val="107000"/>
              </a:lnSpc>
              <a:spcBef>
                <a:spcPts val="0"/>
              </a:spcBef>
              <a:spcAft>
                <a:spcPts val="800"/>
              </a:spcAft>
            </a:pPr>
            <a:endParaRPr lang="en-US" sz="4000" kern="100" dirty="0">
              <a:effectLst/>
              <a:latin typeface="Calibri" panose="020F0502020204030204" pitchFamily="34" charset="0"/>
              <a:ea typeface="Calibri" panose="020F0502020204030204" pitchFamily="34" charset="0"/>
              <a:cs typeface="Times New Roman" panose="02020603050405020304" pitchFamily="18" charset="0"/>
            </a:endParaRPr>
          </a:p>
          <a:p>
            <a:pPr marL="342900" marR="0" lvl="0" indent="-342900" algn="just">
              <a:lnSpc>
                <a:spcPct val="107000"/>
              </a:lnSpc>
              <a:spcBef>
                <a:spcPts val="0"/>
              </a:spcBef>
              <a:spcAft>
                <a:spcPts val="0"/>
              </a:spcAft>
              <a:buFont typeface="+mj-lt"/>
              <a:buAutoNum type="arabicPeriod"/>
            </a:pPr>
            <a:r>
              <a:rPr lang="en-US" sz="3000" kern="100" dirty="0">
                <a:solidFill>
                  <a:srgbClr val="538135"/>
                </a:solidFill>
                <a:effectLst/>
                <a:latin typeface="Lucida Console" panose="020B0609040504020204" pitchFamily="49" charset="0"/>
                <a:ea typeface="Calibri" panose="020F0502020204030204" pitchFamily="34" charset="0"/>
                <a:cs typeface="Times New Roman" panose="02020603050405020304" pitchFamily="18" charset="0"/>
              </a:rPr>
              <a:t> </a:t>
            </a:r>
            <a:r>
              <a:rPr lang="en-US" sz="3000" kern="100" dirty="0" err="1">
                <a:solidFill>
                  <a:srgbClr val="538135"/>
                </a:solidFill>
                <a:effectLst/>
                <a:latin typeface="Lucida Console" panose="020B0609040504020204" pitchFamily="49" charset="0"/>
                <a:ea typeface="Calibri" panose="020F0502020204030204" pitchFamily="34" charset="0"/>
                <a:cs typeface="Times New Roman" panose="02020603050405020304" pitchFamily="18" charset="0"/>
              </a:rPr>
              <a:t>theme_gray</a:t>
            </a:r>
            <a:r>
              <a:rPr lang="en-US" sz="3000" kern="100" dirty="0">
                <a:solidFill>
                  <a:srgbClr val="538135"/>
                </a:solidFill>
                <a:effectLst/>
                <a:latin typeface="Lucida Console" panose="020B0609040504020204" pitchFamily="49" charset="0"/>
                <a:ea typeface="Calibri" panose="020F0502020204030204" pitchFamily="34" charset="0"/>
                <a:cs typeface="Times New Roman" panose="02020603050405020304" pitchFamily="18" charset="0"/>
              </a:rPr>
              <a:t>()</a:t>
            </a:r>
            <a:r>
              <a:rPr lang="en-US" sz="3000" kern="100" dirty="0">
                <a:effectLst/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:</a:t>
            </a:r>
            <a:endParaRPr lang="en-US" sz="3000" kern="100" dirty="0">
              <a:effectLst/>
              <a:latin typeface="Calibri" panose="020F0502020204030204" pitchFamily="34" charset="0"/>
              <a:ea typeface="Calibri" panose="020F0502020204030204" pitchFamily="34" charset="0"/>
              <a:cs typeface="Times New Roman" panose="02020603050405020304" pitchFamily="18" charset="0"/>
            </a:endParaRPr>
          </a:p>
          <a:p>
            <a:pPr marL="457200" marR="0" algn="just">
              <a:lnSpc>
                <a:spcPct val="107000"/>
              </a:lnSpc>
              <a:spcBef>
                <a:spcPts val="0"/>
              </a:spcBef>
              <a:spcAft>
                <a:spcPts val="0"/>
              </a:spcAft>
            </a:pPr>
            <a:r>
              <a:rPr lang="en-US" sz="3000" kern="100" dirty="0">
                <a:effectLst/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 </a:t>
            </a:r>
            <a:endParaRPr lang="en-US" sz="3000" kern="100" dirty="0">
              <a:effectLst/>
              <a:latin typeface="Calibri" panose="020F0502020204030204" pitchFamily="34" charset="0"/>
              <a:ea typeface="Calibri" panose="020F0502020204030204" pitchFamily="34" charset="0"/>
              <a:cs typeface="Times New Roman" panose="02020603050405020304" pitchFamily="18" charset="0"/>
            </a:endParaRPr>
          </a:p>
          <a:p>
            <a:pPr marR="0" lvl="0" algn="just">
              <a:lnSpc>
                <a:spcPct val="107000"/>
              </a:lnSpc>
              <a:spcBef>
                <a:spcPts val="0"/>
              </a:spcBef>
              <a:spcAft>
                <a:spcPts val="0"/>
              </a:spcAft>
            </a:pPr>
            <a:r>
              <a:rPr lang="en-US" sz="3000" kern="100" dirty="0">
                <a:solidFill>
                  <a:srgbClr val="538135"/>
                </a:solidFill>
                <a:effectLst/>
                <a:latin typeface="Lucida Console" panose="020B0609040504020204" pitchFamily="49" charset="0"/>
                <a:ea typeface="Calibri" panose="020F0502020204030204" pitchFamily="34" charset="0"/>
                <a:cs typeface="Times New Roman" panose="02020603050405020304" pitchFamily="18" charset="0"/>
              </a:rPr>
              <a:t>2. </a:t>
            </a:r>
            <a:r>
              <a:rPr lang="en-US" sz="3000" kern="100" dirty="0" err="1">
                <a:solidFill>
                  <a:srgbClr val="538135"/>
                </a:solidFill>
                <a:effectLst/>
                <a:latin typeface="Lucida Console" panose="020B0609040504020204" pitchFamily="49" charset="0"/>
                <a:ea typeface="Calibri" panose="020F0502020204030204" pitchFamily="34" charset="0"/>
                <a:cs typeface="Times New Roman" panose="02020603050405020304" pitchFamily="18" charset="0"/>
              </a:rPr>
              <a:t>theme_bw</a:t>
            </a:r>
            <a:r>
              <a:rPr lang="en-US" sz="3000" kern="100" dirty="0">
                <a:solidFill>
                  <a:srgbClr val="538135"/>
                </a:solidFill>
                <a:effectLst/>
                <a:latin typeface="Lucida Console" panose="020B0609040504020204" pitchFamily="49" charset="0"/>
                <a:ea typeface="Calibri" panose="020F0502020204030204" pitchFamily="34" charset="0"/>
                <a:cs typeface="Times New Roman" panose="02020603050405020304" pitchFamily="18" charset="0"/>
              </a:rPr>
              <a:t>()</a:t>
            </a:r>
            <a:r>
              <a:rPr lang="en-US" sz="3000" kern="100" dirty="0">
                <a:effectLst/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:</a:t>
            </a:r>
            <a:endParaRPr lang="en-US" sz="3000" kern="100" dirty="0">
              <a:effectLst/>
              <a:latin typeface="Calibri" panose="020F0502020204030204" pitchFamily="34" charset="0"/>
              <a:ea typeface="Calibri" panose="020F0502020204030204" pitchFamily="34" charset="0"/>
              <a:cs typeface="Times New Roman" panose="02020603050405020304" pitchFamily="18" charset="0"/>
            </a:endParaRPr>
          </a:p>
          <a:p>
            <a:pPr marL="457200" marR="0" algn="just">
              <a:lnSpc>
                <a:spcPct val="107000"/>
              </a:lnSpc>
              <a:spcBef>
                <a:spcPts val="0"/>
              </a:spcBef>
              <a:spcAft>
                <a:spcPts val="0"/>
              </a:spcAft>
            </a:pPr>
            <a:r>
              <a:rPr lang="en-US" sz="3000" kern="100" dirty="0">
                <a:effectLst/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 </a:t>
            </a:r>
            <a:endParaRPr lang="en-US" sz="3000" kern="100" dirty="0">
              <a:effectLst/>
              <a:latin typeface="Calibri" panose="020F0502020204030204" pitchFamily="34" charset="0"/>
              <a:ea typeface="Calibri" panose="020F0502020204030204" pitchFamily="34" charset="0"/>
              <a:cs typeface="Times New Roman" panose="02020603050405020304" pitchFamily="18" charset="0"/>
            </a:endParaRPr>
          </a:p>
          <a:p>
            <a:pPr marR="0" lvl="0" algn="just">
              <a:lnSpc>
                <a:spcPct val="107000"/>
              </a:lnSpc>
              <a:spcBef>
                <a:spcPts val="0"/>
              </a:spcBef>
              <a:spcAft>
                <a:spcPts val="0"/>
              </a:spcAft>
            </a:pPr>
            <a:r>
              <a:rPr lang="en-US" sz="3000" kern="100" dirty="0">
                <a:solidFill>
                  <a:srgbClr val="538135"/>
                </a:solidFill>
                <a:effectLst/>
                <a:latin typeface="Lucida Console" panose="020B0609040504020204" pitchFamily="49" charset="0"/>
                <a:ea typeface="Calibri" panose="020F0502020204030204" pitchFamily="34" charset="0"/>
                <a:cs typeface="Times New Roman" panose="02020603050405020304" pitchFamily="18" charset="0"/>
              </a:rPr>
              <a:t>3. </a:t>
            </a:r>
            <a:r>
              <a:rPr lang="en-US" sz="3000" kern="100" dirty="0" err="1">
                <a:solidFill>
                  <a:srgbClr val="538135"/>
                </a:solidFill>
                <a:effectLst/>
                <a:latin typeface="Lucida Console" panose="020B0609040504020204" pitchFamily="49" charset="0"/>
                <a:ea typeface="Calibri" panose="020F0502020204030204" pitchFamily="34" charset="0"/>
                <a:cs typeface="Times New Roman" panose="02020603050405020304" pitchFamily="18" charset="0"/>
              </a:rPr>
              <a:t>theme_minimal</a:t>
            </a:r>
            <a:r>
              <a:rPr lang="en-US" sz="3000" kern="100" dirty="0">
                <a:solidFill>
                  <a:srgbClr val="538135"/>
                </a:solidFill>
                <a:effectLst/>
                <a:latin typeface="Lucida Console" panose="020B0609040504020204" pitchFamily="49" charset="0"/>
                <a:ea typeface="Calibri" panose="020F0502020204030204" pitchFamily="34" charset="0"/>
                <a:cs typeface="Times New Roman" panose="02020603050405020304" pitchFamily="18" charset="0"/>
              </a:rPr>
              <a:t>()</a:t>
            </a:r>
            <a:r>
              <a:rPr lang="en-US" sz="3000" kern="100" dirty="0">
                <a:effectLst/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:</a:t>
            </a:r>
            <a:endParaRPr lang="en-US" sz="3000" kern="100" dirty="0">
              <a:effectLst/>
              <a:latin typeface="Calibri" panose="020F0502020204030204" pitchFamily="34" charset="0"/>
              <a:ea typeface="Calibri" panose="020F0502020204030204" pitchFamily="34" charset="0"/>
              <a:cs typeface="Times New Roman" panose="02020603050405020304" pitchFamily="18" charset="0"/>
            </a:endParaRPr>
          </a:p>
          <a:p>
            <a:pPr marL="685800" marR="0" algn="just">
              <a:lnSpc>
                <a:spcPct val="107000"/>
              </a:lnSpc>
              <a:spcBef>
                <a:spcPts val="0"/>
              </a:spcBef>
              <a:spcAft>
                <a:spcPts val="0"/>
              </a:spcAft>
            </a:pPr>
            <a:r>
              <a:rPr lang="en-US" sz="3000" kern="100" dirty="0">
                <a:effectLst/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 </a:t>
            </a:r>
            <a:endParaRPr lang="en-US" sz="3000" kern="100" dirty="0">
              <a:effectLst/>
              <a:latin typeface="Calibri" panose="020F0502020204030204" pitchFamily="34" charset="0"/>
              <a:ea typeface="Calibri" panose="020F0502020204030204" pitchFamily="34" charset="0"/>
              <a:cs typeface="Times New Roman" panose="02020603050405020304" pitchFamily="18" charset="0"/>
            </a:endParaRPr>
          </a:p>
          <a:p>
            <a:pPr marR="0" lvl="0" algn="just">
              <a:lnSpc>
                <a:spcPct val="107000"/>
              </a:lnSpc>
              <a:spcBef>
                <a:spcPts val="0"/>
              </a:spcBef>
              <a:spcAft>
                <a:spcPts val="0"/>
              </a:spcAft>
            </a:pPr>
            <a:r>
              <a:rPr lang="en-US" sz="3000" kern="100" dirty="0">
                <a:solidFill>
                  <a:srgbClr val="538135"/>
                </a:solidFill>
                <a:effectLst/>
                <a:latin typeface="Lucida Console" panose="020B0609040504020204" pitchFamily="49" charset="0"/>
                <a:ea typeface="Calibri" panose="020F0502020204030204" pitchFamily="34" charset="0"/>
                <a:cs typeface="Times New Roman" panose="02020603050405020304" pitchFamily="18" charset="0"/>
              </a:rPr>
              <a:t>4. </a:t>
            </a:r>
            <a:r>
              <a:rPr lang="en-US" sz="3000" kern="100" dirty="0" err="1">
                <a:solidFill>
                  <a:srgbClr val="538135"/>
                </a:solidFill>
                <a:effectLst/>
                <a:latin typeface="Lucida Console" panose="020B0609040504020204" pitchFamily="49" charset="0"/>
                <a:ea typeface="Calibri" panose="020F0502020204030204" pitchFamily="34" charset="0"/>
                <a:cs typeface="Times New Roman" panose="02020603050405020304" pitchFamily="18" charset="0"/>
              </a:rPr>
              <a:t>theme_void</a:t>
            </a:r>
            <a:r>
              <a:rPr lang="en-US" sz="3000" kern="100" dirty="0">
                <a:solidFill>
                  <a:srgbClr val="538135"/>
                </a:solidFill>
                <a:effectLst/>
                <a:latin typeface="Lucida Console" panose="020B0609040504020204" pitchFamily="49" charset="0"/>
                <a:ea typeface="Calibri" panose="020F0502020204030204" pitchFamily="34" charset="0"/>
                <a:cs typeface="Times New Roman" panose="02020603050405020304" pitchFamily="18" charset="0"/>
              </a:rPr>
              <a:t>()</a:t>
            </a:r>
            <a:r>
              <a:rPr lang="en-US" sz="3000" kern="100" dirty="0">
                <a:effectLst/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:</a:t>
            </a:r>
            <a:endParaRPr lang="en-US" sz="3000" kern="100" dirty="0">
              <a:effectLst/>
              <a:latin typeface="Calibri" panose="020F0502020204030204" pitchFamily="34" charset="0"/>
              <a:ea typeface="Calibri" panose="020F0502020204030204" pitchFamily="34" charset="0"/>
              <a:cs typeface="Times New Roman" panose="02020603050405020304" pitchFamily="18" charset="0"/>
            </a:endParaRPr>
          </a:p>
          <a:p>
            <a:pPr marL="457200" marR="0" algn="just">
              <a:lnSpc>
                <a:spcPct val="107000"/>
              </a:lnSpc>
              <a:spcBef>
                <a:spcPts val="0"/>
              </a:spcBef>
              <a:spcAft>
                <a:spcPts val="0"/>
              </a:spcAft>
            </a:pPr>
            <a:r>
              <a:rPr lang="en-US" sz="3000" kern="100" dirty="0">
                <a:effectLst/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 </a:t>
            </a:r>
            <a:endParaRPr lang="en-US" sz="3000" kern="100" dirty="0">
              <a:effectLst/>
              <a:latin typeface="Calibri" panose="020F0502020204030204" pitchFamily="34" charset="0"/>
              <a:ea typeface="Calibri" panose="020F0502020204030204" pitchFamily="34" charset="0"/>
              <a:cs typeface="Times New Roman" panose="02020603050405020304" pitchFamily="18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4291937327"/>
      </p:ext>
    </p:extLst>
  </p:cSld>
  <p:clrMapOvr>
    <a:masterClrMapping/>
  </p:clrMapOvr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extBox 3">
            <a:extLst>
              <a:ext uri="{FF2B5EF4-FFF2-40B4-BE49-F238E27FC236}">
                <a16:creationId xmlns:a16="http://schemas.microsoft.com/office/drawing/2014/main" id="{24876D90-5A30-9CDE-9415-22BECD281265}"/>
              </a:ext>
            </a:extLst>
          </p:cNvPr>
          <p:cNvSpPr txBox="1"/>
          <p:nvPr/>
        </p:nvSpPr>
        <p:spPr>
          <a:xfrm>
            <a:off x="426720" y="299239"/>
            <a:ext cx="11190514" cy="613475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0" marR="0" algn="just">
              <a:lnSpc>
                <a:spcPct val="107000"/>
              </a:lnSpc>
              <a:spcBef>
                <a:spcPts val="0"/>
              </a:spcBef>
              <a:spcAft>
                <a:spcPts val="800"/>
              </a:spcAft>
            </a:pPr>
            <a:r>
              <a:rPr lang="en-US" sz="3000" b="1" kern="100" dirty="0">
                <a:effectLst/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Example 16: </a:t>
            </a:r>
            <a:r>
              <a:rPr lang="en-US" sz="3000" kern="100" dirty="0">
                <a:effectLst/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Create a scatter plot with x = </a:t>
            </a:r>
            <a:r>
              <a:rPr lang="en-US" sz="3000" kern="100" dirty="0" err="1">
                <a:effectLst/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bill_length_mm</a:t>
            </a:r>
            <a:r>
              <a:rPr lang="en-US" sz="3000" kern="100" dirty="0">
                <a:effectLst/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, y = </a:t>
            </a:r>
            <a:r>
              <a:rPr lang="en-US" sz="3000" kern="100" dirty="0" err="1">
                <a:effectLst/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bill_depth_mm</a:t>
            </a:r>
            <a:r>
              <a:rPr lang="en-US" sz="3000" kern="100" dirty="0">
                <a:effectLst/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, and species as the categorical variable. Use a gray theme</a:t>
            </a:r>
            <a:endParaRPr lang="en-US" sz="3000" kern="100" dirty="0">
              <a:effectLst/>
              <a:latin typeface="Calibri" panose="020F0502020204030204" pitchFamily="34" charset="0"/>
              <a:ea typeface="Calibri" panose="020F0502020204030204" pitchFamily="34" charset="0"/>
              <a:cs typeface="Times New Roman" panose="02020603050405020304" pitchFamily="18" charset="0"/>
            </a:endParaRPr>
          </a:p>
          <a:p>
            <a:pPr marL="0" marR="0" algn="just">
              <a:lnSpc>
                <a:spcPct val="107000"/>
              </a:lnSpc>
              <a:spcBef>
                <a:spcPts val="0"/>
              </a:spcBef>
              <a:spcAft>
                <a:spcPts val="800"/>
              </a:spcAft>
            </a:pPr>
            <a:endParaRPr lang="en-US" sz="3000" kern="100" dirty="0">
              <a:effectLst/>
              <a:latin typeface="Calibri" panose="020F0502020204030204" pitchFamily="34" charset="0"/>
              <a:ea typeface="Calibri" panose="020F0502020204030204" pitchFamily="34" charset="0"/>
              <a:cs typeface="Times New Roman" panose="02020603050405020304" pitchFamily="18" charset="0"/>
            </a:endParaRPr>
          </a:p>
          <a:p>
            <a:pPr marL="0" marR="0" algn="just">
              <a:lnSpc>
                <a:spcPct val="107000"/>
              </a:lnSpc>
              <a:spcBef>
                <a:spcPts val="0"/>
              </a:spcBef>
              <a:spcAft>
                <a:spcPts val="800"/>
              </a:spcAft>
            </a:pPr>
            <a:r>
              <a:rPr lang="en-US" sz="2400" kern="100" dirty="0">
                <a:solidFill>
                  <a:srgbClr val="538135"/>
                </a:solidFill>
                <a:effectLst/>
                <a:latin typeface="Lucida Console" panose="020B0609040504020204" pitchFamily="49" charset="0"/>
                <a:ea typeface="Calibri" panose="020F0502020204030204" pitchFamily="34" charset="0"/>
                <a:cs typeface="Times New Roman" panose="02020603050405020304" pitchFamily="18" charset="0"/>
              </a:rPr>
              <a:t>fig_16 &lt;- penguins %&gt;% </a:t>
            </a:r>
            <a:endParaRPr lang="en-US" sz="2400" kern="100" dirty="0">
              <a:effectLst/>
              <a:latin typeface="Calibri" panose="020F0502020204030204" pitchFamily="34" charset="0"/>
              <a:ea typeface="Calibri" panose="020F0502020204030204" pitchFamily="34" charset="0"/>
              <a:cs typeface="Times New Roman" panose="02020603050405020304" pitchFamily="18" charset="0"/>
            </a:endParaRPr>
          </a:p>
          <a:p>
            <a:pPr marL="0" marR="0" algn="just">
              <a:lnSpc>
                <a:spcPct val="107000"/>
              </a:lnSpc>
              <a:spcBef>
                <a:spcPts val="0"/>
              </a:spcBef>
              <a:spcAft>
                <a:spcPts val="800"/>
              </a:spcAft>
            </a:pPr>
            <a:r>
              <a:rPr lang="en-US" sz="2400" kern="100" dirty="0">
                <a:solidFill>
                  <a:srgbClr val="538135"/>
                </a:solidFill>
                <a:effectLst/>
                <a:latin typeface="Lucida Console" panose="020B0609040504020204" pitchFamily="49" charset="0"/>
                <a:ea typeface="Calibri" panose="020F0502020204030204" pitchFamily="34" charset="0"/>
                <a:cs typeface="Times New Roman" panose="02020603050405020304" pitchFamily="18" charset="0"/>
              </a:rPr>
              <a:t>  </a:t>
            </a:r>
            <a:r>
              <a:rPr lang="en-US" sz="2400" kern="100" dirty="0" err="1">
                <a:solidFill>
                  <a:srgbClr val="538135"/>
                </a:solidFill>
                <a:effectLst/>
                <a:latin typeface="Lucida Console" panose="020B0609040504020204" pitchFamily="49" charset="0"/>
                <a:ea typeface="Calibri" panose="020F0502020204030204" pitchFamily="34" charset="0"/>
                <a:cs typeface="Times New Roman" panose="02020603050405020304" pitchFamily="18" charset="0"/>
              </a:rPr>
              <a:t>ggplot</a:t>
            </a:r>
            <a:r>
              <a:rPr lang="en-US" sz="2400" kern="100" dirty="0">
                <a:solidFill>
                  <a:srgbClr val="538135"/>
                </a:solidFill>
                <a:effectLst/>
                <a:latin typeface="Lucida Console" panose="020B0609040504020204" pitchFamily="49" charset="0"/>
                <a:ea typeface="Calibri" panose="020F0502020204030204" pitchFamily="34" charset="0"/>
                <a:cs typeface="Times New Roman" panose="02020603050405020304" pitchFamily="18" charset="0"/>
              </a:rPr>
              <a:t>(</a:t>
            </a:r>
            <a:r>
              <a:rPr lang="en-US" sz="2400" kern="100" dirty="0" err="1">
                <a:solidFill>
                  <a:srgbClr val="538135"/>
                </a:solidFill>
                <a:effectLst/>
                <a:latin typeface="Lucida Console" panose="020B0609040504020204" pitchFamily="49" charset="0"/>
                <a:ea typeface="Calibri" panose="020F0502020204030204" pitchFamily="34" charset="0"/>
                <a:cs typeface="Times New Roman" panose="02020603050405020304" pitchFamily="18" charset="0"/>
              </a:rPr>
              <a:t>aes</a:t>
            </a:r>
            <a:r>
              <a:rPr lang="en-US" sz="2400" kern="100" dirty="0">
                <a:solidFill>
                  <a:srgbClr val="538135"/>
                </a:solidFill>
                <a:effectLst/>
                <a:latin typeface="Lucida Console" panose="020B0609040504020204" pitchFamily="49" charset="0"/>
                <a:ea typeface="Calibri" panose="020F0502020204030204" pitchFamily="34" charset="0"/>
                <a:cs typeface="Times New Roman" panose="02020603050405020304" pitchFamily="18" charset="0"/>
              </a:rPr>
              <a:t>(x = </a:t>
            </a:r>
            <a:r>
              <a:rPr lang="en-US" sz="2400" kern="100" dirty="0" err="1">
                <a:solidFill>
                  <a:srgbClr val="538135"/>
                </a:solidFill>
                <a:effectLst/>
                <a:latin typeface="Lucida Console" panose="020B0609040504020204" pitchFamily="49" charset="0"/>
                <a:ea typeface="Calibri" panose="020F0502020204030204" pitchFamily="34" charset="0"/>
                <a:cs typeface="Times New Roman" panose="02020603050405020304" pitchFamily="18" charset="0"/>
              </a:rPr>
              <a:t>bill_length_mm</a:t>
            </a:r>
            <a:r>
              <a:rPr lang="en-US" sz="2400" kern="100" dirty="0">
                <a:solidFill>
                  <a:srgbClr val="538135"/>
                </a:solidFill>
                <a:effectLst/>
                <a:latin typeface="Lucida Console" panose="020B0609040504020204" pitchFamily="49" charset="0"/>
                <a:ea typeface="Calibri" panose="020F0502020204030204" pitchFamily="34" charset="0"/>
                <a:cs typeface="Times New Roman" panose="02020603050405020304" pitchFamily="18" charset="0"/>
              </a:rPr>
              <a:t>, </a:t>
            </a:r>
            <a:endParaRPr lang="en-US" sz="2400" kern="100" dirty="0">
              <a:effectLst/>
              <a:latin typeface="Calibri" panose="020F0502020204030204" pitchFamily="34" charset="0"/>
              <a:ea typeface="Calibri" panose="020F0502020204030204" pitchFamily="34" charset="0"/>
              <a:cs typeface="Times New Roman" panose="02020603050405020304" pitchFamily="18" charset="0"/>
            </a:endParaRPr>
          </a:p>
          <a:p>
            <a:pPr marL="0" marR="0" algn="just">
              <a:lnSpc>
                <a:spcPct val="107000"/>
              </a:lnSpc>
              <a:spcBef>
                <a:spcPts val="0"/>
              </a:spcBef>
              <a:spcAft>
                <a:spcPts val="800"/>
              </a:spcAft>
            </a:pPr>
            <a:r>
              <a:rPr lang="en-US" sz="2400" kern="100" dirty="0">
                <a:solidFill>
                  <a:srgbClr val="538135"/>
                </a:solidFill>
                <a:effectLst/>
                <a:latin typeface="Lucida Console" panose="020B0609040504020204" pitchFamily="49" charset="0"/>
                <a:ea typeface="Calibri" panose="020F0502020204030204" pitchFamily="34" charset="0"/>
                <a:cs typeface="Times New Roman" panose="02020603050405020304" pitchFamily="18" charset="0"/>
              </a:rPr>
              <a:t>             y = </a:t>
            </a:r>
            <a:r>
              <a:rPr lang="en-US" sz="2400" kern="100" dirty="0" err="1">
                <a:solidFill>
                  <a:srgbClr val="538135"/>
                </a:solidFill>
                <a:effectLst/>
                <a:latin typeface="Lucida Console" panose="020B0609040504020204" pitchFamily="49" charset="0"/>
                <a:ea typeface="Calibri" panose="020F0502020204030204" pitchFamily="34" charset="0"/>
                <a:cs typeface="Times New Roman" panose="02020603050405020304" pitchFamily="18" charset="0"/>
              </a:rPr>
              <a:t>bill_depth_mm</a:t>
            </a:r>
            <a:r>
              <a:rPr lang="en-US" sz="2400" kern="100" dirty="0">
                <a:solidFill>
                  <a:srgbClr val="538135"/>
                </a:solidFill>
                <a:effectLst/>
                <a:latin typeface="Lucida Console" panose="020B0609040504020204" pitchFamily="49" charset="0"/>
                <a:ea typeface="Calibri" panose="020F0502020204030204" pitchFamily="34" charset="0"/>
                <a:cs typeface="Times New Roman" panose="02020603050405020304" pitchFamily="18" charset="0"/>
              </a:rPr>
              <a:t>, </a:t>
            </a:r>
            <a:endParaRPr lang="en-US" sz="2400" kern="100" dirty="0">
              <a:effectLst/>
              <a:latin typeface="Calibri" panose="020F0502020204030204" pitchFamily="34" charset="0"/>
              <a:ea typeface="Calibri" panose="020F0502020204030204" pitchFamily="34" charset="0"/>
              <a:cs typeface="Times New Roman" panose="02020603050405020304" pitchFamily="18" charset="0"/>
            </a:endParaRPr>
          </a:p>
          <a:p>
            <a:pPr marL="0" marR="0" algn="just">
              <a:lnSpc>
                <a:spcPct val="107000"/>
              </a:lnSpc>
              <a:spcBef>
                <a:spcPts val="0"/>
              </a:spcBef>
              <a:spcAft>
                <a:spcPts val="800"/>
              </a:spcAft>
            </a:pPr>
            <a:r>
              <a:rPr lang="en-US" sz="2400" kern="100" dirty="0">
                <a:solidFill>
                  <a:srgbClr val="538135"/>
                </a:solidFill>
                <a:effectLst/>
                <a:latin typeface="Lucida Console" panose="020B0609040504020204" pitchFamily="49" charset="0"/>
                <a:ea typeface="Calibri" panose="020F0502020204030204" pitchFamily="34" charset="0"/>
                <a:cs typeface="Times New Roman" panose="02020603050405020304" pitchFamily="18" charset="0"/>
              </a:rPr>
              <a:t>             color = species)) +</a:t>
            </a:r>
            <a:endParaRPr lang="en-US" sz="2400" kern="100" dirty="0">
              <a:effectLst/>
              <a:latin typeface="Calibri" panose="020F0502020204030204" pitchFamily="34" charset="0"/>
              <a:ea typeface="Calibri" panose="020F0502020204030204" pitchFamily="34" charset="0"/>
              <a:cs typeface="Times New Roman" panose="02020603050405020304" pitchFamily="18" charset="0"/>
            </a:endParaRPr>
          </a:p>
          <a:p>
            <a:pPr marL="0" marR="0" algn="just">
              <a:lnSpc>
                <a:spcPct val="107000"/>
              </a:lnSpc>
              <a:spcBef>
                <a:spcPts val="0"/>
              </a:spcBef>
              <a:spcAft>
                <a:spcPts val="800"/>
              </a:spcAft>
            </a:pPr>
            <a:r>
              <a:rPr lang="en-US" sz="2400" kern="100" dirty="0">
                <a:solidFill>
                  <a:srgbClr val="538135"/>
                </a:solidFill>
                <a:effectLst/>
                <a:latin typeface="Lucida Console" panose="020B0609040504020204" pitchFamily="49" charset="0"/>
                <a:ea typeface="Calibri" panose="020F0502020204030204" pitchFamily="34" charset="0"/>
                <a:cs typeface="Times New Roman" panose="02020603050405020304" pitchFamily="18" charset="0"/>
              </a:rPr>
              <a:t>  </a:t>
            </a:r>
            <a:r>
              <a:rPr lang="en-US" sz="2400" kern="100" dirty="0" err="1">
                <a:solidFill>
                  <a:srgbClr val="538135"/>
                </a:solidFill>
                <a:effectLst/>
                <a:latin typeface="Lucida Console" panose="020B0609040504020204" pitchFamily="49" charset="0"/>
                <a:ea typeface="Calibri" panose="020F0502020204030204" pitchFamily="34" charset="0"/>
                <a:cs typeface="Times New Roman" panose="02020603050405020304" pitchFamily="18" charset="0"/>
              </a:rPr>
              <a:t>geom_point</a:t>
            </a:r>
            <a:r>
              <a:rPr lang="en-US" sz="2400" kern="100" dirty="0">
                <a:solidFill>
                  <a:srgbClr val="538135"/>
                </a:solidFill>
                <a:effectLst/>
                <a:latin typeface="Lucida Console" panose="020B0609040504020204" pitchFamily="49" charset="0"/>
                <a:ea typeface="Calibri" panose="020F0502020204030204" pitchFamily="34" charset="0"/>
                <a:cs typeface="Times New Roman" panose="02020603050405020304" pitchFamily="18" charset="0"/>
              </a:rPr>
              <a:t>() +</a:t>
            </a:r>
            <a:endParaRPr lang="en-US" sz="2400" kern="100" dirty="0">
              <a:effectLst/>
              <a:latin typeface="Calibri" panose="020F0502020204030204" pitchFamily="34" charset="0"/>
              <a:ea typeface="Calibri" panose="020F0502020204030204" pitchFamily="34" charset="0"/>
              <a:cs typeface="Times New Roman" panose="02020603050405020304" pitchFamily="18" charset="0"/>
            </a:endParaRPr>
          </a:p>
          <a:p>
            <a:pPr marL="0" marR="0" algn="just">
              <a:lnSpc>
                <a:spcPct val="107000"/>
              </a:lnSpc>
              <a:spcBef>
                <a:spcPts val="0"/>
              </a:spcBef>
              <a:spcAft>
                <a:spcPts val="800"/>
              </a:spcAft>
            </a:pPr>
            <a:r>
              <a:rPr lang="en-US" sz="2400" kern="100" dirty="0">
                <a:solidFill>
                  <a:srgbClr val="538135"/>
                </a:solidFill>
                <a:effectLst/>
                <a:latin typeface="Lucida Console" panose="020B0609040504020204" pitchFamily="49" charset="0"/>
                <a:ea typeface="Calibri" panose="020F0502020204030204" pitchFamily="34" charset="0"/>
                <a:cs typeface="Times New Roman" panose="02020603050405020304" pitchFamily="18" charset="0"/>
              </a:rPr>
              <a:t>  </a:t>
            </a:r>
            <a:r>
              <a:rPr lang="en-US" sz="2400" kern="100" dirty="0" err="1">
                <a:solidFill>
                  <a:srgbClr val="538135"/>
                </a:solidFill>
                <a:effectLst/>
                <a:latin typeface="Lucida Console" panose="020B0609040504020204" pitchFamily="49" charset="0"/>
                <a:ea typeface="Calibri" panose="020F0502020204030204" pitchFamily="34" charset="0"/>
                <a:cs typeface="Times New Roman" panose="02020603050405020304" pitchFamily="18" charset="0"/>
              </a:rPr>
              <a:t>scale_color_manual</a:t>
            </a:r>
            <a:r>
              <a:rPr lang="en-US" sz="2400" kern="100" dirty="0">
                <a:solidFill>
                  <a:srgbClr val="538135"/>
                </a:solidFill>
                <a:effectLst/>
                <a:latin typeface="Lucida Console" panose="020B0609040504020204" pitchFamily="49" charset="0"/>
                <a:ea typeface="Calibri" panose="020F0502020204030204" pitchFamily="34" charset="0"/>
                <a:cs typeface="Times New Roman" panose="02020603050405020304" pitchFamily="18" charset="0"/>
              </a:rPr>
              <a:t>(values = c("red", "green", "blue")) + </a:t>
            </a:r>
            <a:endParaRPr lang="en-US" sz="2400" kern="100" dirty="0">
              <a:effectLst/>
              <a:latin typeface="Calibri" panose="020F0502020204030204" pitchFamily="34" charset="0"/>
              <a:ea typeface="Calibri" panose="020F0502020204030204" pitchFamily="34" charset="0"/>
              <a:cs typeface="Times New Roman" panose="02020603050405020304" pitchFamily="18" charset="0"/>
            </a:endParaRPr>
          </a:p>
          <a:p>
            <a:pPr marL="0" marR="0" algn="just">
              <a:lnSpc>
                <a:spcPct val="107000"/>
              </a:lnSpc>
              <a:spcBef>
                <a:spcPts val="0"/>
              </a:spcBef>
              <a:spcAft>
                <a:spcPts val="800"/>
              </a:spcAft>
            </a:pPr>
            <a:r>
              <a:rPr lang="en-US" sz="2400" kern="100" dirty="0">
                <a:solidFill>
                  <a:srgbClr val="538135"/>
                </a:solidFill>
                <a:effectLst/>
                <a:latin typeface="Lucida Console" panose="020B0609040504020204" pitchFamily="49" charset="0"/>
                <a:ea typeface="Calibri" panose="020F0502020204030204" pitchFamily="34" charset="0"/>
                <a:cs typeface="Times New Roman" panose="02020603050405020304" pitchFamily="18" charset="0"/>
              </a:rPr>
              <a:t>  </a:t>
            </a:r>
            <a:r>
              <a:rPr lang="en-US" sz="2400" kern="100" dirty="0" err="1">
                <a:solidFill>
                  <a:srgbClr val="538135"/>
                </a:solidFill>
                <a:effectLst/>
                <a:latin typeface="Lucida Console" panose="020B0609040504020204" pitchFamily="49" charset="0"/>
                <a:ea typeface="Calibri" panose="020F0502020204030204" pitchFamily="34" charset="0"/>
                <a:cs typeface="Times New Roman" panose="02020603050405020304" pitchFamily="18" charset="0"/>
              </a:rPr>
              <a:t>theme_gray</a:t>
            </a:r>
            <a:r>
              <a:rPr lang="en-US" sz="2400" kern="100" dirty="0">
                <a:solidFill>
                  <a:srgbClr val="538135"/>
                </a:solidFill>
                <a:effectLst/>
                <a:latin typeface="Lucida Console" panose="020B0609040504020204" pitchFamily="49" charset="0"/>
                <a:ea typeface="Calibri" panose="020F0502020204030204" pitchFamily="34" charset="0"/>
                <a:cs typeface="Times New Roman" panose="02020603050405020304" pitchFamily="18" charset="0"/>
              </a:rPr>
              <a:t>()</a:t>
            </a:r>
            <a:endParaRPr lang="en-US" sz="2400" kern="100" dirty="0">
              <a:effectLst/>
              <a:latin typeface="Calibri" panose="020F0502020204030204" pitchFamily="34" charset="0"/>
              <a:ea typeface="Calibri" panose="020F0502020204030204" pitchFamily="34" charset="0"/>
              <a:cs typeface="Times New Roman" panose="02020603050405020304" pitchFamily="18" charset="0"/>
            </a:endParaRPr>
          </a:p>
          <a:p>
            <a:pPr marL="0" marR="0" algn="just">
              <a:lnSpc>
                <a:spcPct val="107000"/>
              </a:lnSpc>
              <a:spcBef>
                <a:spcPts val="0"/>
              </a:spcBef>
              <a:spcAft>
                <a:spcPts val="800"/>
              </a:spcAft>
            </a:pPr>
            <a:r>
              <a:rPr lang="en-US" sz="2400" kern="100" dirty="0">
                <a:solidFill>
                  <a:srgbClr val="538135"/>
                </a:solidFill>
                <a:effectLst/>
                <a:latin typeface="Lucida Console" panose="020B0609040504020204" pitchFamily="49" charset="0"/>
                <a:ea typeface="Calibri" panose="020F0502020204030204" pitchFamily="34" charset="0"/>
                <a:cs typeface="Times New Roman" panose="02020603050405020304" pitchFamily="18" charset="0"/>
              </a:rPr>
              <a:t>fig_16</a:t>
            </a:r>
            <a:endParaRPr lang="en-US" sz="2400" kern="100" dirty="0">
              <a:effectLst/>
              <a:latin typeface="Calibri" panose="020F0502020204030204" pitchFamily="34" charset="0"/>
              <a:ea typeface="Calibri" panose="020F0502020204030204" pitchFamily="34" charset="0"/>
              <a:cs typeface="Times New Roman" panose="02020603050405020304" pitchFamily="18" charset="0"/>
            </a:endParaRPr>
          </a:p>
        </p:txBody>
      </p:sp>
      <p:pic>
        <p:nvPicPr>
          <p:cNvPr id="2" name="Picture 1">
            <a:extLst>
              <a:ext uri="{FF2B5EF4-FFF2-40B4-BE49-F238E27FC236}">
                <a16:creationId xmlns:a16="http://schemas.microsoft.com/office/drawing/2014/main" id="{CEB85DA5-5D77-F1F5-1E84-E12CC724B601}"/>
              </a:ext>
            </a:extLst>
          </p:cNvPr>
          <p:cNvPicPr>
            <a:picLocks noChangeAspect="1"/>
          </p:cNvPicPr>
          <p:nvPr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7174229" y="1443661"/>
            <a:ext cx="4329793" cy="3456361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237967327"/>
      </p:ext>
    </p:extLst>
  </p:cSld>
  <p:clrMapOvr>
    <a:masterClrMapping/>
  </p:clrMapOvr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extBox 3">
            <a:extLst>
              <a:ext uri="{FF2B5EF4-FFF2-40B4-BE49-F238E27FC236}">
                <a16:creationId xmlns:a16="http://schemas.microsoft.com/office/drawing/2014/main" id="{800BAD20-FC10-9441-A64B-C5AFBC3B66A2}"/>
              </a:ext>
            </a:extLst>
          </p:cNvPr>
          <p:cNvSpPr txBox="1"/>
          <p:nvPr/>
        </p:nvSpPr>
        <p:spPr>
          <a:xfrm>
            <a:off x="339634" y="402787"/>
            <a:ext cx="11373394" cy="605242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0" marR="0" algn="just">
              <a:lnSpc>
                <a:spcPct val="107000"/>
              </a:lnSpc>
              <a:spcBef>
                <a:spcPts val="0"/>
              </a:spcBef>
              <a:spcAft>
                <a:spcPts val="800"/>
              </a:spcAft>
            </a:pPr>
            <a:r>
              <a:rPr lang="en-US" sz="3000" b="1" kern="100" dirty="0">
                <a:effectLst/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Example 17: </a:t>
            </a:r>
            <a:r>
              <a:rPr lang="en-US" sz="3000" kern="100" dirty="0">
                <a:effectLst/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Create a scatter plot with x = </a:t>
            </a:r>
            <a:r>
              <a:rPr lang="en-US" sz="3000" kern="100" dirty="0" err="1">
                <a:effectLst/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bill_length_mm</a:t>
            </a:r>
            <a:r>
              <a:rPr lang="en-US" sz="3000" kern="100" dirty="0">
                <a:effectLst/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, y = </a:t>
            </a:r>
            <a:r>
              <a:rPr lang="en-US" sz="3000" kern="100" dirty="0" err="1">
                <a:effectLst/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bill_depth_mm</a:t>
            </a:r>
            <a:r>
              <a:rPr lang="en-US" sz="3000" kern="100" dirty="0">
                <a:effectLst/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, and species as the categorical variable. Use a black and white theme</a:t>
            </a:r>
            <a:endParaRPr lang="en-US" sz="3000" kern="100" dirty="0">
              <a:effectLst/>
              <a:latin typeface="Calibri" panose="020F0502020204030204" pitchFamily="34" charset="0"/>
              <a:ea typeface="Calibri" panose="020F0502020204030204" pitchFamily="34" charset="0"/>
              <a:cs typeface="Times New Roman" panose="02020603050405020304" pitchFamily="18" charset="0"/>
            </a:endParaRPr>
          </a:p>
          <a:p>
            <a:pPr marL="0" marR="0" algn="just">
              <a:lnSpc>
                <a:spcPct val="107000"/>
              </a:lnSpc>
              <a:spcBef>
                <a:spcPts val="0"/>
              </a:spcBef>
              <a:spcAft>
                <a:spcPts val="800"/>
              </a:spcAft>
            </a:pPr>
            <a:endParaRPr lang="en-US" sz="2500" kern="100" dirty="0">
              <a:solidFill>
                <a:srgbClr val="538135"/>
              </a:solidFill>
              <a:effectLst/>
              <a:latin typeface="Lucida Console" panose="020B0609040504020204" pitchFamily="49" charset="0"/>
              <a:ea typeface="Calibri" panose="020F0502020204030204" pitchFamily="34" charset="0"/>
              <a:cs typeface="Times New Roman" panose="02020603050405020304" pitchFamily="18" charset="0"/>
            </a:endParaRPr>
          </a:p>
          <a:p>
            <a:pPr marL="0" marR="0" algn="just">
              <a:lnSpc>
                <a:spcPct val="107000"/>
              </a:lnSpc>
              <a:spcBef>
                <a:spcPts val="0"/>
              </a:spcBef>
              <a:spcAft>
                <a:spcPts val="800"/>
              </a:spcAft>
            </a:pPr>
            <a:r>
              <a:rPr lang="en-US" sz="2400" kern="100" dirty="0">
                <a:solidFill>
                  <a:srgbClr val="538135"/>
                </a:solidFill>
                <a:effectLst/>
                <a:latin typeface="Lucida Console" panose="020B0609040504020204" pitchFamily="49" charset="0"/>
                <a:ea typeface="Calibri" panose="020F0502020204030204" pitchFamily="34" charset="0"/>
                <a:cs typeface="Times New Roman" panose="02020603050405020304" pitchFamily="18" charset="0"/>
              </a:rPr>
              <a:t>fig_17 &lt;- penguins %&gt;% </a:t>
            </a:r>
            <a:endParaRPr lang="en-US" sz="2400" kern="100" dirty="0">
              <a:effectLst/>
              <a:latin typeface="Calibri" panose="020F0502020204030204" pitchFamily="34" charset="0"/>
              <a:ea typeface="Calibri" panose="020F0502020204030204" pitchFamily="34" charset="0"/>
              <a:cs typeface="Times New Roman" panose="02020603050405020304" pitchFamily="18" charset="0"/>
            </a:endParaRPr>
          </a:p>
          <a:p>
            <a:pPr marL="0" marR="0" algn="just">
              <a:lnSpc>
                <a:spcPct val="107000"/>
              </a:lnSpc>
              <a:spcBef>
                <a:spcPts val="0"/>
              </a:spcBef>
              <a:spcAft>
                <a:spcPts val="800"/>
              </a:spcAft>
            </a:pPr>
            <a:r>
              <a:rPr lang="en-US" sz="2400" kern="100" dirty="0">
                <a:solidFill>
                  <a:srgbClr val="538135"/>
                </a:solidFill>
                <a:effectLst/>
                <a:latin typeface="Lucida Console" panose="020B0609040504020204" pitchFamily="49" charset="0"/>
                <a:ea typeface="Calibri" panose="020F0502020204030204" pitchFamily="34" charset="0"/>
                <a:cs typeface="Times New Roman" panose="02020603050405020304" pitchFamily="18" charset="0"/>
              </a:rPr>
              <a:t>  </a:t>
            </a:r>
            <a:r>
              <a:rPr lang="en-US" sz="2400" kern="100" dirty="0" err="1">
                <a:solidFill>
                  <a:srgbClr val="538135"/>
                </a:solidFill>
                <a:effectLst/>
                <a:latin typeface="Lucida Console" panose="020B0609040504020204" pitchFamily="49" charset="0"/>
                <a:ea typeface="Calibri" panose="020F0502020204030204" pitchFamily="34" charset="0"/>
                <a:cs typeface="Times New Roman" panose="02020603050405020304" pitchFamily="18" charset="0"/>
              </a:rPr>
              <a:t>ggplot</a:t>
            </a:r>
            <a:r>
              <a:rPr lang="en-US" sz="2400" kern="100" dirty="0">
                <a:solidFill>
                  <a:srgbClr val="538135"/>
                </a:solidFill>
                <a:effectLst/>
                <a:latin typeface="Lucida Console" panose="020B0609040504020204" pitchFamily="49" charset="0"/>
                <a:ea typeface="Calibri" panose="020F0502020204030204" pitchFamily="34" charset="0"/>
                <a:cs typeface="Times New Roman" panose="02020603050405020304" pitchFamily="18" charset="0"/>
              </a:rPr>
              <a:t>(</a:t>
            </a:r>
            <a:r>
              <a:rPr lang="en-US" sz="2400" kern="100" dirty="0" err="1">
                <a:solidFill>
                  <a:srgbClr val="538135"/>
                </a:solidFill>
                <a:effectLst/>
                <a:latin typeface="Lucida Console" panose="020B0609040504020204" pitchFamily="49" charset="0"/>
                <a:ea typeface="Calibri" panose="020F0502020204030204" pitchFamily="34" charset="0"/>
                <a:cs typeface="Times New Roman" panose="02020603050405020304" pitchFamily="18" charset="0"/>
              </a:rPr>
              <a:t>aes</a:t>
            </a:r>
            <a:r>
              <a:rPr lang="en-US" sz="2400" kern="100" dirty="0">
                <a:solidFill>
                  <a:srgbClr val="538135"/>
                </a:solidFill>
                <a:effectLst/>
                <a:latin typeface="Lucida Console" panose="020B0609040504020204" pitchFamily="49" charset="0"/>
                <a:ea typeface="Calibri" panose="020F0502020204030204" pitchFamily="34" charset="0"/>
                <a:cs typeface="Times New Roman" panose="02020603050405020304" pitchFamily="18" charset="0"/>
              </a:rPr>
              <a:t>(x = </a:t>
            </a:r>
            <a:r>
              <a:rPr lang="en-US" sz="2400" kern="100" dirty="0" err="1">
                <a:solidFill>
                  <a:srgbClr val="538135"/>
                </a:solidFill>
                <a:effectLst/>
                <a:latin typeface="Lucida Console" panose="020B0609040504020204" pitchFamily="49" charset="0"/>
                <a:ea typeface="Calibri" panose="020F0502020204030204" pitchFamily="34" charset="0"/>
                <a:cs typeface="Times New Roman" panose="02020603050405020304" pitchFamily="18" charset="0"/>
              </a:rPr>
              <a:t>bill_length_mm</a:t>
            </a:r>
            <a:r>
              <a:rPr lang="en-US" sz="2400" kern="100" dirty="0">
                <a:solidFill>
                  <a:srgbClr val="538135"/>
                </a:solidFill>
                <a:effectLst/>
                <a:latin typeface="Lucida Console" panose="020B0609040504020204" pitchFamily="49" charset="0"/>
                <a:ea typeface="Calibri" panose="020F0502020204030204" pitchFamily="34" charset="0"/>
                <a:cs typeface="Times New Roman" panose="02020603050405020304" pitchFamily="18" charset="0"/>
              </a:rPr>
              <a:t>, </a:t>
            </a:r>
          </a:p>
          <a:p>
            <a:pPr marL="0" marR="0" algn="just">
              <a:lnSpc>
                <a:spcPct val="107000"/>
              </a:lnSpc>
              <a:spcBef>
                <a:spcPts val="0"/>
              </a:spcBef>
              <a:spcAft>
                <a:spcPts val="800"/>
              </a:spcAft>
            </a:pPr>
            <a:r>
              <a:rPr lang="en-US" sz="2400" kern="100" dirty="0">
                <a:solidFill>
                  <a:srgbClr val="538135"/>
                </a:solidFill>
                <a:effectLst/>
                <a:latin typeface="Lucida Console" panose="020B0609040504020204" pitchFamily="49" charset="0"/>
                <a:ea typeface="Calibri" panose="020F0502020204030204" pitchFamily="34" charset="0"/>
                <a:cs typeface="Times New Roman" panose="02020603050405020304" pitchFamily="18" charset="0"/>
              </a:rPr>
              <a:t>             y = </a:t>
            </a:r>
            <a:r>
              <a:rPr lang="en-US" sz="2400" kern="100" dirty="0" err="1">
                <a:solidFill>
                  <a:srgbClr val="538135"/>
                </a:solidFill>
                <a:effectLst/>
                <a:latin typeface="Lucida Console" panose="020B0609040504020204" pitchFamily="49" charset="0"/>
                <a:ea typeface="Calibri" panose="020F0502020204030204" pitchFamily="34" charset="0"/>
                <a:cs typeface="Times New Roman" panose="02020603050405020304" pitchFamily="18" charset="0"/>
              </a:rPr>
              <a:t>bill_depth_mm</a:t>
            </a:r>
            <a:r>
              <a:rPr lang="en-US" sz="2400" kern="100" dirty="0">
                <a:solidFill>
                  <a:srgbClr val="538135"/>
                </a:solidFill>
                <a:effectLst/>
                <a:latin typeface="Lucida Console" panose="020B0609040504020204" pitchFamily="49" charset="0"/>
                <a:ea typeface="Calibri" panose="020F0502020204030204" pitchFamily="34" charset="0"/>
                <a:cs typeface="Times New Roman" panose="02020603050405020304" pitchFamily="18" charset="0"/>
              </a:rPr>
              <a:t>, </a:t>
            </a:r>
          </a:p>
          <a:p>
            <a:pPr marL="0" marR="0" algn="just">
              <a:lnSpc>
                <a:spcPct val="107000"/>
              </a:lnSpc>
              <a:spcBef>
                <a:spcPts val="0"/>
              </a:spcBef>
              <a:spcAft>
                <a:spcPts val="800"/>
              </a:spcAft>
            </a:pPr>
            <a:r>
              <a:rPr lang="en-US" sz="2400" kern="100" dirty="0">
                <a:solidFill>
                  <a:srgbClr val="538135"/>
                </a:solidFill>
                <a:effectLst/>
                <a:latin typeface="Lucida Console" panose="020B0609040504020204" pitchFamily="49" charset="0"/>
                <a:ea typeface="Calibri" panose="020F0502020204030204" pitchFamily="34" charset="0"/>
                <a:cs typeface="Times New Roman" panose="02020603050405020304" pitchFamily="18" charset="0"/>
              </a:rPr>
              <a:t>             color = species)) +</a:t>
            </a:r>
            <a:endParaRPr lang="en-US" sz="2400" kern="100" dirty="0">
              <a:effectLst/>
              <a:latin typeface="Calibri" panose="020F0502020204030204" pitchFamily="34" charset="0"/>
              <a:ea typeface="Calibri" panose="020F0502020204030204" pitchFamily="34" charset="0"/>
              <a:cs typeface="Times New Roman" panose="02020603050405020304" pitchFamily="18" charset="0"/>
            </a:endParaRPr>
          </a:p>
          <a:p>
            <a:pPr marL="0" marR="0" algn="just">
              <a:lnSpc>
                <a:spcPct val="107000"/>
              </a:lnSpc>
              <a:spcBef>
                <a:spcPts val="0"/>
              </a:spcBef>
              <a:spcAft>
                <a:spcPts val="800"/>
              </a:spcAft>
            </a:pPr>
            <a:r>
              <a:rPr lang="en-US" sz="2400" kern="100" dirty="0">
                <a:solidFill>
                  <a:srgbClr val="538135"/>
                </a:solidFill>
                <a:effectLst/>
                <a:latin typeface="Lucida Console" panose="020B0609040504020204" pitchFamily="49" charset="0"/>
                <a:ea typeface="Calibri" panose="020F0502020204030204" pitchFamily="34" charset="0"/>
                <a:cs typeface="Times New Roman" panose="02020603050405020304" pitchFamily="18" charset="0"/>
              </a:rPr>
              <a:t>  </a:t>
            </a:r>
            <a:r>
              <a:rPr lang="en-US" sz="2400" kern="100" dirty="0" err="1">
                <a:solidFill>
                  <a:srgbClr val="538135"/>
                </a:solidFill>
                <a:effectLst/>
                <a:latin typeface="Lucida Console" panose="020B0609040504020204" pitchFamily="49" charset="0"/>
                <a:ea typeface="Calibri" panose="020F0502020204030204" pitchFamily="34" charset="0"/>
                <a:cs typeface="Times New Roman" panose="02020603050405020304" pitchFamily="18" charset="0"/>
              </a:rPr>
              <a:t>geom_point</a:t>
            </a:r>
            <a:r>
              <a:rPr lang="en-US" sz="2400" kern="100" dirty="0">
                <a:solidFill>
                  <a:srgbClr val="538135"/>
                </a:solidFill>
                <a:effectLst/>
                <a:latin typeface="Lucida Console" panose="020B0609040504020204" pitchFamily="49" charset="0"/>
                <a:ea typeface="Calibri" panose="020F0502020204030204" pitchFamily="34" charset="0"/>
                <a:cs typeface="Times New Roman" panose="02020603050405020304" pitchFamily="18" charset="0"/>
              </a:rPr>
              <a:t>() +</a:t>
            </a:r>
            <a:endParaRPr lang="en-US" sz="2400" kern="100" dirty="0">
              <a:effectLst/>
              <a:latin typeface="Calibri" panose="020F0502020204030204" pitchFamily="34" charset="0"/>
              <a:ea typeface="Calibri" panose="020F0502020204030204" pitchFamily="34" charset="0"/>
              <a:cs typeface="Times New Roman" panose="02020603050405020304" pitchFamily="18" charset="0"/>
            </a:endParaRPr>
          </a:p>
          <a:p>
            <a:pPr marL="0" marR="0" algn="just">
              <a:lnSpc>
                <a:spcPct val="107000"/>
              </a:lnSpc>
              <a:spcBef>
                <a:spcPts val="0"/>
              </a:spcBef>
              <a:spcAft>
                <a:spcPts val="800"/>
              </a:spcAft>
            </a:pPr>
            <a:r>
              <a:rPr lang="en-US" sz="2400" kern="100" dirty="0">
                <a:solidFill>
                  <a:srgbClr val="538135"/>
                </a:solidFill>
                <a:effectLst/>
                <a:latin typeface="Lucida Console" panose="020B0609040504020204" pitchFamily="49" charset="0"/>
                <a:ea typeface="Calibri" panose="020F0502020204030204" pitchFamily="34" charset="0"/>
                <a:cs typeface="Times New Roman" panose="02020603050405020304" pitchFamily="18" charset="0"/>
              </a:rPr>
              <a:t>  </a:t>
            </a:r>
            <a:r>
              <a:rPr lang="en-US" sz="2400" kern="100" dirty="0" err="1">
                <a:solidFill>
                  <a:srgbClr val="538135"/>
                </a:solidFill>
                <a:effectLst/>
                <a:latin typeface="Lucida Console" panose="020B0609040504020204" pitchFamily="49" charset="0"/>
                <a:ea typeface="Calibri" panose="020F0502020204030204" pitchFamily="34" charset="0"/>
                <a:cs typeface="Times New Roman" panose="02020603050405020304" pitchFamily="18" charset="0"/>
              </a:rPr>
              <a:t>scale_color_manual</a:t>
            </a:r>
            <a:r>
              <a:rPr lang="en-US" sz="2400" kern="100" dirty="0">
                <a:solidFill>
                  <a:srgbClr val="538135"/>
                </a:solidFill>
                <a:effectLst/>
                <a:latin typeface="Lucida Console" panose="020B0609040504020204" pitchFamily="49" charset="0"/>
                <a:ea typeface="Calibri" panose="020F0502020204030204" pitchFamily="34" charset="0"/>
                <a:cs typeface="Times New Roman" panose="02020603050405020304" pitchFamily="18" charset="0"/>
              </a:rPr>
              <a:t>(values = c("red", "green", "blue")) + </a:t>
            </a:r>
            <a:endParaRPr lang="en-US" sz="2400" kern="100" dirty="0">
              <a:effectLst/>
              <a:latin typeface="Calibri" panose="020F0502020204030204" pitchFamily="34" charset="0"/>
              <a:ea typeface="Calibri" panose="020F0502020204030204" pitchFamily="34" charset="0"/>
              <a:cs typeface="Times New Roman" panose="02020603050405020304" pitchFamily="18" charset="0"/>
            </a:endParaRPr>
          </a:p>
          <a:p>
            <a:pPr marL="0" marR="0" algn="just">
              <a:lnSpc>
                <a:spcPct val="107000"/>
              </a:lnSpc>
              <a:spcBef>
                <a:spcPts val="0"/>
              </a:spcBef>
              <a:spcAft>
                <a:spcPts val="800"/>
              </a:spcAft>
            </a:pPr>
            <a:r>
              <a:rPr lang="en-US" sz="2400" kern="100" dirty="0">
                <a:solidFill>
                  <a:srgbClr val="538135"/>
                </a:solidFill>
                <a:effectLst/>
                <a:latin typeface="Lucida Console" panose="020B0609040504020204" pitchFamily="49" charset="0"/>
                <a:ea typeface="Calibri" panose="020F0502020204030204" pitchFamily="34" charset="0"/>
                <a:cs typeface="Times New Roman" panose="02020603050405020304" pitchFamily="18" charset="0"/>
              </a:rPr>
              <a:t>  </a:t>
            </a:r>
            <a:r>
              <a:rPr lang="en-US" sz="2400" kern="100" dirty="0" err="1">
                <a:solidFill>
                  <a:srgbClr val="538135"/>
                </a:solidFill>
                <a:effectLst/>
                <a:latin typeface="Lucida Console" panose="020B0609040504020204" pitchFamily="49" charset="0"/>
                <a:ea typeface="Calibri" panose="020F0502020204030204" pitchFamily="34" charset="0"/>
                <a:cs typeface="Times New Roman" panose="02020603050405020304" pitchFamily="18" charset="0"/>
              </a:rPr>
              <a:t>theme_bw</a:t>
            </a:r>
            <a:r>
              <a:rPr lang="en-US" sz="2400" kern="100" dirty="0">
                <a:solidFill>
                  <a:srgbClr val="538135"/>
                </a:solidFill>
                <a:effectLst/>
                <a:latin typeface="Lucida Console" panose="020B0609040504020204" pitchFamily="49" charset="0"/>
                <a:ea typeface="Calibri" panose="020F0502020204030204" pitchFamily="34" charset="0"/>
                <a:cs typeface="Times New Roman" panose="02020603050405020304" pitchFamily="18" charset="0"/>
              </a:rPr>
              <a:t>()</a:t>
            </a:r>
            <a:endParaRPr lang="en-US" sz="2400" kern="100" dirty="0">
              <a:effectLst/>
              <a:latin typeface="Calibri" panose="020F0502020204030204" pitchFamily="34" charset="0"/>
              <a:ea typeface="Calibri" panose="020F0502020204030204" pitchFamily="34" charset="0"/>
              <a:cs typeface="Times New Roman" panose="02020603050405020304" pitchFamily="18" charset="0"/>
            </a:endParaRPr>
          </a:p>
          <a:p>
            <a:pPr marL="0" marR="0" algn="just">
              <a:lnSpc>
                <a:spcPct val="107000"/>
              </a:lnSpc>
              <a:spcBef>
                <a:spcPts val="0"/>
              </a:spcBef>
              <a:spcAft>
                <a:spcPts val="800"/>
              </a:spcAft>
            </a:pPr>
            <a:r>
              <a:rPr lang="en-US" sz="2400" kern="100" dirty="0">
                <a:solidFill>
                  <a:srgbClr val="538135"/>
                </a:solidFill>
                <a:effectLst/>
                <a:latin typeface="Lucida Console" panose="020B0609040504020204" pitchFamily="49" charset="0"/>
                <a:ea typeface="Calibri" panose="020F0502020204030204" pitchFamily="34" charset="0"/>
                <a:cs typeface="Times New Roman" panose="02020603050405020304" pitchFamily="18" charset="0"/>
              </a:rPr>
              <a:t>fig_17</a:t>
            </a:r>
            <a:endParaRPr lang="en-US" sz="2400" kern="100" dirty="0">
              <a:effectLst/>
              <a:latin typeface="Calibri" panose="020F0502020204030204" pitchFamily="34" charset="0"/>
              <a:ea typeface="Calibri" panose="020F0502020204030204" pitchFamily="34" charset="0"/>
              <a:cs typeface="Times New Roman" panose="02020603050405020304" pitchFamily="18" charset="0"/>
            </a:endParaRPr>
          </a:p>
        </p:txBody>
      </p:sp>
      <p:pic>
        <p:nvPicPr>
          <p:cNvPr id="2" name="Picture 1">
            <a:extLst>
              <a:ext uri="{FF2B5EF4-FFF2-40B4-BE49-F238E27FC236}">
                <a16:creationId xmlns:a16="http://schemas.microsoft.com/office/drawing/2014/main" id="{55B87EB8-D932-A263-C4BA-173F94E5AAD3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7483203" y="1527086"/>
            <a:ext cx="4020820" cy="3349351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157657898"/>
      </p:ext>
    </p:extLst>
  </p:cSld>
  <p:clrMapOvr>
    <a:masterClrMapping/>
  </p:clrMapOvr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extBox 3">
            <a:extLst>
              <a:ext uri="{FF2B5EF4-FFF2-40B4-BE49-F238E27FC236}">
                <a16:creationId xmlns:a16="http://schemas.microsoft.com/office/drawing/2014/main" id="{62C45872-909D-EBF1-EB90-C0B4439C6855}"/>
              </a:ext>
            </a:extLst>
          </p:cNvPr>
          <p:cNvSpPr txBox="1"/>
          <p:nvPr/>
        </p:nvSpPr>
        <p:spPr>
          <a:xfrm>
            <a:off x="357051" y="190592"/>
            <a:ext cx="11268892" cy="60359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0" marR="0" algn="just">
              <a:lnSpc>
                <a:spcPct val="107000"/>
              </a:lnSpc>
              <a:spcBef>
                <a:spcPts val="0"/>
              </a:spcBef>
              <a:spcAft>
                <a:spcPts val="800"/>
              </a:spcAft>
            </a:pPr>
            <a:r>
              <a:rPr lang="en-US" sz="3000" b="1" kern="100" dirty="0">
                <a:effectLst/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Example 18:</a:t>
            </a:r>
            <a:r>
              <a:rPr lang="en-US" sz="3000" kern="100" dirty="0">
                <a:effectLst/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 Create a scatter plot with x = </a:t>
            </a:r>
            <a:r>
              <a:rPr lang="en-US" sz="3000" kern="100" dirty="0" err="1">
                <a:effectLst/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bill_length_mm</a:t>
            </a:r>
            <a:r>
              <a:rPr lang="en-US" sz="3000" kern="100" dirty="0">
                <a:effectLst/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, y = </a:t>
            </a:r>
            <a:r>
              <a:rPr lang="en-US" sz="3000" kern="100" dirty="0" err="1">
                <a:effectLst/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bill_depth_mm</a:t>
            </a:r>
            <a:r>
              <a:rPr lang="en-US" sz="3000" kern="100" dirty="0">
                <a:effectLst/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, and species as the categorical variable. Use a minimal theme.</a:t>
            </a:r>
            <a:endParaRPr lang="en-US" sz="3000" kern="100" dirty="0">
              <a:effectLst/>
              <a:latin typeface="Calibri" panose="020F0502020204030204" pitchFamily="34" charset="0"/>
              <a:ea typeface="Calibri" panose="020F0502020204030204" pitchFamily="34" charset="0"/>
              <a:cs typeface="Times New Roman" panose="02020603050405020304" pitchFamily="18" charset="0"/>
            </a:endParaRPr>
          </a:p>
          <a:p>
            <a:pPr marL="0" marR="0" algn="just">
              <a:lnSpc>
                <a:spcPct val="107000"/>
              </a:lnSpc>
              <a:spcBef>
                <a:spcPts val="0"/>
              </a:spcBef>
              <a:spcAft>
                <a:spcPts val="800"/>
              </a:spcAft>
            </a:pPr>
            <a:endParaRPr lang="en-US" sz="2400" kern="100" dirty="0">
              <a:solidFill>
                <a:srgbClr val="538135"/>
              </a:solidFill>
              <a:effectLst/>
              <a:latin typeface="Lucida Console" panose="020B0609040504020204" pitchFamily="49" charset="0"/>
              <a:ea typeface="Calibri" panose="020F0502020204030204" pitchFamily="34" charset="0"/>
              <a:cs typeface="Times New Roman" panose="02020603050405020304" pitchFamily="18" charset="0"/>
            </a:endParaRPr>
          </a:p>
          <a:p>
            <a:pPr marL="0" marR="0" algn="just">
              <a:lnSpc>
                <a:spcPct val="107000"/>
              </a:lnSpc>
              <a:spcBef>
                <a:spcPts val="0"/>
              </a:spcBef>
              <a:spcAft>
                <a:spcPts val="800"/>
              </a:spcAft>
            </a:pPr>
            <a:r>
              <a:rPr lang="en-US" sz="2400" kern="100" dirty="0">
                <a:solidFill>
                  <a:srgbClr val="538135"/>
                </a:solidFill>
                <a:effectLst/>
                <a:latin typeface="Lucida Console" panose="020B0609040504020204" pitchFamily="49" charset="0"/>
                <a:ea typeface="Calibri" panose="020F0502020204030204" pitchFamily="34" charset="0"/>
                <a:cs typeface="Times New Roman" panose="02020603050405020304" pitchFamily="18" charset="0"/>
              </a:rPr>
              <a:t>fig_18 &lt;- penguins %&gt;% </a:t>
            </a:r>
            <a:endParaRPr lang="en-US" sz="2400" kern="100" dirty="0">
              <a:effectLst/>
              <a:latin typeface="Calibri" panose="020F0502020204030204" pitchFamily="34" charset="0"/>
              <a:ea typeface="Calibri" panose="020F0502020204030204" pitchFamily="34" charset="0"/>
              <a:cs typeface="Times New Roman" panose="02020603050405020304" pitchFamily="18" charset="0"/>
            </a:endParaRPr>
          </a:p>
          <a:p>
            <a:pPr marL="0" marR="0" algn="just">
              <a:lnSpc>
                <a:spcPct val="107000"/>
              </a:lnSpc>
              <a:spcBef>
                <a:spcPts val="0"/>
              </a:spcBef>
              <a:spcAft>
                <a:spcPts val="800"/>
              </a:spcAft>
            </a:pPr>
            <a:r>
              <a:rPr lang="en-US" sz="2400" kern="100" dirty="0">
                <a:solidFill>
                  <a:srgbClr val="538135"/>
                </a:solidFill>
                <a:effectLst/>
                <a:latin typeface="Lucida Console" panose="020B0609040504020204" pitchFamily="49" charset="0"/>
                <a:ea typeface="Calibri" panose="020F0502020204030204" pitchFamily="34" charset="0"/>
                <a:cs typeface="Times New Roman" panose="02020603050405020304" pitchFamily="18" charset="0"/>
              </a:rPr>
              <a:t>  </a:t>
            </a:r>
            <a:r>
              <a:rPr lang="en-US" sz="2400" kern="100" dirty="0" err="1">
                <a:solidFill>
                  <a:srgbClr val="538135"/>
                </a:solidFill>
                <a:effectLst/>
                <a:latin typeface="Lucida Console" panose="020B0609040504020204" pitchFamily="49" charset="0"/>
                <a:ea typeface="Calibri" panose="020F0502020204030204" pitchFamily="34" charset="0"/>
                <a:cs typeface="Times New Roman" panose="02020603050405020304" pitchFamily="18" charset="0"/>
              </a:rPr>
              <a:t>ggplot</a:t>
            </a:r>
            <a:r>
              <a:rPr lang="en-US" sz="2400" kern="100" dirty="0">
                <a:solidFill>
                  <a:srgbClr val="538135"/>
                </a:solidFill>
                <a:effectLst/>
                <a:latin typeface="Lucida Console" panose="020B0609040504020204" pitchFamily="49" charset="0"/>
                <a:ea typeface="Calibri" panose="020F0502020204030204" pitchFamily="34" charset="0"/>
                <a:cs typeface="Times New Roman" panose="02020603050405020304" pitchFamily="18" charset="0"/>
              </a:rPr>
              <a:t>(</a:t>
            </a:r>
            <a:r>
              <a:rPr lang="en-US" sz="2400" kern="100" dirty="0" err="1">
                <a:solidFill>
                  <a:srgbClr val="538135"/>
                </a:solidFill>
                <a:effectLst/>
                <a:latin typeface="Lucida Console" panose="020B0609040504020204" pitchFamily="49" charset="0"/>
                <a:ea typeface="Calibri" panose="020F0502020204030204" pitchFamily="34" charset="0"/>
                <a:cs typeface="Times New Roman" panose="02020603050405020304" pitchFamily="18" charset="0"/>
              </a:rPr>
              <a:t>aes</a:t>
            </a:r>
            <a:r>
              <a:rPr lang="en-US" sz="2400" kern="100" dirty="0">
                <a:solidFill>
                  <a:srgbClr val="538135"/>
                </a:solidFill>
                <a:effectLst/>
                <a:latin typeface="Lucida Console" panose="020B0609040504020204" pitchFamily="49" charset="0"/>
                <a:ea typeface="Calibri" panose="020F0502020204030204" pitchFamily="34" charset="0"/>
                <a:cs typeface="Times New Roman" panose="02020603050405020304" pitchFamily="18" charset="0"/>
              </a:rPr>
              <a:t>(x = </a:t>
            </a:r>
            <a:r>
              <a:rPr lang="en-US" sz="2400" kern="100" dirty="0" err="1">
                <a:solidFill>
                  <a:srgbClr val="538135"/>
                </a:solidFill>
                <a:effectLst/>
                <a:latin typeface="Lucida Console" panose="020B0609040504020204" pitchFamily="49" charset="0"/>
                <a:ea typeface="Calibri" panose="020F0502020204030204" pitchFamily="34" charset="0"/>
                <a:cs typeface="Times New Roman" panose="02020603050405020304" pitchFamily="18" charset="0"/>
              </a:rPr>
              <a:t>bill_length_mm</a:t>
            </a:r>
            <a:r>
              <a:rPr lang="en-US" sz="2400" kern="100" dirty="0">
                <a:solidFill>
                  <a:srgbClr val="538135"/>
                </a:solidFill>
                <a:effectLst/>
                <a:latin typeface="Lucida Console" panose="020B0609040504020204" pitchFamily="49" charset="0"/>
                <a:ea typeface="Calibri" panose="020F0502020204030204" pitchFamily="34" charset="0"/>
                <a:cs typeface="Times New Roman" panose="02020603050405020304" pitchFamily="18" charset="0"/>
              </a:rPr>
              <a:t>, </a:t>
            </a:r>
          </a:p>
          <a:p>
            <a:pPr marL="0" marR="0" algn="just">
              <a:lnSpc>
                <a:spcPct val="107000"/>
              </a:lnSpc>
              <a:spcBef>
                <a:spcPts val="0"/>
              </a:spcBef>
              <a:spcAft>
                <a:spcPts val="800"/>
              </a:spcAft>
            </a:pPr>
            <a:r>
              <a:rPr lang="en-US" sz="2400" kern="100" dirty="0">
                <a:solidFill>
                  <a:srgbClr val="538135"/>
                </a:solidFill>
                <a:effectLst/>
                <a:latin typeface="Lucida Console" panose="020B0609040504020204" pitchFamily="49" charset="0"/>
                <a:ea typeface="Calibri" panose="020F0502020204030204" pitchFamily="34" charset="0"/>
                <a:cs typeface="Times New Roman" panose="02020603050405020304" pitchFamily="18" charset="0"/>
              </a:rPr>
              <a:t>             y = </a:t>
            </a:r>
            <a:r>
              <a:rPr lang="en-US" sz="2400" kern="100" dirty="0" err="1">
                <a:solidFill>
                  <a:srgbClr val="538135"/>
                </a:solidFill>
                <a:effectLst/>
                <a:latin typeface="Lucida Console" panose="020B0609040504020204" pitchFamily="49" charset="0"/>
                <a:ea typeface="Calibri" panose="020F0502020204030204" pitchFamily="34" charset="0"/>
                <a:cs typeface="Times New Roman" panose="02020603050405020304" pitchFamily="18" charset="0"/>
              </a:rPr>
              <a:t>bill_depth_mm</a:t>
            </a:r>
            <a:r>
              <a:rPr lang="en-US" sz="2400" kern="100" dirty="0">
                <a:solidFill>
                  <a:srgbClr val="538135"/>
                </a:solidFill>
                <a:effectLst/>
                <a:latin typeface="Lucida Console" panose="020B0609040504020204" pitchFamily="49" charset="0"/>
                <a:ea typeface="Calibri" panose="020F0502020204030204" pitchFamily="34" charset="0"/>
                <a:cs typeface="Times New Roman" panose="02020603050405020304" pitchFamily="18" charset="0"/>
              </a:rPr>
              <a:t>, </a:t>
            </a:r>
          </a:p>
          <a:p>
            <a:pPr marL="0" marR="0" algn="just">
              <a:lnSpc>
                <a:spcPct val="107000"/>
              </a:lnSpc>
              <a:spcBef>
                <a:spcPts val="0"/>
              </a:spcBef>
              <a:spcAft>
                <a:spcPts val="800"/>
              </a:spcAft>
            </a:pPr>
            <a:r>
              <a:rPr lang="en-US" sz="2400" kern="100" dirty="0">
                <a:solidFill>
                  <a:srgbClr val="538135"/>
                </a:solidFill>
                <a:effectLst/>
                <a:latin typeface="Lucida Console" panose="020B0609040504020204" pitchFamily="49" charset="0"/>
                <a:ea typeface="Calibri" panose="020F0502020204030204" pitchFamily="34" charset="0"/>
                <a:cs typeface="Times New Roman" panose="02020603050405020304" pitchFamily="18" charset="0"/>
              </a:rPr>
              <a:t>             color = species)) +</a:t>
            </a:r>
            <a:endParaRPr lang="en-US" sz="2400" kern="100" dirty="0">
              <a:effectLst/>
              <a:latin typeface="Calibri" panose="020F0502020204030204" pitchFamily="34" charset="0"/>
              <a:ea typeface="Calibri" panose="020F0502020204030204" pitchFamily="34" charset="0"/>
              <a:cs typeface="Times New Roman" panose="02020603050405020304" pitchFamily="18" charset="0"/>
            </a:endParaRPr>
          </a:p>
          <a:p>
            <a:pPr marL="0" marR="0" algn="just">
              <a:lnSpc>
                <a:spcPct val="107000"/>
              </a:lnSpc>
              <a:spcBef>
                <a:spcPts val="0"/>
              </a:spcBef>
              <a:spcAft>
                <a:spcPts val="800"/>
              </a:spcAft>
            </a:pPr>
            <a:r>
              <a:rPr lang="en-US" sz="2400" kern="100" dirty="0">
                <a:solidFill>
                  <a:srgbClr val="538135"/>
                </a:solidFill>
                <a:effectLst/>
                <a:latin typeface="Lucida Console" panose="020B0609040504020204" pitchFamily="49" charset="0"/>
                <a:ea typeface="Calibri" panose="020F0502020204030204" pitchFamily="34" charset="0"/>
                <a:cs typeface="Times New Roman" panose="02020603050405020304" pitchFamily="18" charset="0"/>
              </a:rPr>
              <a:t>  </a:t>
            </a:r>
            <a:r>
              <a:rPr lang="en-US" sz="2400" kern="100" dirty="0" err="1">
                <a:solidFill>
                  <a:srgbClr val="538135"/>
                </a:solidFill>
                <a:effectLst/>
                <a:latin typeface="Lucida Console" panose="020B0609040504020204" pitchFamily="49" charset="0"/>
                <a:ea typeface="Calibri" panose="020F0502020204030204" pitchFamily="34" charset="0"/>
                <a:cs typeface="Times New Roman" panose="02020603050405020304" pitchFamily="18" charset="0"/>
              </a:rPr>
              <a:t>geom_point</a:t>
            </a:r>
            <a:r>
              <a:rPr lang="en-US" sz="2400" kern="100" dirty="0">
                <a:solidFill>
                  <a:srgbClr val="538135"/>
                </a:solidFill>
                <a:effectLst/>
                <a:latin typeface="Lucida Console" panose="020B0609040504020204" pitchFamily="49" charset="0"/>
                <a:ea typeface="Calibri" panose="020F0502020204030204" pitchFamily="34" charset="0"/>
                <a:cs typeface="Times New Roman" panose="02020603050405020304" pitchFamily="18" charset="0"/>
              </a:rPr>
              <a:t>() +</a:t>
            </a:r>
            <a:endParaRPr lang="en-US" sz="2400" kern="100" dirty="0">
              <a:effectLst/>
              <a:latin typeface="Calibri" panose="020F0502020204030204" pitchFamily="34" charset="0"/>
              <a:ea typeface="Calibri" panose="020F0502020204030204" pitchFamily="34" charset="0"/>
              <a:cs typeface="Times New Roman" panose="02020603050405020304" pitchFamily="18" charset="0"/>
            </a:endParaRPr>
          </a:p>
          <a:p>
            <a:pPr marL="0" marR="0" algn="just">
              <a:lnSpc>
                <a:spcPct val="107000"/>
              </a:lnSpc>
              <a:spcBef>
                <a:spcPts val="0"/>
              </a:spcBef>
              <a:spcAft>
                <a:spcPts val="800"/>
              </a:spcAft>
            </a:pPr>
            <a:r>
              <a:rPr lang="en-US" sz="2400" kern="100" dirty="0">
                <a:solidFill>
                  <a:srgbClr val="538135"/>
                </a:solidFill>
                <a:effectLst/>
                <a:latin typeface="Lucida Console" panose="020B0609040504020204" pitchFamily="49" charset="0"/>
                <a:ea typeface="Calibri" panose="020F0502020204030204" pitchFamily="34" charset="0"/>
                <a:cs typeface="Times New Roman" panose="02020603050405020304" pitchFamily="18" charset="0"/>
              </a:rPr>
              <a:t>  </a:t>
            </a:r>
            <a:r>
              <a:rPr lang="en-US" sz="2400" kern="100" dirty="0" err="1">
                <a:solidFill>
                  <a:srgbClr val="538135"/>
                </a:solidFill>
                <a:effectLst/>
                <a:latin typeface="Lucida Console" panose="020B0609040504020204" pitchFamily="49" charset="0"/>
                <a:ea typeface="Calibri" panose="020F0502020204030204" pitchFamily="34" charset="0"/>
                <a:cs typeface="Times New Roman" panose="02020603050405020304" pitchFamily="18" charset="0"/>
              </a:rPr>
              <a:t>scale_color_manual</a:t>
            </a:r>
            <a:r>
              <a:rPr lang="en-US" sz="2400" kern="100" dirty="0">
                <a:solidFill>
                  <a:srgbClr val="538135"/>
                </a:solidFill>
                <a:effectLst/>
                <a:latin typeface="Lucida Console" panose="020B0609040504020204" pitchFamily="49" charset="0"/>
                <a:ea typeface="Calibri" panose="020F0502020204030204" pitchFamily="34" charset="0"/>
                <a:cs typeface="Times New Roman" panose="02020603050405020304" pitchFamily="18" charset="0"/>
              </a:rPr>
              <a:t>(values = c("red", "green", "blue")) + </a:t>
            </a:r>
            <a:endParaRPr lang="en-US" sz="2400" kern="100" dirty="0">
              <a:effectLst/>
              <a:latin typeface="Calibri" panose="020F0502020204030204" pitchFamily="34" charset="0"/>
              <a:ea typeface="Calibri" panose="020F0502020204030204" pitchFamily="34" charset="0"/>
              <a:cs typeface="Times New Roman" panose="02020603050405020304" pitchFamily="18" charset="0"/>
            </a:endParaRPr>
          </a:p>
          <a:p>
            <a:pPr marL="0" marR="0" algn="just">
              <a:lnSpc>
                <a:spcPct val="107000"/>
              </a:lnSpc>
              <a:spcBef>
                <a:spcPts val="0"/>
              </a:spcBef>
              <a:spcAft>
                <a:spcPts val="800"/>
              </a:spcAft>
            </a:pPr>
            <a:r>
              <a:rPr lang="en-US" sz="2400" kern="100" dirty="0">
                <a:solidFill>
                  <a:srgbClr val="538135"/>
                </a:solidFill>
                <a:effectLst/>
                <a:latin typeface="Lucida Console" panose="020B0609040504020204" pitchFamily="49" charset="0"/>
                <a:ea typeface="Calibri" panose="020F0502020204030204" pitchFamily="34" charset="0"/>
                <a:cs typeface="Times New Roman" panose="02020603050405020304" pitchFamily="18" charset="0"/>
              </a:rPr>
              <a:t>  </a:t>
            </a:r>
            <a:r>
              <a:rPr lang="en-US" sz="2400" kern="100" dirty="0" err="1">
                <a:solidFill>
                  <a:srgbClr val="538135"/>
                </a:solidFill>
                <a:effectLst/>
                <a:latin typeface="Lucida Console" panose="020B0609040504020204" pitchFamily="49" charset="0"/>
                <a:ea typeface="Calibri" panose="020F0502020204030204" pitchFamily="34" charset="0"/>
                <a:cs typeface="Times New Roman" panose="02020603050405020304" pitchFamily="18" charset="0"/>
              </a:rPr>
              <a:t>theme_minimal</a:t>
            </a:r>
            <a:r>
              <a:rPr lang="en-US" sz="2400" kern="100" dirty="0">
                <a:solidFill>
                  <a:srgbClr val="538135"/>
                </a:solidFill>
                <a:effectLst/>
                <a:latin typeface="Lucida Console" panose="020B0609040504020204" pitchFamily="49" charset="0"/>
                <a:ea typeface="Calibri" panose="020F0502020204030204" pitchFamily="34" charset="0"/>
                <a:cs typeface="Times New Roman" panose="02020603050405020304" pitchFamily="18" charset="0"/>
              </a:rPr>
              <a:t>()</a:t>
            </a:r>
            <a:endParaRPr lang="en-US" sz="2400" kern="100" dirty="0">
              <a:effectLst/>
              <a:latin typeface="Calibri" panose="020F0502020204030204" pitchFamily="34" charset="0"/>
              <a:ea typeface="Calibri" panose="020F0502020204030204" pitchFamily="34" charset="0"/>
              <a:cs typeface="Times New Roman" panose="02020603050405020304" pitchFamily="18" charset="0"/>
            </a:endParaRPr>
          </a:p>
          <a:p>
            <a:pPr marL="0" marR="0" algn="just">
              <a:lnSpc>
                <a:spcPct val="107000"/>
              </a:lnSpc>
              <a:spcBef>
                <a:spcPts val="0"/>
              </a:spcBef>
              <a:spcAft>
                <a:spcPts val="800"/>
              </a:spcAft>
            </a:pPr>
            <a:r>
              <a:rPr lang="en-US" sz="2400" kern="100" dirty="0">
                <a:solidFill>
                  <a:srgbClr val="538135"/>
                </a:solidFill>
                <a:effectLst/>
                <a:latin typeface="Lucida Console" panose="020B0609040504020204" pitchFamily="49" charset="0"/>
                <a:ea typeface="Calibri" panose="020F0502020204030204" pitchFamily="34" charset="0"/>
                <a:cs typeface="Times New Roman" panose="02020603050405020304" pitchFamily="18" charset="0"/>
              </a:rPr>
              <a:t>fig_18</a:t>
            </a:r>
            <a:endParaRPr lang="en-US" sz="2400" kern="100" dirty="0">
              <a:effectLst/>
              <a:latin typeface="Calibri" panose="020F0502020204030204" pitchFamily="34" charset="0"/>
              <a:ea typeface="Calibri" panose="020F0502020204030204" pitchFamily="34" charset="0"/>
              <a:cs typeface="Times New Roman" panose="02020603050405020304" pitchFamily="18" charset="0"/>
            </a:endParaRPr>
          </a:p>
        </p:txBody>
      </p:sp>
      <p:pic>
        <p:nvPicPr>
          <p:cNvPr id="2" name="Picture 1">
            <a:extLst>
              <a:ext uri="{FF2B5EF4-FFF2-40B4-BE49-F238E27FC236}">
                <a16:creationId xmlns:a16="http://schemas.microsoft.com/office/drawing/2014/main" id="{D2AD2F1A-B1B7-DFA1-ADFE-A0240C6F7971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7060565" y="1323069"/>
            <a:ext cx="4042864" cy="3360192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254756078"/>
      </p:ext>
    </p:extLst>
  </p:cSld>
  <p:clrMapOvr>
    <a:masterClrMapping/>
  </p:clrMapOvr>
</p:sld>
</file>

<file path=ppt/slides/slide2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extBox 3">
            <a:extLst>
              <a:ext uri="{FF2B5EF4-FFF2-40B4-BE49-F238E27FC236}">
                <a16:creationId xmlns:a16="http://schemas.microsoft.com/office/drawing/2014/main" id="{27DEA2D5-1077-6861-DBAE-7606F31314F8}"/>
              </a:ext>
            </a:extLst>
          </p:cNvPr>
          <p:cNvSpPr txBox="1"/>
          <p:nvPr/>
        </p:nvSpPr>
        <p:spPr>
          <a:xfrm>
            <a:off x="470262" y="313332"/>
            <a:ext cx="11146971" cy="613475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0" marR="0" algn="just">
              <a:lnSpc>
                <a:spcPct val="107000"/>
              </a:lnSpc>
              <a:spcBef>
                <a:spcPts val="0"/>
              </a:spcBef>
              <a:spcAft>
                <a:spcPts val="800"/>
              </a:spcAft>
            </a:pPr>
            <a:r>
              <a:rPr lang="en-US" sz="3000" b="1" kern="100" dirty="0">
                <a:effectLst/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Example 19: </a:t>
            </a:r>
            <a:r>
              <a:rPr lang="en-US" sz="3000" kern="100" dirty="0">
                <a:effectLst/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Create a scatter plot with x = </a:t>
            </a:r>
            <a:r>
              <a:rPr lang="en-US" sz="3000" kern="100" dirty="0" err="1">
                <a:effectLst/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bill_length_mm</a:t>
            </a:r>
            <a:r>
              <a:rPr lang="en-US" sz="3000" kern="100" dirty="0">
                <a:effectLst/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, y = </a:t>
            </a:r>
            <a:r>
              <a:rPr lang="en-US" sz="3000" kern="100" dirty="0" err="1">
                <a:effectLst/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bill_depth_mm</a:t>
            </a:r>
            <a:r>
              <a:rPr lang="en-US" sz="3000" kern="100" dirty="0">
                <a:effectLst/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, and species as the categorical variable. Use a void theme.</a:t>
            </a:r>
            <a:endParaRPr lang="en-US" sz="3000" kern="100" dirty="0">
              <a:effectLst/>
              <a:latin typeface="Calibri" panose="020F0502020204030204" pitchFamily="34" charset="0"/>
              <a:ea typeface="Calibri" panose="020F0502020204030204" pitchFamily="34" charset="0"/>
              <a:cs typeface="Times New Roman" panose="02020603050405020304" pitchFamily="18" charset="0"/>
            </a:endParaRPr>
          </a:p>
          <a:p>
            <a:pPr marL="0" marR="0" algn="just">
              <a:lnSpc>
                <a:spcPct val="107000"/>
              </a:lnSpc>
              <a:spcBef>
                <a:spcPts val="0"/>
              </a:spcBef>
              <a:spcAft>
                <a:spcPts val="800"/>
              </a:spcAft>
            </a:pPr>
            <a:r>
              <a:rPr lang="en-US" sz="3000" kern="100" dirty="0">
                <a:effectLst/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 </a:t>
            </a:r>
            <a:endParaRPr lang="en-US" sz="3000" kern="100" dirty="0">
              <a:effectLst/>
              <a:latin typeface="Calibri" panose="020F0502020204030204" pitchFamily="34" charset="0"/>
              <a:ea typeface="Calibri" panose="020F0502020204030204" pitchFamily="34" charset="0"/>
              <a:cs typeface="Times New Roman" panose="02020603050405020304" pitchFamily="18" charset="0"/>
            </a:endParaRPr>
          </a:p>
          <a:p>
            <a:pPr marL="0" marR="0" algn="just">
              <a:lnSpc>
                <a:spcPct val="107000"/>
              </a:lnSpc>
              <a:spcBef>
                <a:spcPts val="0"/>
              </a:spcBef>
              <a:spcAft>
                <a:spcPts val="800"/>
              </a:spcAft>
            </a:pPr>
            <a:r>
              <a:rPr lang="en-US" sz="2400" kern="100" dirty="0">
                <a:solidFill>
                  <a:srgbClr val="538135"/>
                </a:solidFill>
                <a:effectLst/>
                <a:latin typeface="Lucida Console" panose="020B0609040504020204" pitchFamily="49" charset="0"/>
                <a:ea typeface="Calibri" panose="020F0502020204030204" pitchFamily="34" charset="0"/>
                <a:cs typeface="Times New Roman" panose="02020603050405020304" pitchFamily="18" charset="0"/>
              </a:rPr>
              <a:t>fig_19 &lt;- penguins %&gt;% </a:t>
            </a:r>
            <a:endParaRPr lang="en-US" sz="2400" kern="100" dirty="0">
              <a:effectLst/>
              <a:latin typeface="Calibri" panose="020F0502020204030204" pitchFamily="34" charset="0"/>
              <a:ea typeface="Calibri" panose="020F0502020204030204" pitchFamily="34" charset="0"/>
              <a:cs typeface="Times New Roman" panose="02020603050405020304" pitchFamily="18" charset="0"/>
            </a:endParaRPr>
          </a:p>
          <a:p>
            <a:pPr marL="0" marR="0" algn="just">
              <a:lnSpc>
                <a:spcPct val="107000"/>
              </a:lnSpc>
              <a:spcBef>
                <a:spcPts val="0"/>
              </a:spcBef>
              <a:spcAft>
                <a:spcPts val="800"/>
              </a:spcAft>
            </a:pPr>
            <a:r>
              <a:rPr lang="en-US" sz="2400" kern="100" dirty="0">
                <a:solidFill>
                  <a:srgbClr val="538135"/>
                </a:solidFill>
                <a:effectLst/>
                <a:latin typeface="Lucida Console" panose="020B0609040504020204" pitchFamily="49" charset="0"/>
                <a:ea typeface="Calibri" panose="020F0502020204030204" pitchFamily="34" charset="0"/>
                <a:cs typeface="Times New Roman" panose="02020603050405020304" pitchFamily="18" charset="0"/>
              </a:rPr>
              <a:t>  </a:t>
            </a:r>
            <a:r>
              <a:rPr lang="en-US" sz="2400" kern="100" dirty="0" err="1">
                <a:solidFill>
                  <a:srgbClr val="538135"/>
                </a:solidFill>
                <a:effectLst/>
                <a:latin typeface="Lucida Console" panose="020B0609040504020204" pitchFamily="49" charset="0"/>
                <a:ea typeface="Calibri" panose="020F0502020204030204" pitchFamily="34" charset="0"/>
                <a:cs typeface="Times New Roman" panose="02020603050405020304" pitchFamily="18" charset="0"/>
              </a:rPr>
              <a:t>ggplot</a:t>
            </a:r>
            <a:r>
              <a:rPr lang="en-US" sz="2400" kern="100" dirty="0">
                <a:solidFill>
                  <a:srgbClr val="538135"/>
                </a:solidFill>
                <a:effectLst/>
                <a:latin typeface="Lucida Console" panose="020B0609040504020204" pitchFamily="49" charset="0"/>
                <a:ea typeface="Calibri" panose="020F0502020204030204" pitchFamily="34" charset="0"/>
                <a:cs typeface="Times New Roman" panose="02020603050405020304" pitchFamily="18" charset="0"/>
              </a:rPr>
              <a:t>(</a:t>
            </a:r>
            <a:r>
              <a:rPr lang="en-US" sz="2400" kern="100" dirty="0" err="1">
                <a:solidFill>
                  <a:srgbClr val="538135"/>
                </a:solidFill>
                <a:effectLst/>
                <a:latin typeface="Lucida Console" panose="020B0609040504020204" pitchFamily="49" charset="0"/>
                <a:ea typeface="Calibri" panose="020F0502020204030204" pitchFamily="34" charset="0"/>
                <a:cs typeface="Times New Roman" panose="02020603050405020304" pitchFamily="18" charset="0"/>
              </a:rPr>
              <a:t>aes</a:t>
            </a:r>
            <a:r>
              <a:rPr lang="en-US" sz="2400" kern="100" dirty="0">
                <a:solidFill>
                  <a:srgbClr val="538135"/>
                </a:solidFill>
                <a:effectLst/>
                <a:latin typeface="Lucida Console" panose="020B0609040504020204" pitchFamily="49" charset="0"/>
                <a:ea typeface="Calibri" panose="020F0502020204030204" pitchFamily="34" charset="0"/>
                <a:cs typeface="Times New Roman" panose="02020603050405020304" pitchFamily="18" charset="0"/>
              </a:rPr>
              <a:t>(x = </a:t>
            </a:r>
            <a:r>
              <a:rPr lang="en-US" sz="2400" kern="100" dirty="0" err="1">
                <a:solidFill>
                  <a:srgbClr val="538135"/>
                </a:solidFill>
                <a:effectLst/>
                <a:latin typeface="Lucida Console" panose="020B0609040504020204" pitchFamily="49" charset="0"/>
                <a:ea typeface="Calibri" panose="020F0502020204030204" pitchFamily="34" charset="0"/>
                <a:cs typeface="Times New Roman" panose="02020603050405020304" pitchFamily="18" charset="0"/>
              </a:rPr>
              <a:t>bill_length_mm</a:t>
            </a:r>
            <a:r>
              <a:rPr lang="en-US" sz="2400" kern="100" dirty="0">
                <a:solidFill>
                  <a:srgbClr val="538135"/>
                </a:solidFill>
                <a:effectLst/>
                <a:latin typeface="Lucida Console" panose="020B0609040504020204" pitchFamily="49" charset="0"/>
                <a:ea typeface="Calibri" panose="020F0502020204030204" pitchFamily="34" charset="0"/>
                <a:cs typeface="Times New Roman" panose="02020603050405020304" pitchFamily="18" charset="0"/>
              </a:rPr>
              <a:t>, </a:t>
            </a:r>
          </a:p>
          <a:p>
            <a:pPr marL="0" marR="0" algn="just">
              <a:lnSpc>
                <a:spcPct val="107000"/>
              </a:lnSpc>
              <a:spcBef>
                <a:spcPts val="0"/>
              </a:spcBef>
              <a:spcAft>
                <a:spcPts val="800"/>
              </a:spcAft>
            </a:pPr>
            <a:r>
              <a:rPr lang="en-US" sz="2400" kern="100" dirty="0">
                <a:solidFill>
                  <a:srgbClr val="538135"/>
                </a:solidFill>
                <a:effectLst/>
                <a:latin typeface="Lucida Console" panose="020B0609040504020204" pitchFamily="49" charset="0"/>
                <a:ea typeface="Calibri" panose="020F0502020204030204" pitchFamily="34" charset="0"/>
                <a:cs typeface="Times New Roman" panose="02020603050405020304" pitchFamily="18" charset="0"/>
              </a:rPr>
              <a:t>             y = </a:t>
            </a:r>
            <a:r>
              <a:rPr lang="en-US" sz="2400" kern="100" dirty="0" err="1">
                <a:solidFill>
                  <a:srgbClr val="538135"/>
                </a:solidFill>
                <a:effectLst/>
                <a:latin typeface="Lucida Console" panose="020B0609040504020204" pitchFamily="49" charset="0"/>
                <a:ea typeface="Calibri" panose="020F0502020204030204" pitchFamily="34" charset="0"/>
                <a:cs typeface="Times New Roman" panose="02020603050405020304" pitchFamily="18" charset="0"/>
              </a:rPr>
              <a:t>bill_depth_mm</a:t>
            </a:r>
            <a:r>
              <a:rPr lang="en-US" sz="2400" kern="100" dirty="0">
                <a:solidFill>
                  <a:srgbClr val="538135"/>
                </a:solidFill>
                <a:effectLst/>
                <a:latin typeface="Lucida Console" panose="020B0609040504020204" pitchFamily="49" charset="0"/>
                <a:ea typeface="Calibri" panose="020F0502020204030204" pitchFamily="34" charset="0"/>
                <a:cs typeface="Times New Roman" panose="02020603050405020304" pitchFamily="18" charset="0"/>
              </a:rPr>
              <a:t>, </a:t>
            </a:r>
          </a:p>
          <a:p>
            <a:pPr marL="0" marR="0" algn="just">
              <a:lnSpc>
                <a:spcPct val="107000"/>
              </a:lnSpc>
              <a:spcBef>
                <a:spcPts val="0"/>
              </a:spcBef>
              <a:spcAft>
                <a:spcPts val="800"/>
              </a:spcAft>
            </a:pPr>
            <a:r>
              <a:rPr lang="en-US" sz="2400" kern="100" dirty="0">
                <a:solidFill>
                  <a:srgbClr val="538135"/>
                </a:solidFill>
                <a:effectLst/>
                <a:latin typeface="Lucida Console" panose="020B0609040504020204" pitchFamily="49" charset="0"/>
                <a:ea typeface="Calibri" panose="020F0502020204030204" pitchFamily="34" charset="0"/>
                <a:cs typeface="Times New Roman" panose="02020603050405020304" pitchFamily="18" charset="0"/>
              </a:rPr>
              <a:t>             color = species)) +</a:t>
            </a:r>
            <a:endParaRPr lang="en-US" sz="2400" kern="100" dirty="0">
              <a:effectLst/>
              <a:latin typeface="Calibri" panose="020F0502020204030204" pitchFamily="34" charset="0"/>
              <a:ea typeface="Calibri" panose="020F0502020204030204" pitchFamily="34" charset="0"/>
              <a:cs typeface="Times New Roman" panose="02020603050405020304" pitchFamily="18" charset="0"/>
            </a:endParaRPr>
          </a:p>
          <a:p>
            <a:pPr marL="0" marR="0" algn="just">
              <a:lnSpc>
                <a:spcPct val="107000"/>
              </a:lnSpc>
              <a:spcBef>
                <a:spcPts val="0"/>
              </a:spcBef>
              <a:spcAft>
                <a:spcPts val="800"/>
              </a:spcAft>
            </a:pPr>
            <a:r>
              <a:rPr lang="en-US" sz="2400" kern="100" dirty="0">
                <a:solidFill>
                  <a:srgbClr val="538135"/>
                </a:solidFill>
                <a:effectLst/>
                <a:latin typeface="Lucida Console" panose="020B0609040504020204" pitchFamily="49" charset="0"/>
                <a:ea typeface="Calibri" panose="020F0502020204030204" pitchFamily="34" charset="0"/>
                <a:cs typeface="Times New Roman" panose="02020603050405020304" pitchFamily="18" charset="0"/>
              </a:rPr>
              <a:t>  </a:t>
            </a:r>
            <a:r>
              <a:rPr lang="en-US" sz="2400" kern="100" dirty="0" err="1">
                <a:solidFill>
                  <a:srgbClr val="538135"/>
                </a:solidFill>
                <a:effectLst/>
                <a:latin typeface="Lucida Console" panose="020B0609040504020204" pitchFamily="49" charset="0"/>
                <a:ea typeface="Calibri" panose="020F0502020204030204" pitchFamily="34" charset="0"/>
                <a:cs typeface="Times New Roman" panose="02020603050405020304" pitchFamily="18" charset="0"/>
              </a:rPr>
              <a:t>geom_point</a:t>
            </a:r>
            <a:r>
              <a:rPr lang="en-US" sz="2400" kern="100" dirty="0">
                <a:solidFill>
                  <a:srgbClr val="538135"/>
                </a:solidFill>
                <a:effectLst/>
                <a:latin typeface="Lucida Console" panose="020B0609040504020204" pitchFamily="49" charset="0"/>
                <a:ea typeface="Calibri" panose="020F0502020204030204" pitchFamily="34" charset="0"/>
                <a:cs typeface="Times New Roman" panose="02020603050405020304" pitchFamily="18" charset="0"/>
              </a:rPr>
              <a:t>() +</a:t>
            </a:r>
            <a:endParaRPr lang="en-US" sz="2400" kern="100" dirty="0">
              <a:effectLst/>
              <a:latin typeface="Calibri" panose="020F0502020204030204" pitchFamily="34" charset="0"/>
              <a:ea typeface="Calibri" panose="020F0502020204030204" pitchFamily="34" charset="0"/>
              <a:cs typeface="Times New Roman" panose="02020603050405020304" pitchFamily="18" charset="0"/>
            </a:endParaRPr>
          </a:p>
          <a:p>
            <a:pPr marL="0" marR="0" algn="just">
              <a:lnSpc>
                <a:spcPct val="107000"/>
              </a:lnSpc>
              <a:spcBef>
                <a:spcPts val="0"/>
              </a:spcBef>
              <a:spcAft>
                <a:spcPts val="800"/>
              </a:spcAft>
            </a:pPr>
            <a:r>
              <a:rPr lang="en-US" sz="2400" kern="100" dirty="0">
                <a:solidFill>
                  <a:srgbClr val="538135"/>
                </a:solidFill>
                <a:effectLst/>
                <a:latin typeface="Lucida Console" panose="020B0609040504020204" pitchFamily="49" charset="0"/>
                <a:ea typeface="Calibri" panose="020F0502020204030204" pitchFamily="34" charset="0"/>
                <a:cs typeface="Times New Roman" panose="02020603050405020304" pitchFamily="18" charset="0"/>
              </a:rPr>
              <a:t>  </a:t>
            </a:r>
            <a:r>
              <a:rPr lang="en-US" sz="2400" kern="100" dirty="0" err="1">
                <a:solidFill>
                  <a:srgbClr val="538135"/>
                </a:solidFill>
                <a:effectLst/>
                <a:latin typeface="Lucida Console" panose="020B0609040504020204" pitchFamily="49" charset="0"/>
                <a:ea typeface="Calibri" panose="020F0502020204030204" pitchFamily="34" charset="0"/>
                <a:cs typeface="Times New Roman" panose="02020603050405020304" pitchFamily="18" charset="0"/>
              </a:rPr>
              <a:t>scale_color_manual</a:t>
            </a:r>
            <a:r>
              <a:rPr lang="en-US" sz="2400" kern="100" dirty="0">
                <a:solidFill>
                  <a:srgbClr val="538135"/>
                </a:solidFill>
                <a:effectLst/>
                <a:latin typeface="Lucida Console" panose="020B0609040504020204" pitchFamily="49" charset="0"/>
                <a:ea typeface="Calibri" panose="020F0502020204030204" pitchFamily="34" charset="0"/>
                <a:cs typeface="Times New Roman" panose="02020603050405020304" pitchFamily="18" charset="0"/>
              </a:rPr>
              <a:t>(values = c("red", "green", "blue")) + </a:t>
            </a:r>
            <a:endParaRPr lang="en-US" sz="2400" kern="100" dirty="0">
              <a:effectLst/>
              <a:latin typeface="Calibri" panose="020F0502020204030204" pitchFamily="34" charset="0"/>
              <a:ea typeface="Calibri" panose="020F0502020204030204" pitchFamily="34" charset="0"/>
              <a:cs typeface="Times New Roman" panose="02020603050405020304" pitchFamily="18" charset="0"/>
            </a:endParaRPr>
          </a:p>
          <a:p>
            <a:pPr marL="0" marR="0" algn="just">
              <a:lnSpc>
                <a:spcPct val="107000"/>
              </a:lnSpc>
              <a:spcBef>
                <a:spcPts val="0"/>
              </a:spcBef>
              <a:spcAft>
                <a:spcPts val="800"/>
              </a:spcAft>
            </a:pPr>
            <a:r>
              <a:rPr lang="en-US" sz="2400" kern="100" dirty="0">
                <a:solidFill>
                  <a:srgbClr val="538135"/>
                </a:solidFill>
                <a:effectLst/>
                <a:latin typeface="Lucida Console" panose="020B0609040504020204" pitchFamily="49" charset="0"/>
                <a:ea typeface="Calibri" panose="020F0502020204030204" pitchFamily="34" charset="0"/>
                <a:cs typeface="Times New Roman" panose="02020603050405020304" pitchFamily="18" charset="0"/>
              </a:rPr>
              <a:t>  </a:t>
            </a:r>
            <a:r>
              <a:rPr lang="en-US" sz="2400" kern="100" dirty="0" err="1">
                <a:solidFill>
                  <a:srgbClr val="538135"/>
                </a:solidFill>
                <a:effectLst/>
                <a:latin typeface="Lucida Console" panose="020B0609040504020204" pitchFamily="49" charset="0"/>
                <a:ea typeface="Calibri" panose="020F0502020204030204" pitchFamily="34" charset="0"/>
                <a:cs typeface="Times New Roman" panose="02020603050405020304" pitchFamily="18" charset="0"/>
              </a:rPr>
              <a:t>theme_void</a:t>
            </a:r>
            <a:r>
              <a:rPr lang="en-US" sz="2400" kern="100" dirty="0">
                <a:solidFill>
                  <a:srgbClr val="538135"/>
                </a:solidFill>
                <a:effectLst/>
                <a:latin typeface="Lucida Console" panose="020B0609040504020204" pitchFamily="49" charset="0"/>
                <a:ea typeface="Calibri" panose="020F0502020204030204" pitchFamily="34" charset="0"/>
                <a:cs typeface="Times New Roman" panose="02020603050405020304" pitchFamily="18" charset="0"/>
              </a:rPr>
              <a:t>()</a:t>
            </a:r>
            <a:endParaRPr lang="en-US" sz="2400" kern="100" dirty="0">
              <a:effectLst/>
              <a:latin typeface="Calibri" panose="020F0502020204030204" pitchFamily="34" charset="0"/>
              <a:ea typeface="Calibri" panose="020F0502020204030204" pitchFamily="34" charset="0"/>
              <a:cs typeface="Times New Roman" panose="02020603050405020304" pitchFamily="18" charset="0"/>
            </a:endParaRPr>
          </a:p>
          <a:p>
            <a:pPr marL="0" marR="0" algn="just">
              <a:lnSpc>
                <a:spcPct val="107000"/>
              </a:lnSpc>
              <a:spcBef>
                <a:spcPts val="0"/>
              </a:spcBef>
              <a:spcAft>
                <a:spcPts val="800"/>
              </a:spcAft>
            </a:pPr>
            <a:r>
              <a:rPr lang="en-US" sz="2400" kern="100" dirty="0">
                <a:solidFill>
                  <a:srgbClr val="538135"/>
                </a:solidFill>
                <a:effectLst/>
                <a:latin typeface="Lucida Console" panose="020B0609040504020204" pitchFamily="49" charset="0"/>
                <a:ea typeface="Calibri" panose="020F0502020204030204" pitchFamily="34" charset="0"/>
                <a:cs typeface="Times New Roman" panose="02020603050405020304" pitchFamily="18" charset="0"/>
              </a:rPr>
              <a:t>fig_19</a:t>
            </a:r>
            <a:endParaRPr lang="en-US" sz="2400" kern="100" dirty="0">
              <a:effectLst/>
              <a:latin typeface="Calibri" panose="020F0502020204030204" pitchFamily="34" charset="0"/>
              <a:ea typeface="Calibri" panose="020F0502020204030204" pitchFamily="34" charset="0"/>
              <a:cs typeface="Times New Roman" panose="02020603050405020304" pitchFamily="18" charset="0"/>
            </a:endParaRPr>
          </a:p>
        </p:txBody>
      </p:sp>
      <p:pic>
        <p:nvPicPr>
          <p:cNvPr id="2" name="Picture 1">
            <a:extLst>
              <a:ext uri="{FF2B5EF4-FFF2-40B4-BE49-F238E27FC236}">
                <a16:creationId xmlns:a16="http://schemas.microsoft.com/office/drawing/2014/main" id="{1D7135FA-3A2E-5F60-F5E9-A637F7284921}"/>
              </a:ext>
            </a:extLst>
          </p:cNvPr>
          <p:cNvPicPr>
            <a:picLocks noChangeAspect="1"/>
          </p:cNvPicPr>
          <p:nvPr/>
        </p:nvPicPr>
        <p:blipFill rotWithShape="1"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r="1078"/>
          <a:stretch/>
        </p:blipFill>
        <p:spPr bwMode="auto">
          <a:xfrm>
            <a:off x="7143593" y="1519033"/>
            <a:ext cx="4020796" cy="3279389"/>
          </a:xfrm>
          <a:prstGeom prst="rect">
            <a:avLst/>
          </a:prstGeom>
          <a:ln>
            <a:noFill/>
          </a:ln>
          <a:extLst>
            <a:ext uri="{53640926-AAD7-44D8-BBD7-CCE9431645EC}">
              <a14:shadowObscured xmlns:a14="http://schemas.microsoft.com/office/drawing/2010/main"/>
            </a:ext>
          </a:extLst>
        </p:spPr>
      </p:pic>
    </p:spTree>
    <p:extLst>
      <p:ext uri="{BB962C8B-B14F-4D97-AF65-F5344CB8AC3E}">
        <p14:creationId xmlns:p14="http://schemas.microsoft.com/office/powerpoint/2010/main" val="1521480919"/>
      </p:ext>
    </p:extLst>
  </p:cSld>
  <p:clrMapOvr>
    <a:masterClrMapping/>
  </p:clrMapOvr>
</p:sld>
</file>

<file path=ppt/slides/slide2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Box 2">
            <a:extLst>
              <a:ext uri="{FF2B5EF4-FFF2-40B4-BE49-F238E27FC236}">
                <a16:creationId xmlns:a16="http://schemas.microsoft.com/office/drawing/2014/main" id="{F9685350-D95D-E97C-B53B-1EAF3EA144FC}"/>
              </a:ext>
            </a:extLst>
          </p:cNvPr>
          <p:cNvSpPr txBox="1"/>
          <p:nvPr/>
        </p:nvSpPr>
        <p:spPr>
          <a:xfrm>
            <a:off x="862148" y="2107394"/>
            <a:ext cx="10467703" cy="191975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0" marR="0" algn="ctr">
              <a:lnSpc>
                <a:spcPct val="107000"/>
              </a:lnSpc>
              <a:spcBef>
                <a:spcPts val="0"/>
              </a:spcBef>
              <a:spcAft>
                <a:spcPts val="800"/>
              </a:spcAft>
            </a:pPr>
            <a:r>
              <a:rPr lang="en-US" sz="4000" b="1" kern="100" dirty="0">
                <a:effectLst/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Customizing Labels with labs()</a:t>
            </a:r>
            <a:endParaRPr lang="en-US" sz="4000" kern="100" dirty="0">
              <a:effectLst/>
              <a:latin typeface="Calibri" panose="020F0502020204030204" pitchFamily="34" charset="0"/>
              <a:ea typeface="Calibri" panose="020F0502020204030204" pitchFamily="34" charset="0"/>
              <a:cs typeface="Times New Roman" panose="02020603050405020304" pitchFamily="18" charset="0"/>
            </a:endParaRPr>
          </a:p>
          <a:p>
            <a:pPr marL="0" marR="0" algn="ctr">
              <a:lnSpc>
                <a:spcPct val="107000"/>
              </a:lnSpc>
              <a:spcBef>
                <a:spcPts val="0"/>
              </a:spcBef>
              <a:spcAft>
                <a:spcPts val="800"/>
              </a:spcAft>
            </a:pPr>
            <a:r>
              <a:rPr lang="en-US" sz="3000" kern="100" dirty="0">
                <a:effectLst/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 </a:t>
            </a:r>
            <a:endParaRPr lang="en-US" sz="3000" kern="100" dirty="0">
              <a:effectLst/>
              <a:latin typeface="Calibri" panose="020F0502020204030204" pitchFamily="34" charset="0"/>
              <a:ea typeface="Calibri" panose="020F0502020204030204" pitchFamily="34" charset="0"/>
              <a:cs typeface="Times New Roman" panose="02020603050405020304" pitchFamily="18" charset="0"/>
            </a:endParaRPr>
          </a:p>
          <a:p>
            <a:pPr marL="0" marR="0" algn="ctr">
              <a:lnSpc>
                <a:spcPct val="107000"/>
              </a:lnSpc>
              <a:spcBef>
                <a:spcPts val="0"/>
              </a:spcBef>
              <a:spcAft>
                <a:spcPts val="800"/>
              </a:spcAft>
            </a:pPr>
            <a:r>
              <a:rPr lang="en-US" sz="3000" kern="100" dirty="0">
                <a:effectLst/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`</a:t>
            </a:r>
            <a:r>
              <a:rPr lang="en-US" sz="3000" kern="100" dirty="0">
                <a:solidFill>
                  <a:srgbClr val="538135"/>
                </a:solidFill>
                <a:effectLst/>
                <a:latin typeface="Lucida Console" panose="020B0609040504020204" pitchFamily="49" charset="0"/>
                <a:ea typeface="Calibri" panose="020F0502020204030204" pitchFamily="34" charset="0"/>
                <a:cs typeface="Times New Roman" panose="02020603050405020304" pitchFamily="18" charset="0"/>
              </a:rPr>
              <a:t>labs()</a:t>
            </a:r>
            <a:r>
              <a:rPr lang="en-US" sz="3000" kern="100" dirty="0">
                <a:effectLst/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` function in ggplot2</a:t>
            </a:r>
            <a:endParaRPr lang="en-US" sz="3000" kern="100" dirty="0">
              <a:effectLst/>
              <a:latin typeface="Calibri" panose="020F0502020204030204" pitchFamily="34" charset="0"/>
              <a:ea typeface="Calibri" panose="020F0502020204030204" pitchFamily="34" charset="0"/>
              <a:cs typeface="Times New Roman" panose="02020603050405020304" pitchFamily="18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3149079748"/>
      </p:ext>
    </p:extLst>
  </p:cSld>
  <p:clrMapOvr>
    <a:masterClrMapping/>
  </p:clrMapOvr>
</p:sld>
</file>

<file path=ppt/slides/slide2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Box 2">
            <a:extLst>
              <a:ext uri="{FF2B5EF4-FFF2-40B4-BE49-F238E27FC236}">
                <a16:creationId xmlns:a16="http://schemas.microsoft.com/office/drawing/2014/main" id="{FC41ADF8-AD73-CEB7-BE59-5BC7773ACC6D}"/>
              </a:ext>
            </a:extLst>
          </p:cNvPr>
          <p:cNvSpPr txBox="1"/>
          <p:nvPr/>
        </p:nvSpPr>
        <p:spPr>
          <a:xfrm>
            <a:off x="452845" y="292989"/>
            <a:ext cx="11199223" cy="647542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0" marR="0" algn="just">
              <a:lnSpc>
                <a:spcPct val="107000"/>
              </a:lnSpc>
              <a:spcBef>
                <a:spcPts val="0"/>
              </a:spcBef>
              <a:spcAft>
                <a:spcPts val="800"/>
              </a:spcAft>
            </a:pPr>
            <a:r>
              <a:rPr lang="en-US" sz="3000" b="1" kern="100" dirty="0">
                <a:effectLst/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Example 20: </a:t>
            </a:r>
            <a:r>
              <a:rPr lang="en-US" sz="3000" kern="100" dirty="0">
                <a:effectLst/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Customizing Plot Labels</a:t>
            </a:r>
            <a:endParaRPr lang="en-US" sz="3000" kern="100" dirty="0">
              <a:effectLst/>
              <a:latin typeface="Calibri" panose="020F0502020204030204" pitchFamily="34" charset="0"/>
              <a:ea typeface="Calibri" panose="020F0502020204030204" pitchFamily="34" charset="0"/>
              <a:cs typeface="Times New Roman" panose="02020603050405020304" pitchFamily="18" charset="0"/>
            </a:endParaRPr>
          </a:p>
          <a:p>
            <a:pPr marL="0" marR="0" algn="just">
              <a:lnSpc>
                <a:spcPct val="107000"/>
              </a:lnSpc>
              <a:spcBef>
                <a:spcPts val="0"/>
              </a:spcBef>
              <a:spcAft>
                <a:spcPts val="800"/>
              </a:spcAft>
            </a:pPr>
            <a:r>
              <a:rPr lang="en-US" sz="2400" kern="100" dirty="0">
                <a:solidFill>
                  <a:srgbClr val="538135"/>
                </a:solidFill>
                <a:effectLst/>
                <a:latin typeface="Lucida Console" panose="020B0609040504020204" pitchFamily="49" charset="0"/>
                <a:ea typeface="Calibri" panose="020F0502020204030204" pitchFamily="34" charset="0"/>
                <a:cs typeface="Times New Roman" panose="02020603050405020304" pitchFamily="18" charset="0"/>
              </a:rPr>
              <a:t>fig_20 &lt;- penguins %&gt;%</a:t>
            </a:r>
            <a:endParaRPr lang="en-US" sz="2400" kern="100" dirty="0">
              <a:effectLst/>
              <a:latin typeface="Calibri" panose="020F0502020204030204" pitchFamily="34" charset="0"/>
              <a:ea typeface="Calibri" panose="020F0502020204030204" pitchFamily="34" charset="0"/>
              <a:cs typeface="Times New Roman" panose="02020603050405020304" pitchFamily="18" charset="0"/>
            </a:endParaRPr>
          </a:p>
          <a:p>
            <a:pPr marL="0" marR="0" algn="just">
              <a:lnSpc>
                <a:spcPct val="107000"/>
              </a:lnSpc>
              <a:spcBef>
                <a:spcPts val="0"/>
              </a:spcBef>
              <a:spcAft>
                <a:spcPts val="800"/>
              </a:spcAft>
            </a:pPr>
            <a:r>
              <a:rPr lang="en-US" sz="2000" kern="100" dirty="0">
                <a:solidFill>
                  <a:srgbClr val="538135"/>
                </a:solidFill>
                <a:effectLst/>
                <a:latin typeface="Lucida Console" panose="020B0609040504020204" pitchFamily="49" charset="0"/>
                <a:ea typeface="Calibri" panose="020F0502020204030204" pitchFamily="34" charset="0"/>
                <a:cs typeface="Times New Roman" panose="02020603050405020304" pitchFamily="18" charset="0"/>
              </a:rPr>
              <a:t>  </a:t>
            </a:r>
            <a:r>
              <a:rPr lang="en-US" sz="2000" kern="100" dirty="0" err="1">
                <a:solidFill>
                  <a:srgbClr val="538135"/>
                </a:solidFill>
                <a:effectLst/>
                <a:latin typeface="Lucida Console" panose="020B0609040504020204" pitchFamily="49" charset="0"/>
                <a:ea typeface="Calibri" panose="020F0502020204030204" pitchFamily="34" charset="0"/>
                <a:cs typeface="Times New Roman" panose="02020603050405020304" pitchFamily="18" charset="0"/>
              </a:rPr>
              <a:t>ggplot</a:t>
            </a:r>
            <a:r>
              <a:rPr lang="en-US" sz="2000" kern="100" dirty="0">
                <a:solidFill>
                  <a:srgbClr val="538135"/>
                </a:solidFill>
                <a:effectLst/>
                <a:latin typeface="Lucida Console" panose="020B0609040504020204" pitchFamily="49" charset="0"/>
                <a:ea typeface="Calibri" panose="020F0502020204030204" pitchFamily="34" charset="0"/>
                <a:cs typeface="Times New Roman" panose="02020603050405020304" pitchFamily="18" charset="0"/>
              </a:rPr>
              <a:t>(</a:t>
            </a:r>
            <a:r>
              <a:rPr lang="en-US" sz="2000" kern="100" dirty="0" err="1">
                <a:solidFill>
                  <a:srgbClr val="538135"/>
                </a:solidFill>
                <a:effectLst/>
                <a:latin typeface="Lucida Console" panose="020B0609040504020204" pitchFamily="49" charset="0"/>
                <a:ea typeface="Calibri" panose="020F0502020204030204" pitchFamily="34" charset="0"/>
                <a:cs typeface="Times New Roman" panose="02020603050405020304" pitchFamily="18" charset="0"/>
              </a:rPr>
              <a:t>aes</a:t>
            </a:r>
            <a:r>
              <a:rPr lang="en-US" sz="2000" kern="100" dirty="0">
                <a:solidFill>
                  <a:srgbClr val="538135"/>
                </a:solidFill>
                <a:effectLst/>
                <a:latin typeface="Lucida Console" panose="020B0609040504020204" pitchFamily="49" charset="0"/>
                <a:ea typeface="Calibri" panose="020F0502020204030204" pitchFamily="34" charset="0"/>
                <a:cs typeface="Times New Roman" panose="02020603050405020304" pitchFamily="18" charset="0"/>
              </a:rPr>
              <a:t>(x = </a:t>
            </a:r>
            <a:r>
              <a:rPr lang="en-US" sz="2000" kern="100" dirty="0" err="1">
                <a:solidFill>
                  <a:srgbClr val="538135"/>
                </a:solidFill>
                <a:effectLst/>
                <a:latin typeface="Lucida Console" panose="020B0609040504020204" pitchFamily="49" charset="0"/>
                <a:ea typeface="Calibri" panose="020F0502020204030204" pitchFamily="34" charset="0"/>
                <a:cs typeface="Times New Roman" panose="02020603050405020304" pitchFamily="18" charset="0"/>
              </a:rPr>
              <a:t>bill_length_mm</a:t>
            </a:r>
            <a:r>
              <a:rPr lang="en-US" sz="2000" kern="100" dirty="0">
                <a:solidFill>
                  <a:srgbClr val="538135"/>
                </a:solidFill>
                <a:effectLst/>
                <a:latin typeface="Lucida Console" panose="020B0609040504020204" pitchFamily="49" charset="0"/>
                <a:ea typeface="Calibri" panose="020F0502020204030204" pitchFamily="34" charset="0"/>
                <a:cs typeface="Times New Roman" panose="02020603050405020304" pitchFamily="18" charset="0"/>
              </a:rPr>
              <a:t>, y = </a:t>
            </a:r>
            <a:r>
              <a:rPr lang="en-US" sz="2000" kern="100" dirty="0" err="1">
                <a:solidFill>
                  <a:srgbClr val="538135"/>
                </a:solidFill>
                <a:effectLst/>
                <a:latin typeface="Lucida Console" panose="020B0609040504020204" pitchFamily="49" charset="0"/>
                <a:ea typeface="Calibri" panose="020F0502020204030204" pitchFamily="34" charset="0"/>
                <a:cs typeface="Times New Roman" panose="02020603050405020304" pitchFamily="18" charset="0"/>
              </a:rPr>
              <a:t>bill_depth_mm</a:t>
            </a:r>
            <a:r>
              <a:rPr lang="en-US" sz="2000" kern="100" dirty="0">
                <a:solidFill>
                  <a:srgbClr val="538135"/>
                </a:solidFill>
                <a:effectLst/>
                <a:latin typeface="Lucida Console" panose="020B0609040504020204" pitchFamily="49" charset="0"/>
                <a:ea typeface="Calibri" panose="020F0502020204030204" pitchFamily="34" charset="0"/>
                <a:cs typeface="Times New Roman" panose="02020603050405020304" pitchFamily="18" charset="0"/>
              </a:rPr>
              <a:t>, color = species)) +</a:t>
            </a:r>
            <a:endParaRPr lang="en-US" sz="2000" kern="100" dirty="0">
              <a:effectLst/>
              <a:latin typeface="Calibri" panose="020F0502020204030204" pitchFamily="34" charset="0"/>
              <a:ea typeface="Calibri" panose="020F0502020204030204" pitchFamily="34" charset="0"/>
              <a:cs typeface="Times New Roman" panose="02020603050405020304" pitchFamily="18" charset="0"/>
            </a:endParaRPr>
          </a:p>
          <a:p>
            <a:pPr marL="0" marR="0" algn="just">
              <a:lnSpc>
                <a:spcPct val="107000"/>
              </a:lnSpc>
              <a:spcBef>
                <a:spcPts val="0"/>
              </a:spcBef>
              <a:spcAft>
                <a:spcPts val="800"/>
              </a:spcAft>
            </a:pPr>
            <a:r>
              <a:rPr lang="en-US" sz="2400" kern="100" dirty="0">
                <a:solidFill>
                  <a:srgbClr val="538135"/>
                </a:solidFill>
                <a:effectLst/>
                <a:latin typeface="Lucida Console" panose="020B0609040504020204" pitchFamily="49" charset="0"/>
                <a:ea typeface="Calibri" panose="020F0502020204030204" pitchFamily="34" charset="0"/>
                <a:cs typeface="Times New Roman" panose="02020603050405020304" pitchFamily="18" charset="0"/>
              </a:rPr>
              <a:t>  </a:t>
            </a:r>
            <a:r>
              <a:rPr lang="en-US" sz="2400" kern="100" dirty="0" err="1">
                <a:solidFill>
                  <a:srgbClr val="538135"/>
                </a:solidFill>
                <a:effectLst/>
                <a:latin typeface="Lucida Console" panose="020B0609040504020204" pitchFamily="49" charset="0"/>
                <a:ea typeface="Calibri" panose="020F0502020204030204" pitchFamily="34" charset="0"/>
                <a:cs typeface="Times New Roman" panose="02020603050405020304" pitchFamily="18" charset="0"/>
              </a:rPr>
              <a:t>geom_point</a:t>
            </a:r>
            <a:r>
              <a:rPr lang="en-US" sz="2400" kern="100" dirty="0">
                <a:solidFill>
                  <a:srgbClr val="538135"/>
                </a:solidFill>
                <a:effectLst/>
                <a:latin typeface="Lucida Console" panose="020B0609040504020204" pitchFamily="49" charset="0"/>
                <a:ea typeface="Calibri" panose="020F0502020204030204" pitchFamily="34" charset="0"/>
                <a:cs typeface="Times New Roman" panose="02020603050405020304" pitchFamily="18" charset="0"/>
              </a:rPr>
              <a:t>() +</a:t>
            </a:r>
            <a:endParaRPr lang="en-US" sz="2400" kern="100" dirty="0">
              <a:effectLst/>
              <a:latin typeface="Calibri" panose="020F0502020204030204" pitchFamily="34" charset="0"/>
              <a:ea typeface="Calibri" panose="020F0502020204030204" pitchFamily="34" charset="0"/>
              <a:cs typeface="Times New Roman" panose="02020603050405020304" pitchFamily="18" charset="0"/>
            </a:endParaRPr>
          </a:p>
          <a:p>
            <a:pPr marL="0" marR="0" algn="just">
              <a:lnSpc>
                <a:spcPct val="107000"/>
              </a:lnSpc>
              <a:spcBef>
                <a:spcPts val="0"/>
              </a:spcBef>
              <a:spcAft>
                <a:spcPts val="800"/>
              </a:spcAft>
            </a:pPr>
            <a:r>
              <a:rPr lang="en-US" sz="2400" kern="100" dirty="0">
                <a:solidFill>
                  <a:srgbClr val="538135"/>
                </a:solidFill>
                <a:effectLst/>
                <a:latin typeface="Lucida Console" panose="020B0609040504020204" pitchFamily="49" charset="0"/>
                <a:ea typeface="Calibri" panose="020F0502020204030204" pitchFamily="34" charset="0"/>
                <a:cs typeface="Times New Roman" panose="02020603050405020304" pitchFamily="18" charset="0"/>
              </a:rPr>
              <a:t>  labs(</a:t>
            </a:r>
            <a:endParaRPr lang="en-US" sz="2400" kern="100" dirty="0">
              <a:effectLst/>
              <a:latin typeface="Calibri" panose="020F0502020204030204" pitchFamily="34" charset="0"/>
              <a:ea typeface="Calibri" panose="020F0502020204030204" pitchFamily="34" charset="0"/>
              <a:cs typeface="Times New Roman" panose="02020603050405020304" pitchFamily="18" charset="0"/>
            </a:endParaRPr>
          </a:p>
          <a:p>
            <a:pPr marL="0" marR="0" algn="just">
              <a:lnSpc>
                <a:spcPct val="107000"/>
              </a:lnSpc>
              <a:spcBef>
                <a:spcPts val="0"/>
              </a:spcBef>
              <a:spcAft>
                <a:spcPts val="800"/>
              </a:spcAft>
            </a:pPr>
            <a:r>
              <a:rPr lang="en-US" sz="2400" kern="100" dirty="0">
                <a:solidFill>
                  <a:srgbClr val="538135"/>
                </a:solidFill>
                <a:effectLst/>
                <a:latin typeface="Lucida Console" panose="020B0609040504020204" pitchFamily="49" charset="0"/>
                <a:ea typeface="Calibri" panose="020F0502020204030204" pitchFamily="34" charset="0"/>
                <a:cs typeface="Times New Roman" panose="02020603050405020304" pitchFamily="18" charset="0"/>
              </a:rPr>
              <a:t>    title = "Scatter Plot of Bill Length vs. Bill Depth",</a:t>
            </a:r>
            <a:endParaRPr lang="en-US" sz="2400" kern="100" dirty="0">
              <a:effectLst/>
              <a:latin typeface="Calibri" panose="020F0502020204030204" pitchFamily="34" charset="0"/>
              <a:ea typeface="Calibri" panose="020F0502020204030204" pitchFamily="34" charset="0"/>
              <a:cs typeface="Times New Roman" panose="02020603050405020304" pitchFamily="18" charset="0"/>
            </a:endParaRPr>
          </a:p>
          <a:p>
            <a:pPr marL="0" marR="0" algn="just">
              <a:lnSpc>
                <a:spcPct val="107000"/>
              </a:lnSpc>
              <a:spcBef>
                <a:spcPts val="0"/>
              </a:spcBef>
              <a:spcAft>
                <a:spcPts val="800"/>
              </a:spcAft>
            </a:pPr>
            <a:r>
              <a:rPr lang="en-US" sz="2400" kern="100" dirty="0">
                <a:solidFill>
                  <a:srgbClr val="538135"/>
                </a:solidFill>
                <a:effectLst/>
                <a:latin typeface="Lucida Console" panose="020B0609040504020204" pitchFamily="49" charset="0"/>
                <a:ea typeface="Calibri" panose="020F0502020204030204" pitchFamily="34" charset="0"/>
                <a:cs typeface="Times New Roman" panose="02020603050405020304" pitchFamily="18" charset="0"/>
              </a:rPr>
              <a:t>    x = "Length of Bill (mm)",</a:t>
            </a:r>
            <a:endParaRPr lang="en-US" sz="2400" kern="100" dirty="0">
              <a:effectLst/>
              <a:latin typeface="Calibri" panose="020F0502020204030204" pitchFamily="34" charset="0"/>
              <a:ea typeface="Calibri" panose="020F0502020204030204" pitchFamily="34" charset="0"/>
              <a:cs typeface="Times New Roman" panose="02020603050405020304" pitchFamily="18" charset="0"/>
            </a:endParaRPr>
          </a:p>
          <a:p>
            <a:pPr marL="0" marR="0" algn="just">
              <a:lnSpc>
                <a:spcPct val="107000"/>
              </a:lnSpc>
              <a:spcBef>
                <a:spcPts val="0"/>
              </a:spcBef>
              <a:spcAft>
                <a:spcPts val="800"/>
              </a:spcAft>
            </a:pPr>
            <a:r>
              <a:rPr lang="en-US" sz="2400" kern="100" dirty="0">
                <a:solidFill>
                  <a:srgbClr val="538135"/>
                </a:solidFill>
                <a:effectLst/>
                <a:latin typeface="Lucida Console" panose="020B0609040504020204" pitchFamily="49" charset="0"/>
                <a:ea typeface="Calibri" panose="020F0502020204030204" pitchFamily="34" charset="0"/>
                <a:cs typeface="Times New Roman" panose="02020603050405020304" pitchFamily="18" charset="0"/>
              </a:rPr>
              <a:t>    y = "Depth of Bill (mm)",</a:t>
            </a:r>
            <a:endParaRPr lang="en-US" sz="2400" kern="100" dirty="0">
              <a:effectLst/>
              <a:latin typeface="Calibri" panose="020F0502020204030204" pitchFamily="34" charset="0"/>
              <a:ea typeface="Calibri" panose="020F0502020204030204" pitchFamily="34" charset="0"/>
              <a:cs typeface="Times New Roman" panose="02020603050405020304" pitchFamily="18" charset="0"/>
            </a:endParaRPr>
          </a:p>
          <a:p>
            <a:pPr marL="0" marR="0" algn="just">
              <a:lnSpc>
                <a:spcPct val="107000"/>
              </a:lnSpc>
              <a:spcBef>
                <a:spcPts val="0"/>
              </a:spcBef>
              <a:spcAft>
                <a:spcPts val="800"/>
              </a:spcAft>
            </a:pPr>
            <a:r>
              <a:rPr lang="en-US" sz="2400" kern="100" dirty="0">
                <a:solidFill>
                  <a:srgbClr val="538135"/>
                </a:solidFill>
                <a:effectLst/>
                <a:latin typeface="Lucida Console" panose="020B0609040504020204" pitchFamily="49" charset="0"/>
                <a:ea typeface="Calibri" panose="020F0502020204030204" pitchFamily="34" charset="0"/>
                <a:cs typeface="Times New Roman" panose="02020603050405020304" pitchFamily="18" charset="0"/>
              </a:rPr>
              <a:t>    subtitle = "Data from the </a:t>
            </a:r>
            <a:r>
              <a:rPr lang="en-US" sz="2400" kern="100" dirty="0" err="1">
                <a:solidFill>
                  <a:srgbClr val="538135"/>
                </a:solidFill>
                <a:effectLst/>
                <a:latin typeface="Lucida Console" panose="020B0609040504020204" pitchFamily="49" charset="0"/>
                <a:ea typeface="Calibri" panose="020F0502020204030204" pitchFamily="34" charset="0"/>
                <a:cs typeface="Times New Roman" panose="02020603050405020304" pitchFamily="18" charset="0"/>
              </a:rPr>
              <a:t>PalmerPenguins</a:t>
            </a:r>
            <a:r>
              <a:rPr lang="en-US" sz="2400" kern="100" dirty="0">
                <a:solidFill>
                  <a:srgbClr val="538135"/>
                </a:solidFill>
                <a:effectLst/>
                <a:latin typeface="Lucida Console" panose="020B0609040504020204" pitchFamily="49" charset="0"/>
                <a:ea typeface="Calibri" panose="020F0502020204030204" pitchFamily="34" charset="0"/>
                <a:cs typeface="Times New Roman" panose="02020603050405020304" pitchFamily="18" charset="0"/>
              </a:rPr>
              <a:t> dataset",</a:t>
            </a:r>
            <a:endParaRPr lang="en-US" sz="2400" kern="100" dirty="0">
              <a:effectLst/>
              <a:latin typeface="Calibri" panose="020F0502020204030204" pitchFamily="34" charset="0"/>
              <a:ea typeface="Calibri" panose="020F0502020204030204" pitchFamily="34" charset="0"/>
              <a:cs typeface="Times New Roman" panose="02020603050405020304" pitchFamily="18" charset="0"/>
            </a:endParaRPr>
          </a:p>
          <a:p>
            <a:pPr marL="0" marR="0" algn="just">
              <a:lnSpc>
                <a:spcPct val="107000"/>
              </a:lnSpc>
              <a:spcBef>
                <a:spcPts val="0"/>
              </a:spcBef>
              <a:spcAft>
                <a:spcPts val="800"/>
              </a:spcAft>
            </a:pPr>
            <a:r>
              <a:rPr lang="en-US" sz="2400" kern="100" dirty="0">
                <a:solidFill>
                  <a:srgbClr val="538135"/>
                </a:solidFill>
                <a:effectLst/>
                <a:latin typeface="Lucida Console" panose="020B0609040504020204" pitchFamily="49" charset="0"/>
                <a:ea typeface="Calibri" panose="020F0502020204030204" pitchFamily="34" charset="0"/>
                <a:cs typeface="Times New Roman" panose="02020603050405020304" pitchFamily="18" charset="0"/>
              </a:rPr>
              <a:t>    caption = "Source: Penguin Data", </a:t>
            </a:r>
            <a:endParaRPr lang="en-US" sz="2400" kern="100" dirty="0">
              <a:effectLst/>
              <a:latin typeface="Calibri" panose="020F0502020204030204" pitchFamily="34" charset="0"/>
              <a:ea typeface="Calibri" panose="020F0502020204030204" pitchFamily="34" charset="0"/>
              <a:cs typeface="Times New Roman" panose="02020603050405020304" pitchFamily="18" charset="0"/>
            </a:endParaRPr>
          </a:p>
          <a:p>
            <a:pPr marL="0" marR="0" algn="just">
              <a:lnSpc>
                <a:spcPct val="107000"/>
              </a:lnSpc>
              <a:spcBef>
                <a:spcPts val="0"/>
              </a:spcBef>
              <a:spcAft>
                <a:spcPts val="800"/>
              </a:spcAft>
            </a:pPr>
            <a:r>
              <a:rPr lang="en-US" sz="2400" kern="100" dirty="0">
                <a:solidFill>
                  <a:srgbClr val="538135"/>
                </a:solidFill>
                <a:effectLst/>
                <a:latin typeface="Lucida Console" panose="020B0609040504020204" pitchFamily="49" charset="0"/>
                <a:ea typeface="Calibri" panose="020F0502020204030204" pitchFamily="34" charset="0"/>
                <a:cs typeface="Times New Roman" panose="02020603050405020304" pitchFamily="18" charset="0"/>
              </a:rPr>
              <a:t>    color = "La </a:t>
            </a:r>
            <a:r>
              <a:rPr lang="en-US" sz="2400" kern="100" dirty="0" err="1">
                <a:solidFill>
                  <a:srgbClr val="538135"/>
                </a:solidFill>
                <a:effectLst/>
                <a:latin typeface="Lucida Console" panose="020B0609040504020204" pitchFamily="49" charset="0"/>
                <a:ea typeface="Calibri" panose="020F0502020204030204" pitchFamily="34" charset="0"/>
                <a:cs typeface="Times New Roman" panose="02020603050405020304" pitchFamily="18" charset="0"/>
              </a:rPr>
              <a:t>La</a:t>
            </a:r>
            <a:r>
              <a:rPr lang="en-US" sz="2400" kern="100" dirty="0">
                <a:solidFill>
                  <a:srgbClr val="538135"/>
                </a:solidFill>
                <a:effectLst/>
                <a:latin typeface="Lucida Console" panose="020B0609040504020204" pitchFamily="49" charset="0"/>
                <a:ea typeface="Calibri" panose="020F0502020204030204" pitchFamily="34" charset="0"/>
                <a:cs typeface="Times New Roman" panose="02020603050405020304" pitchFamily="18" charset="0"/>
              </a:rPr>
              <a:t> </a:t>
            </a:r>
            <a:r>
              <a:rPr lang="en-US" sz="2400" kern="100" dirty="0" err="1">
                <a:solidFill>
                  <a:srgbClr val="538135"/>
                </a:solidFill>
                <a:effectLst/>
                <a:latin typeface="Lucida Console" panose="020B0609040504020204" pitchFamily="49" charset="0"/>
                <a:ea typeface="Calibri" panose="020F0502020204030204" pitchFamily="34" charset="0"/>
                <a:cs typeface="Times New Roman" panose="02020603050405020304" pitchFamily="18" charset="0"/>
              </a:rPr>
              <a:t>La</a:t>
            </a:r>
            <a:r>
              <a:rPr lang="en-US" sz="2400" kern="100" dirty="0">
                <a:solidFill>
                  <a:srgbClr val="538135"/>
                </a:solidFill>
                <a:effectLst/>
                <a:latin typeface="Lucida Console" panose="020B0609040504020204" pitchFamily="49" charset="0"/>
                <a:ea typeface="Calibri" panose="020F0502020204030204" pitchFamily="34" charset="0"/>
                <a:cs typeface="Times New Roman" panose="02020603050405020304" pitchFamily="18" charset="0"/>
              </a:rPr>
              <a:t>"</a:t>
            </a:r>
            <a:endParaRPr lang="en-US" sz="2400" kern="100" dirty="0">
              <a:effectLst/>
              <a:latin typeface="Calibri" panose="020F0502020204030204" pitchFamily="34" charset="0"/>
              <a:ea typeface="Calibri" panose="020F0502020204030204" pitchFamily="34" charset="0"/>
              <a:cs typeface="Times New Roman" panose="02020603050405020304" pitchFamily="18" charset="0"/>
            </a:endParaRPr>
          </a:p>
          <a:p>
            <a:pPr marL="0" marR="0" algn="just">
              <a:lnSpc>
                <a:spcPct val="107000"/>
              </a:lnSpc>
              <a:spcBef>
                <a:spcPts val="0"/>
              </a:spcBef>
              <a:spcAft>
                <a:spcPts val="800"/>
              </a:spcAft>
            </a:pPr>
            <a:r>
              <a:rPr lang="en-US" sz="2400" kern="100" dirty="0">
                <a:solidFill>
                  <a:srgbClr val="538135"/>
                </a:solidFill>
                <a:effectLst/>
                <a:latin typeface="Lucida Console" panose="020B0609040504020204" pitchFamily="49" charset="0"/>
                <a:ea typeface="Calibri" panose="020F0502020204030204" pitchFamily="34" charset="0"/>
                <a:cs typeface="Times New Roman" panose="02020603050405020304" pitchFamily="18" charset="0"/>
              </a:rPr>
              <a:t>  )</a:t>
            </a:r>
            <a:endParaRPr lang="en-US" sz="2400" kern="100" dirty="0">
              <a:effectLst/>
              <a:latin typeface="Calibri" panose="020F0502020204030204" pitchFamily="34" charset="0"/>
              <a:ea typeface="Calibri" panose="020F0502020204030204" pitchFamily="34" charset="0"/>
              <a:cs typeface="Times New Roman" panose="02020603050405020304" pitchFamily="18" charset="0"/>
            </a:endParaRPr>
          </a:p>
          <a:p>
            <a:pPr marL="0" marR="0" algn="just">
              <a:lnSpc>
                <a:spcPct val="107000"/>
              </a:lnSpc>
              <a:spcBef>
                <a:spcPts val="0"/>
              </a:spcBef>
              <a:spcAft>
                <a:spcPts val="800"/>
              </a:spcAft>
            </a:pPr>
            <a:r>
              <a:rPr lang="en-US" sz="2400" kern="100" dirty="0">
                <a:solidFill>
                  <a:srgbClr val="538135"/>
                </a:solidFill>
                <a:effectLst/>
                <a:latin typeface="Lucida Console" panose="020B0609040504020204" pitchFamily="49" charset="0"/>
                <a:ea typeface="Calibri" panose="020F0502020204030204" pitchFamily="34" charset="0"/>
                <a:cs typeface="Times New Roman" panose="02020603050405020304" pitchFamily="18" charset="0"/>
              </a:rPr>
              <a:t>fig_20</a:t>
            </a:r>
            <a:endParaRPr lang="en-US" sz="2400" kern="100" dirty="0">
              <a:effectLst/>
              <a:latin typeface="Calibri" panose="020F0502020204030204" pitchFamily="34" charset="0"/>
              <a:ea typeface="Calibri" panose="020F0502020204030204" pitchFamily="34" charset="0"/>
              <a:cs typeface="Times New Roman" panose="02020603050405020304" pitchFamily="18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3593849849"/>
      </p:ext>
    </p:extLst>
  </p:cSld>
  <p:clrMapOvr>
    <a:masterClrMapping/>
  </p:clrMapOvr>
</p:sld>
</file>

<file path=ppt/slides/slide2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1">
            <a:extLst>
              <a:ext uri="{FF2B5EF4-FFF2-40B4-BE49-F238E27FC236}">
                <a16:creationId xmlns:a16="http://schemas.microsoft.com/office/drawing/2014/main" id="{DA015856-0B36-E941-F1C2-746E098937BB}"/>
              </a:ext>
            </a:extLst>
          </p:cNvPr>
          <p:cNvPicPr>
            <a:picLocks noChangeAspect="1"/>
          </p:cNvPicPr>
          <p:nvPr/>
        </p:nvPicPr>
        <p:blipFill rotWithShape="1"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t="1597" b="1"/>
          <a:stretch/>
        </p:blipFill>
        <p:spPr bwMode="auto">
          <a:xfrm>
            <a:off x="3011168" y="638523"/>
            <a:ext cx="6742432" cy="5580953"/>
          </a:xfrm>
          <a:prstGeom prst="rect">
            <a:avLst/>
          </a:prstGeom>
          <a:ln>
            <a:noFill/>
          </a:ln>
          <a:extLst>
            <a:ext uri="{53640926-AAD7-44D8-BBD7-CCE9431645EC}">
              <a14:shadowObscured xmlns:a14="http://schemas.microsoft.com/office/drawing/2010/main"/>
            </a:ext>
          </a:extLst>
        </p:spPr>
      </p:pic>
    </p:spTree>
    <p:extLst>
      <p:ext uri="{BB962C8B-B14F-4D97-AF65-F5344CB8AC3E}">
        <p14:creationId xmlns:p14="http://schemas.microsoft.com/office/powerpoint/2010/main" val="771781431"/>
      </p:ext>
    </p:extLst>
  </p:cSld>
  <p:clrMapOvr>
    <a:masterClrMapping/>
  </p:clrMapOvr>
</p:sld>
</file>

<file path=ppt/slides/slide3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Box 2">
            <a:extLst>
              <a:ext uri="{FF2B5EF4-FFF2-40B4-BE49-F238E27FC236}">
                <a16:creationId xmlns:a16="http://schemas.microsoft.com/office/drawing/2014/main" id="{597FE38E-2C56-698B-3B57-6B7EA29346E5}"/>
              </a:ext>
            </a:extLst>
          </p:cNvPr>
          <p:cNvSpPr txBox="1"/>
          <p:nvPr/>
        </p:nvSpPr>
        <p:spPr>
          <a:xfrm>
            <a:off x="461553" y="423069"/>
            <a:ext cx="11051177" cy="62239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0" marR="0" algn="just">
              <a:lnSpc>
                <a:spcPct val="107000"/>
              </a:lnSpc>
              <a:spcBef>
                <a:spcPts val="0"/>
              </a:spcBef>
              <a:spcAft>
                <a:spcPts val="800"/>
              </a:spcAft>
            </a:pPr>
            <a:r>
              <a:rPr lang="en-US" sz="3000" b="1" kern="100" dirty="0">
                <a:effectLst/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Example 21: </a:t>
            </a:r>
            <a:r>
              <a:rPr lang="en-US" sz="3000" kern="100" dirty="0">
                <a:effectLst/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Customizing Plot Labels</a:t>
            </a:r>
            <a:endParaRPr lang="en-US" sz="3000" kern="100" dirty="0">
              <a:effectLst/>
              <a:latin typeface="Calibri" panose="020F0502020204030204" pitchFamily="34" charset="0"/>
              <a:ea typeface="Calibri" panose="020F0502020204030204" pitchFamily="34" charset="0"/>
              <a:cs typeface="Times New Roman" panose="02020603050405020304" pitchFamily="18" charset="0"/>
            </a:endParaRPr>
          </a:p>
          <a:p>
            <a:pPr marL="0" marR="0" algn="just">
              <a:lnSpc>
                <a:spcPct val="107000"/>
              </a:lnSpc>
              <a:spcBef>
                <a:spcPts val="0"/>
              </a:spcBef>
              <a:spcAft>
                <a:spcPts val="800"/>
              </a:spcAft>
            </a:pPr>
            <a:r>
              <a:rPr lang="en-US" sz="2500" kern="100" dirty="0">
                <a:effectLst/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 </a:t>
            </a:r>
            <a:endParaRPr lang="en-US" sz="2500" kern="100" dirty="0">
              <a:effectLst/>
              <a:latin typeface="Calibri" panose="020F0502020204030204" pitchFamily="34" charset="0"/>
              <a:ea typeface="Calibri" panose="020F0502020204030204" pitchFamily="34" charset="0"/>
              <a:cs typeface="Times New Roman" panose="02020603050405020304" pitchFamily="18" charset="0"/>
            </a:endParaRPr>
          </a:p>
          <a:p>
            <a:pPr marL="0" marR="0" algn="just">
              <a:lnSpc>
                <a:spcPct val="107000"/>
              </a:lnSpc>
              <a:spcBef>
                <a:spcPts val="0"/>
              </a:spcBef>
              <a:spcAft>
                <a:spcPts val="800"/>
              </a:spcAft>
            </a:pPr>
            <a:r>
              <a:rPr lang="en-US" sz="2500" kern="100" dirty="0">
                <a:solidFill>
                  <a:srgbClr val="538135"/>
                </a:solidFill>
                <a:effectLst/>
                <a:latin typeface="Lucida Console" panose="020B0609040504020204" pitchFamily="49" charset="0"/>
                <a:ea typeface="Calibri" panose="020F0502020204030204" pitchFamily="34" charset="0"/>
                <a:cs typeface="Times New Roman" panose="02020603050405020304" pitchFamily="18" charset="0"/>
              </a:rPr>
              <a:t>fig_21 &lt;- </a:t>
            </a:r>
            <a:r>
              <a:rPr lang="en-US" sz="2500" kern="100" dirty="0" err="1">
                <a:solidFill>
                  <a:srgbClr val="538135"/>
                </a:solidFill>
                <a:effectLst/>
                <a:latin typeface="Lucida Console" panose="020B0609040504020204" pitchFamily="49" charset="0"/>
                <a:ea typeface="Calibri" panose="020F0502020204030204" pitchFamily="34" charset="0"/>
                <a:cs typeface="Times New Roman" panose="02020603050405020304" pitchFamily="18" charset="0"/>
              </a:rPr>
              <a:t>mtcars</a:t>
            </a:r>
            <a:r>
              <a:rPr lang="en-US" sz="2500" kern="100" dirty="0">
                <a:solidFill>
                  <a:srgbClr val="538135"/>
                </a:solidFill>
                <a:effectLst/>
                <a:latin typeface="Lucida Console" panose="020B0609040504020204" pitchFamily="49" charset="0"/>
                <a:ea typeface="Calibri" panose="020F0502020204030204" pitchFamily="34" charset="0"/>
                <a:cs typeface="Times New Roman" panose="02020603050405020304" pitchFamily="18" charset="0"/>
              </a:rPr>
              <a:t> %&gt;%</a:t>
            </a:r>
            <a:endParaRPr lang="en-US" sz="2500" kern="100" dirty="0">
              <a:effectLst/>
              <a:latin typeface="Calibri" panose="020F0502020204030204" pitchFamily="34" charset="0"/>
              <a:ea typeface="Calibri" panose="020F0502020204030204" pitchFamily="34" charset="0"/>
              <a:cs typeface="Times New Roman" panose="02020603050405020304" pitchFamily="18" charset="0"/>
            </a:endParaRPr>
          </a:p>
          <a:p>
            <a:pPr marL="0" marR="0" algn="just">
              <a:lnSpc>
                <a:spcPct val="107000"/>
              </a:lnSpc>
              <a:spcBef>
                <a:spcPts val="0"/>
              </a:spcBef>
              <a:spcAft>
                <a:spcPts val="800"/>
              </a:spcAft>
            </a:pPr>
            <a:r>
              <a:rPr lang="en-US" sz="2500" kern="100" dirty="0">
                <a:solidFill>
                  <a:srgbClr val="538135"/>
                </a:solidFill>
                <a:effectLst/>
                <a:latin typeface="Lucida Console" panose="020B0609040504020204" pitchFamily="49" charset="0"/>
                <a:ea typeface="Calibri" panose="020F0502020204030204" pitchFamily="34" charset="0"/>
                <a:cs typeface="Times New Roman" panose="02020603050405020304" pitchFamily="18" charset="0"/>
              </a:rPr>
              <a:t>  </a:t>
            </a:r>
            <a:r>
              <a:rPr lang="en-US" sz="2500" kern="100" dirty="0" err="1">
                <a:solidFill>
                  <a:srgbClr val="538135"/>
                </a:solidFill>
                <a:effectLst/>
                <a:latin typeface="Lucida Console" panose="020B0609040504020204" pitchFamily="49" charset="0"/>
                <a:ea typeface="Calibri" panose="020F0502020204030204" pitchFamily="34" charset="0"/>
                <a:cs typeface="Times New Roman" panose="02020603050405020304" pitchFamily="18" charset="0"/>
              </a:rPr>
              <a:t>ggplot</a:t>
            </a:r>
            <a:r>
              <a:rPr lang="en-US" sz="2500" kern="100" dirty="0">
                <a:solidFill>
                  <a:srgbClr val="538135"/>
                </a:solidFill>
                <a:effectLst/>
                <a:latin typeface="Lucida Console" panose="020B0609040504020204" pitchFamily="49" charset="0"/>
                <a:ea typeface="Calibri" panose="020F0502020204030204" pitchFamily="34" charset="0"/>
                <a:cs typeface="Times New Roman" panose="02020603050405020304" pitchFamily="18" charset="0"/>
              </a:rPr>
              <a:t>(</a:t>
            </a:r>
            <a:r>
              <a:rPr lang="en-US" sz="2500" kern="100" dirty="0" err="1">
                <a:solidFill>
                  <a:srgbClr val="538135"/>
                </a:solidFill>
                <a:effectLst/>
                <a:latin typeface="Lucida Console" panose="020B0609040504020204" pitchFamily="49" charset="0"/>
                <a:ea typeface="Calibri" panose="020F0502020204030204" pitchFamily="34" charset="0"/>
                <a:cs typeface="Times New Roman" panose="02020603050405020304" pitchFamily="18" charset="0"/>
              </a:rPr>
              <a:t>aes</a:t>
            </a:r>
            <a:r>
              <a:rPr lang="en-US" sz="2500" kern="100" dirty="0">
                <a:solidFill>
                  <a:srgbClr val="538135"/>
                </a:solidFill>
                <a:effectLst/>
                <a:latin typeface="Lucida Console" panose="020B0609040504020204" pitchFamily="49" charset="0"/>
                <a:ea typeface="Calibri" panose="020F0502020204030204" pitchFamily="34" charset="0"/>
                <a:cs typeface="Times New Roman" panose="02020603050405020304" pitchFamily="18" charset="0"/>
              </a:rPr>
              <a:t>(x = factor(</a:t>
            </a:r>
            <a:r>
              <a:rPr lang="en-US" sz="2500" kern="100" dirty="0" err="1">
                <a:solidFill>
                  <a:srgbClr val="538135"/>
                </a:solidFill>
                <a:effectLst/>
                <a:latin typeface="Lucida Console" panose="020B0609040504020204" pitchFamily="49" charset="0"/>
                <a:ea typeface="Calibri" panose="020F0502020204030204" pitchFamily="34" charset="0"/>
                <a:cs typeface="Times New Roman" panose="02020603050405020304" pitchFamily="18" charset="0"/>
              </a:rPr>
              <a:t>cyl</a:t>
            </a:r>
            <a:r>
              <a:rPr lang="en-US" sz="2500" kern="100" dirty="0">
                <a:solidFill>
                  <a:srgbClr val="538135"/>
                </a:solidFill>
                <a:effectLst/>
                <a:latin typeface="Lucida Console" panose="020B0609040504020204" pitchFamily="49" charset="0"/>
                <a:ea typeface="Calibri" panose="020F0502020204030204" pitchFamily="34" charset="0"/>
                <a:cs typeface="Times New Roman" panose="02020603050405020304" pitchFamily="18" charset="0"/>
              </a:rPr>
              <a:t>), fill = factor(gear)))+</a:t>
            </a:r>
            <a:endParaRPr lang="en-US" sz="2500" kern="100" dirty="0">
              <a:effectLst/>
              <a:latin typeface="Calibri" panose="020F0502020204030204" pitchFamily="34" charset="0"/>
              <a:ea typeface="Calibri" panose="020F0502020204030204" pitchFamily="34" charset="0"/>
              <a:cs typeface="Times New Roman" panose="02020603050405020304" pitchFamily="18" charset="0"/>
            </a:endParaRPr>
          </a:p>
          <a:p>
            <a:pPr marL="0" marR="0" algn="just">
              <a:lnSpc>
                <a:spcPct val="107000"/>
              </a:lnSpc>
              <a:spcBef>
                <a:spcPts val="0"/>
              </a:spcBef>
              <a:spcAft>
                <a:spcPts val="800"/>
              </a:spcAft>
            </a:pPr>
            <a:r>
              <a:rPr lang="en-US" sz="2500" kern="100" dirty="0">
                <a:solidFill>
                  <a:srgbClr val="538135"/>
                </a:solidFill>
                <a:effectLst/>
                <a:latin typeface="Lucida Console" panose="020B0609040504020204" pitchFamily="49" charset="0"/>
                <a:ea typeface="Calibri" panose="020F0502020204030204" pitchFamily="34" charset="0"/>
                <a:cs typeface="Times New Roman" panose="02020603050405020304" pitchFamily="18" charset="0"/>
              </a:rPr>
              <a:t>  </a:t>
            </a:r>
            <a:r>
              <a:rPr lang="en-US" sz="2500" kern="100" dirty="0" err="1">
                <a:solidFill>
                  <a:srgbClr val="538135"/>
                </a:solidFill>
                <a:effectLst/>
                <a:latin typeface="Lucida Console" panose="020B0609040504020204" pitchFamily="49" charset="0"/>
                <a:ea typeface="Calibri" panose="020F0502020204030204" pitchFamily="34" charset="0"/>
                <a:cs typeface="Times New Roman" panose="02020603050405020304" pitchFamily="18" charset="0"/>
              </a:rPr>
              <a:t>geom_bar</a:t>
            </a:r>
            <a:r>
              <a:rPr lang="en-US" sz="2500" kern="100" dirty="0">
                <a:solidFill>
                  <a:srgbClr val="538135"/>
                </a:solidFill>
                <a:effectLst/>
                <a:latin typeface="Lucida Console" panose="020B0609040504020204" pitchFamily="49" charset="0"/>
                <a:ea typeface="Calibri" panose="020F0502020204030204" pitchFamily="34" charset="0"/>
                <a:cs typeface="Times New Roman" panose="02020603050405020304" pitchFamily="18" charset="0"/>
              </a:rPr>
              <a:t>() + </a:t>
            </a:r>
            <a:endParaRPr lang="en-US" sz="2500" kern="100" dirty="0">
              <a:effectLst/>
              <a:latin typeface="Calibri" panose="020F0502020204030204" pitchFamily="34" charset="0"/>
              <a:ea typeface="Calibri" panose="020F0502020204030204" pitchFamily="34" charset="0"/>
              <a:cs typeface="Times New Roman" panose="02020603050405020304" pitchFamily="18" charset="0"/>
            </a:endParaRPr>
          </a:p>
          <a:p>
            <a:pPr marL="0" marR="0" algn="just">
              <a:lnSpc>
                <a:spcPct val="107000"/>
              </a:lnSpc>
              <a:spcBef>
                <a:spcPts val="0"/>
              </a:spcBef>
              <a:spcAft>
                <a:spcPts val="800"/>
              </a:spcAft>
            </a:pPr>
            <a:r>
              <a:rPr lang="en-US" sz="2500" kern="100" dirty="0">
                <a:solidFill>
                  <a:srgbClr val="538135"/>
                </a:solidFill>
                <a:effectLst/>
                <a:latin typeface="Lucida Console" panose="020B0609040504020204" pitchFamily="49" charset="0"/>
                <a:ea typeface="Calibri" panose="020F0502020204030204" pitchFamily="34" charset="0"/>
                <a:cs typeface="Times New Roman" panose="02020603050405020304" pitchFamily="18" charset="0"/>
              </a:rPr>
              <a:t>  labs(</a:t>
            </a:r>
            <a:endParaRPr lang="en-US" sz="2500" kern="100" dirty="0">
              <a:effectLst/>
              <a:latin typeface="Calibri" panose="020F0502020204030204" pitchFamily="34" charset="0"/>
              <a:ea typeface="Calibri" panose="020F0502020204030204" pitchFamily="34" charset="0"/>
              <a:cs typeface="Times New Roman" panose="02020603050405020304" pitchFamily="18" charset="0"/>
            </a:endParaRPr>
          </a:p>
          <a:p>
            <a:pPr marL="0" marR="0" algn="just">
              <a:lnSpc>
                <a:spcPct val="107000"/>
              </a:lnSpc>
              <a:spcBef>
                <a:spcPts val="0"/>
              </a:spcBef>
              <a:spcAft>
                <a:spcPts val="800"/>
              </a:spcAft>
            </a:pPr>
            <a:r>
              <a:rPr lang="en-US" sz="2500" kern="100" dirty="0">
                <a:solidFill>
                  <a:srgbClr val="538135"/>
                </a:solidFill>
                <a:effectLst/>
                <a:latin typeface="Lucida Console" panose="020B0609040504020204" pitchFamily="49" charset="0"/>
                <a:ea typeface="Calibri" panose="020F0502020204030204" pitchFamily="34" charset="0"/>
                <a:cs typeface="Times New Roman" panose="02020603050405020304" pitchFamily="18" charset="0"/>
              </a:rPr>
              <a:t>    title = "Bar Graph",</a:t>
            </a:r>
            <a:endParaRPr lang="en-US" sz="2500" kern="100" dirty="0">
              <a:effectLst/>
              <a:latin typeface="Calibri" panose="020F0502020204030204" pitchFamily="34" charset="0"/>
              <a:ea typeface="Calibri" panose="020F0502020204030204" pitchFamily="34" charset="0"/>
              <a:cs typeface="Times New Roman" panose="02020603050405020304" pitchFamily="18" charset="0"/>
            </a:endParaRPr>
          </a:p>
          <a:p>
            <a:pPr marL="0" marR="0" algn="just">
              <a:lnSpc>
                <a:spcPct val="107000"/>
              </a:lnSpc>
              <a:spcBef>
                <a:spcPts val="0"/>
              </a:spcBef>
              <a:spcAft>
                <a:spcPts val="800"/>
              </a:spcAft>
            </a:pPr>
            <a:r>
              <a:rPr lang="en-US" sz="2500" kern="100" dirty="0">
                <a:solidFill>
                  <a:srgbClr val="538135"/>
                </a:solidFill>
                <a:effectLst/>
                <a:latin typeface="Lucida Console" panose="020B0609040504020204" pitchFamily="49" charset="0"/>
                <a:ea typeface="Calibri" panose="020F0502020204030204" pitchFamily="34" charset="0"/>
                <a:cs typeface="Times New Roman" panose="02020603050405020304" pitchFamily="18" charset="0"/>
              </a:rPr>
              <a:t>    x = "Cylinders",</a:t>
            </a:r>
            <a:endParaRPr lang="en-US" sz="2500" kern="100" dirty="0">
              <a:effectLst/>
              <a:latin typeface="Calibri" panose="020F0502020204030204" pitchFamily="34" charset="0"/>
              <a:ea typeface="Calibri" panose="020F0502020204030204" pitchFamily="34" charset="0"/>
              <a:cs typeface="Times New Roman" panose="02020603050405020304" pitchFamily="18" charset="0"/>
            </a:endParaRPr>
          </a:p>
          <a:p>
            <a:pPr marL="0" marR="0" algn="just">
              <a:lnSpc>
                <a:spcPct val="107000"/>
              </a:lnSpc>
              <a:spcBef>
                <a:spcPts val="0"/>
              </a:spcBef>
              <a:spcAft>
                <a:spcPts val="800"/>
              </a:spcAft>
            </a:pPr>
            <a:r>
              <a:rPr lang="en-US" sz="2500" kern="100" dirty="0">
                <a:solidFill>
                  <a:srgbClr val="538135"/>
                </a:solidFill>
                <a:effectLst/>
                <a:latin typeface="Lucida Console" panose="020B0609040504020204" pitchFamily="49" charset="0"/>
                <a:ea typeface="Calibri" panose="020F0502020204030204" pitchFamily="34" charset="0"/>
                <a:cs typeface="Times New Roman" panose="02020603050405020304" pitchFamily="18" charset="0"/>
              </a:rPr>
              <a:t>    y = "Total Number",</a:t>
            </a:r>
            <a:endParaRPr lang="en-US" sz="2500" kern="100" dirty="0">
              <a:effectLst/>
              <a:latin typeface="Calibri" panose="020F0502020204030204" pitchFamily="34" charset="0"/>
              <a:ea typeface="Calibri" panose="020F0502020204030204" pitchFamily="34" charset="0"/>
              <a:cs typeface="Times New Roman" panose="02020603050405020304" pitchFamily="18" charset="0"/>
            </a:endParaRPr>
          </a:p>
          <a:p>
            <a:pPr marL="0" marR="0" algn="just">
              <a:lnSpc>
                <a:spcPct val="107000"/>
              </a:lnSpc>
              <a:spcBef>
                <a:spcPts val="0"/>
              </a:spcBef>
              <a:spcAft>
                <a:spcPts val="800"/>
              </a:spcAft>
            </a:pPr>
            <a:r>
              <a:rPr lang="en-US" sz="2500" kern="100" dirty="0">
                <a:solidFill>
                  <a:srgbClr val="538135"/>
                </a:solidFill>
                <a:effectLst/>
                <a:latin typeface="Lucida Console" panose="020B0609040504020204" pitchFamily="49" charset="0"/>
                <a:ea typeface="Calibri" panose="020F0502020204030204" pitchFamily="34" charset="0"/>
                <a:cs typeface="Times New Roman" panose="02020603050405020304" pitchFamily="18" charset="0"/>
              </a:rPr>
              <a:t>    fill = "La </a:t>
            </a:r>
            <a:r>
              <a:rPr lang="en-US" sz="2500" kern="100" dirty="0" err="1">
                <a:solidFill>
                  <a:srgbClr val="538135"/>
                </a:solidFill>
                <a:effectLst/>
                <a:latin typeface="Lucida Console" panose="020B0609040504020204" pitchFamily="49" charset="0"/>
                <a:ea typeface="Calibri" panose="020F0502020204030204" pitchFamily="34" charset="0"/>
                <a:cs typeface="Times New Roman" panose="02020603050405020304" pitchFamily="18" charset="0"/>
              </a:rPr>
              <a:t>La</a:t>
            </a:r>
            <a:r>
              <a:rPr lang="en-US" sz="2500" kern="100" dirty="0">
                <a:solidFill>
                  <a:srgbClr val="538135"/>
                </a:solidFill>
                <a:effectLst/>
                <a:latin typeface="Lucida Console" panose="020B0609040504020204" pitchFamily="49" charset="0"/>
                <a:ea typeface="Calibri" panose="020F0502020204030204" pitchFamily="34" charset="0"/>
                <a:cs typeface="Times New Roman" panose="02020603050405020304" pitchFamily="18" charset="0"/>
              </a:rPr>
              <a:t> </a:t>
            </a:r>
            <a:r>
              <a:rPr lang="en-US" sz="2500" kern="100" dirty="0" err="1">
                <a:solidFill>
                  <a:srgbClr val="538135"/>
                </a:solidFill>
                <a:effectLst/>
                <a:latin typeface="Lucida Console" panose="020B0609040504020204" pitchFamily="49" charset="0"/>
                <a:ea typeface="Calibri" panose="020F0502020204030204" pitchFamily="34" charset="0"/>
                <a:cs typeface="Times New Roman" panose="02020603050405020304" pitchFamily="18" charset="0"/>
              </a:rPr>
              <a:t>La</a:t>
            </a:r>
            <a:r>
              <a:rPr lang="en-US" sz="2500" kern="100" dirty="0">
                <a:solidFill>
                  <a:srgbClr val="538135"/>
                </a:solidFill>
                <a:effectLst/>
                <a:latin typeface="Lucida Console" panose="020B0609040504020204" pitchFamily="49" charset="0"/>
                <a:ea typeface="Calibri" panose="020F0502020204030204" pitchFamily="34" charset="0"/>
                <a:cs typeface="Times New Roman" panose="02020603050405020304" pitchFamily="18" charset="0"/>
              </a:rPr>
              <a:t>"  </a:t>
            </a:r>
            <a:endParaRPr lang="en-US" sz="2500" kern="100" dirty="0">
              <a:effectLst/>
              <a:latin typeface="Calibri" panose="020F0502020204030204" pitchFamily="34" charset="0"/>
              <a:ea typeface="Calibri" panose="020F0502020204030204" pitchFamily="34" charset="0"/>
              <a:cs typeface="Times New Roman" panose="02020603050405020304" pitchFamily="18" charset="0"/>
            </a:endParaRPr>
          </a:p>
          <a:p>
            <a:pPr marL="0" marR="0" algn="just">
              <a:lnSpc>
                <a:spcPct val="107000"/>
              </a:lnSpc>
              <a:spcBef>
                <a:spcPts val="0"/>
              </a:spcBef>
              <a:spcAft>
                <a:spcPts val="800"/>
              </a:spcAft>
            </a:pPr>
            <a:r>
              <a:rPr lang="en-US" sz="2500" kern="100" dirty="0">
                <a:solidFill>
                  <a:srgbClr val="538135"/>
                </a:solidFill>
                <a:effectLst/>
                <a:latin typeface="Lucida Console" panose="020B0609040504020204" pitchFamily="49" charset="0"/>
                <a:ea typeface="Calibri" panose="020F0502020204030204" pitchFamily="34" charset="0"/>
                <a:cs typeface="Times New Roman" panose="02020603050405020304" pitchFamily="18" charset="0"/>
              </a:rPr>
              <a:t>  )</a:t>
            </a:r>
            <a:endParaRPr lang="en-US" sz="2500" kern="100" dirty="0">
              <a:effectLst/>
              <a:latin typeface="Calibri" panose="020F0502020204030204" pitchFamily="34" charset="0"/>
              <a:ea typeface="Calibri" panose="020F0502020204030204" pitchFamily="34" charset="0"/>
              <a:cs typeface="Times New Roman" panose="02020603050405020304" pitchFamily="18" charset="0"/>
            </a:endParaRPr>
          </a:p>
          <a:p>
            <a:pPr marL="0" marR="0" algn="just">
              <a:lnSpc>
                <a:spcPct val="107000"/>
              </a:lnSpc>
              <a:spcBef>
                <a:spcPts val="0"/>
              </a:spcBef>
              <a:spcAft>
                <a:spcPts val="800"/>
              </a:spcAft>
            </a:pPr>
            <a:r>
              <a:rPr lang="en-US" sz="2500" kern="100" dirty="0">
                <a:solidFill>
                  <a:srgbClr val="538135"/>
                </a:solidFill>
                <a:effectLst/>
                <a:latin typeface="Lucida Console" panose="020B0609040504020204" pitchFamily="49" charset="0"/>
                <a:ea typeface="Calibri" panose="020F0502020204030204" pitchFamily="34" charset="0"/>
                <a:cs typeface="Times New Roman" panose="02020603050405020304" pitchFamily="18" charset="0"/>
              </a:rPr>
              <a:t>fig_21</a:t>
            </a:r>
            <a:endParaRPr lang="en-US" sz="2500" kern="100" dirty="0">
              <a:effectLst/>
              <a:latin typeface="Calibri" panose="020F0502020204030204" pitchFamily="34" charset="0"/>
              <a:ea typeface="Calibri" panose="020F0502020204030204" pitchFamily="34" charset="0"/>
              <a:cs typeface="Times New Roman" panose="02020603050405020304" pitchFamily="18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311881240"/>
      </p:ext>
    </p:extLst>
  </p:cSld>
  <p:clrMapOvr>
    <a:masterClrMapping/>
  </p:clrMapOvr>
</p:sld>
</file>

<file path=ppt/slides/slide3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1">
            <a:extLst>
              <a:ext uri="{FF2B5EF4-FFF2-40B4-BE49-F238E27FC236}">
                <a16:creationId xmlns:a16="http://schemas.microsoft.com/office/drawing/2014/main" id="{E2D41826-15C4-751A-3F5D-10B60B26A97F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2899955" y="685744"/>
            <a:ext cx="6992983" cy="589570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851197766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68</TotalTime>
  <Words>1693</Words>
  <Application>Microsoft Office PowerPoint</Application>
  <PresentationFormat>Widescreen</PresentationFormat>
  <Paragraphs>194</Paragraphs>
  <Slides>31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6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31</vt:i4>
      </vt:variant>
    </vt:vector>
  </HeadingPairs>
  <TitlesOfParts>
    <vt:vector size="38" baseType="lpstr">
      <vt:lpstr>Arial</vt:lpstr>
      <vt:lpstr>Calibri</vt:lpstr>
      <vt:lpstr>Calibri Light</vt:lpstr>
      <vt:lpstr>Lucida Console</vt:lpstr>
      <vt:lpstr>Symbol</vt:lpstr>
      <vt:lpstr>Times New Roman</vt:lpstr>
      <vt:lpstr>Office Theme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PowerPoint Presentation</dc:title>
  <dc:creator>Abdalla Mukhaimer, Widad</dc:creator>
  <cp:lastModifiedBy>Abdalla Mukhaimer, Widad</cp:lastModifiedBy>
  <cp:revision>1</cp:revision>
  <dcterms:created xsi:type="dcterms:W3CDTF">2024-10-21T04:45:40Z</dcterms:created>
  <dcterms:modified xsi:type="dcterms:W3CDTF">2024-10-24T19:35:35Z</dcterms:modified>
</cp:coreProperties>
</file>