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47" r:id="rId4"/>
    <p:sldId id="328" r:id="rId5"/>
    <p:sldId id="329" r:id="rId6"/>
    <p:sldId id="348" r:id="rId7"/>
    <p:sldId id="349" r:id="rId8"/>
    <p:sldId id="331" r:id="rId9"/>
    <p:sldId id="350" r:id="rId10"/>
    <p:sldId id="33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E3B95D-E21C-4411-BB17-80F00E8BE5CB}" v="27" dt="2024-09-04T01:03:34.1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B3E3B95D-E21C-4411-BB17-80F00E8BE5CB}"/>
    <pc:docChg chg="custSel addSld delSld modSld">
      <pc:chgData name="Abdalla Mukhaimer, Widad" userId="eed79641-8d75-4c66-a669-438ad56aff06" providerId="ADAL" clId="{B3E3B95D-E21C-4411-BB17-80F00E8BE5CB}" dt="2024-09-04T01:05:04.617" v="230" actId="114"/>
      <pc:docMkLst>
        <pc:docMk/>
      </pc:docMkLst>
      <pc:sldChg chg="modSp mod">
        <pc:chgData name="Abdalla Mukhaimer, Widad" userId="eed79641-8d75-4c66-a669-438ad56aff06" providerId="ADAL" clId="{B3E3B95D-E21C-4411-BB17-80F00E8BE5CB}" dt="2024-09-04T00:47:25.381" v="1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B3E3B95D-E21C-4411-BB17-80F00E8BE5CB}" dt="2024-09-04T00:47:25.381" v="1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83076080" sldId="257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2112075" sldId="258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633779932" sldId="25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349702556" sldId="260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70758460" sldId="26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631655099" sldId="262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892628154" sldId="263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493097616" sldId="264"/>
        </pc:sldMkLst>
      </pc:sldChg>
      <pc:sldChg chg="modSp mod">
        <pc:chgData name="Abdalla Mukhaimer, Widad" userId="eed79641-8d75-4c66-a669-438ad56aff06" providerId="ADAL" clId="{B3E3B95D-E21C-4411-BB17-80F00E8BE5CB}" dt="2024-09-04T00:54:50.011" v="93" actId="1076"/>
        <pc:sldMkLst>
          <pc:docMk/>
          <pc:sldMk cId="4067003934" sldId="265"/>
        </pc:sldMkLst>
        <pc:spChg chg="mod">
          <ac:chgData name="Abdalla Mukhaimer, Widad" userId="eed79641-8d75-4c66-a669-438ad56aff06" providerId="ADAL" clId="{B3E3B95D-E21C-4411-BB17-80F00E8BE5CB}" dt="2024-09-04T00:54:50.011" v="93" actId="1076"/>
          <ac:spMkLst>
            <pc:docMk/>
            <pc:sldMk cId="4067003934" sldId="265"/>
            <ac:spMk id="3" creationId="{046FE5AC-2EA7-8544-2768-C474F30BB943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0:55:32.892" v="100" actId="20577"/>
        <pc:sldMkLst>
          <pc:docMk/>
          <pc:sldMk cId="2447683089" sldId="266"/>
        </pc:sldMkLst>
        <pc:spChg chg="add mod">
          <ac:chgData name="Abdalla Mukhaimer, Widad" userId="eed79641-8d75-4c66-a669-438ad56aff06" providerId="ADAL" clId="{B3E3B95D-E21C-4411-BB17-80F00E8BE5CB}" dt="2024-09-04T00:55:32.892" v="100" actId="20577"/>
          <ac:spMkLst>
            <pc:docMk/>
            <pc:sldMk cId="2447683089" sldId="266"/>
            <ac:spMk id="3" creationId="{04628E53-F387-D335-E221-A5421145479B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505215913" sldId="266"/>
        </pc:sldMkLst>
      </pc:sldChg>
      <pc:sldChg chg="addSp modSp add mod">
        <pc:chgData name="Abdalla Mukhaimer, Widad" userId="eed79641-8d75-4c66-a669-438ad56aff06" providerId="ADAL" clId="{B3E3B95D-E21C-4411-BB17-80F00E8BE5CB}" dt="2024-09-04T00:56:10.091" v="107" actId="1076"/>
        <pc:sldMkLst>
          <pc:docMk/>
          <pc:sldMk cId="1016122106" sldId="267"/>
        </pc:sldMkLst>
        <pc:spChg chg="add mod">
          <ac:chgData name="Abdalla Mukhaimer, Widad" userId="eed79641-8d75-4c66-a669-438ad56aff06" providerId="ADAL" clId="{B3E3B95D-E21C-4411-BB17-80F00E8BE5CB}" dt="2024-09-04T00:56:10.091" v="107" actId="1076"/>
          <ac:spMkLst>
            <pc:docMk/>
            <pc:sldMk cId="1016122106" sldId="267"/>
            <ac:spMk id="3" creationId="{F4819C46-36FE-C514-2BA2-629FA0E3E2B7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24.079" v="111" actId="20577"/>
        <pc:sldMkLst>
          <pc:docMk/>
          <pc:sldMk cId="2890642587" sldId="268"/>
        </pc:sldMkLst>
        <pc:spChg chg="add mod">
          <ac:chgData name="Abdalla Mukhaimer, Widad" userId="eed79641-8d75-4c66-a669-438ad56aff06" providerId="ADAL" clId="{B3E3B95D-E21C-4411-BB17-80F00E8BE5CB}" dt="2024-09-04T00:56:24.079" v="111" actId="20577"/>
          <ac:spMkLst>
            <pc:docMk/>
            <pc:sldMk cId="2890642587" sldId="268"/>
            <ac:spMk id="3" creationId="{EB902E64-E92A-8E05-8112-10AF0BDBA4AE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49.019" v="117" actId="1076"/>
        <pc:sldMkLst>
          <pc:docMk/>
          <pc:sldMk cId="3745111227" sldId="269"/>
        </pc:sldMkLst>
        <pc:spChg chg="add mod">
          <ac:chgData name="Abdalla Mukhaimer, Widad" userId="eed79641-8d75-4c66-a669-438ad56aff06" providerId="ADAL" clId="{B3E3B95D-E21C-4411-BB17-80F00E8BE5CB}" dt="2024-09-04T00:56:49.019" v="117" actId="1076"/>
          <ac:spMkLst>
            <pc:docMk/>
            <pc:sldMk cId="3745111227" sldId="269"/>
            <ac:spMk id="3" creationId="{0584EB0D-F2E1-FA37-6085-23A2642F720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8:43.306" v="144" actId="1076"/>
        <pc:sldMkLst>
          <pc:docMk/>
          <pc:sldMk cId="3554967400" sldId="270"/>
        </pc:sldMkLst>
        <pc:spChg chg="add mod">
          <ac:chgData name="Abdalla Mukhaimer, Widad" userId="eed79641-8d75-4c66-a669-438ad56aff06" providerId="ADAL" clId="{B3E3B95D-E21C-4411-BB17-80F00E8BE5CB}" dt="2024-09-04T00:58:43.306" v="144" actId="1076"/>
          <ac:spMkLst>
            <pc:docMk/>
            <pc:sldMk cId="3554967400" sldId="270"/>
            <ac:spMk id="3" creationId="{DA6859F6-AF1F-2327-61B9-01F171FA7D4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7:11.559" v="122" actId="1076"/>
        <pc:sldMkLst>
          <pc:docMk/>
          <pc:sldMk cId="554581324" sldId="271"/>
        </pc:sldMkLst>
        <pc:spChg chg="add mod">
          <ac:chgData name="Abdalla Mukhaimer, Widad" userId="eed79641-8d75-4c66-a669-438ad56aff06" providerId="ADAL" clId="{B3E3B95D-E21C-4411-BB17-80F00E8BE5CB}" dt="2024-09-04T00:57:11.559" v="122" actId="1076"/>
          <ac:spMkLst>
            <pc:docMk/>
            <pc:sldMk cId="554581324" sldId="271"/>
            <ac:spMk id="3" creationId="{CBBCE30B-FF39-474D-F56B-EA07C97DE3AC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509982811" sldId="27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367738858" sldId="272"/>
        </pc:sldMkLst>
      </pc:sldChg>
      <pc:sldChg chg="addSp modSp add mod">
        <pc:chgData name="Abdalla Mukhaimer, Widad" userId="eed79641-8d75-4c66-a669-438ad56aff06" providerId="ADAL" clId="{B3E3B95D-E21C-4411-BB17-80F00E8BE5CB}" dt="2024-09-04T00:57:22.892" v="126" actId="14100"/>
        <pc:sldMkLst>
          <pc:docMk/>
          <pc:sldMk cId="4118345050" sldId="272"/>
        </pc:sldMkLst>
        <pc:picChg chg="add mod">
          <ac:chgData name="Abdalla Mukhaimer, Widad" userId="eed79641-8d75-4c66-a669-438ad56aff06" providerId="ADAL" clId="{B3E3B95D-E21C-4411-BB17-80F00E8BE5CB}" dt="2024-09-04T00:57:22.892" v="126" actId="14100"/>
          <ac:picMkLst>
            <pc:docMk/>
            <pc:sldMk cId="4118345050" sldId="272"/>
            <ac:picMk id="3" creationId="{D101EC6E-266E-047E-028F-DC6F366BFEA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057073083" sldId="273"/>
        </pc:sldMkLst>
      </pc:sldChg>
      <pc:sldChg chg="addSp modSp add mod">
        <pc:chgData name="Abdalla Mukhaimer, Widad" userId="eed79641-8d75-4c66-a669-438ad56aff06" providerId="ADAL" clId="{B3E3B95D-E21C-4411-BB17-80F00E8BE5CB}" dt="2024-09-04T00:58:06.309" v="133" actId="1076"/>
        <pc:sldMkLst>
          <pc:docMk/>
          <pc:sldMk cId="1962175857" sldId="273"/>
        </pc:sldMkLst>
        <pc:spChg chg="add mod">
          <ac:chgData name="Abdalla Mukhaimer, Widad" userId="eed79641-8d75-4c66-a669-438ad56aff06" providerId="ADAL" clId="{B3E3B95D-E21C-4411-BB17-80F00E8BE5CB}" dt="2024-09-04T00:58:06.309" v="133" actId="1076"/>
          <ac:spMkLst>
            <pc:docMk/>
            <pc:sldMk cId="1962175857" sldId="273"/>
            <ac:spMk id="3" creationId="{17B42110-B279-C486-4D43-21C51E132D19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124954933" sldId="274"/>
        </pc:sldMkLst>
      </pc:sldChg>
      <pc:sldChg chg="addSp modSp add mod">
        <pc:chgData name="Abdalla Mukhaimer, Widad" userId="eed79641-8d75-4c66-a669-438ad56aff06" providerId="ADAL" clId="{B3E3B95D-E21C-4411-BB17-80F00E8BE5CB}" dt="2024-09-04T00:59:35.440" v="158" actId="1076"/>
        <pc:sldMkLst>
          <pc:docMk/>
          <pc:sldMk cId="4029866266" sldId="274"/>
        </pc:sldMkLst>
        <pc:spChg chg="add mod">
          <ac:chgData name="Abdalla Mukhaimer, Widad" userId="eed79641-8d75-4c66-a669-438ad56aff06" providerId="ADAL" clId="{B3E3B95D-E21C-4411-BB17-80F00E8BE5CB}" dt="2024-09-04T00:51:06.381" v="40"/>
          <ac:spMkLst>
            <pc:docMk/>
            <pc:sldMk cId="4029866266" sldId="274"/>
            <ac:spMk id="3" creationId="{581B5626-64A2-F245-FE6A-CAAFF9A375A5}"/>
          </ac:spMkLst>
        </pc:spChg>
        <pc:spChg chg="add mod">
          <ac:chgData name="Abdalla Mukhaimer, Widad" userId="eed79641-8d75-4c66-a669-438ad56aff06" providerId="ADAL" clId="{B3E3B95D-E21C-4411-BB17-80F00E8BE5CB}" dt="2024-09-04T00:59:29.547" v="154" actId="20577"/>
          <ac:spMkLst>
            <pc:docMk/>
            <pc:sldMk cId="4029866266" sldId="274"/>
            <ac:spMk id="5" creationId="{54DFD19E-6846-89A4-559D-BA57F0DF5F81}"/>
          </ac:spMkLst>
        </pc:spChg>
        <pc:graphicFrameChg chg="add mod">
          <ac:chgData name="Abdalla Mukhaimer, Widad" userId="eed79641-8d75-4c66-a669-438ad56aff06" providerId="ADAL" clId="{B3E3B95D-E21C-4411-BB17-80F00E8BE5CB}" dt="2024-09-04T00:51:04.824" v="39"/>
          <ac:graphicFrameMkLst>
            <pc:docMk/>
            <pc:sldMk cId="4029866266" sldId="274"/>
            <ac:graphicFrameMk id="2" creationId="{4DAC7A47-4132-2ABA-A670-0FE3DF2D043F}"/>
          </ac:graphicFrameMkLst>
        </pc:graphicFrameChg>
        <pc:picChg chg="add mod">
          <ac:chgData name="Abdalla Mukhaimer, Widad" userId="eed79641-8d75-4c66-a669-438ad56aff06" providerId="ADAL" clId="{B3E3B95D-E21C-4411-BB17-80F00E8BE5CB}" dt="2024-09-04T00:59:35.440" v="158" actId="1076"/>
          <ac:picMkLst>
            <pc:docMk/>
            <pc:sldMk cId="4029866266" sldId="274"/>
            <ac:picMk id="7" creationId="{9369C18E-2017-0455-4A12-5C62D792C07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63350564" sldId="275"/>
        </pc:sldMkLst>
      </pc:sldChg>
      <pc:sldChg chg="addSp modSp add mod">
        <pc:chgData name="Abdalla Mukhaimer, Widad" userId="eed79641-8d75-4c66-a669-438ad56aff06" providerId="ADAL" clId="{B3E3B95D-E21C-4411-BB17-80F00E8BE5CB}" dt="2024-09-04T01:00:29.152" v="178" actId="20577"/>
        <pc:sldMkLst>
          <pc:docMk/>
          <pc:sldMk cId="3154682062" sldId="275"/>
        </pc:sldMkLst>
        <pc:spChg chg="add mod">
          <ac:chgData name="Abdalla Mukhaimer, Widad" userId="eed79641-8d75-4c66-a669-438ad56aff06" providerId="ADAL" clId="{B3E3B95D-E21C-4411-BB17-80F00E8BE5CB}" dt="2024-09-04T01:00:29.152" v="178" actId="20577"/>
          <ac:spMkLst>
            <pc:docMk/>
            <pc:sldMk cId="3154682062" sldId="275"/>
            <ac:spMk id="3" creationId="{C2E063A1-E7D6-FC06-4774-8A742BA739F9}"/>
          </ac:spMkLst>
        </pc:spChg>
        <pc:picChg chg="add mod">
          <ac:chgData name="Abdalla Mukhaimer, Widad" userId="eed79641-8d75-4c66-a669-438ad56aff06" providerId="ADAL" clId="{B3E3B95D-E21C-4411-BB17-80F00E8BE5CB}" dt="2024-09-04T01:00:27.231" v="177" actId="1076"/>
          <ac:picMkLst>
            <pc:docMk/>
            <pc:sldMk cId="3154682062" sldId="275"/>
            <ac:picMk id="5" creationId="{CED03651-B2BA-D2F9-EE99-19899E46D9BA}"/>
          </ac:picMkLst>
        </pc:pic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63689349" sldId="276"/>
        </pc:sldMkLst>
      </pc:sldChg>
      <pc:sldChg chg="addSp modSp add mod">
        <pc:chgData name="Abdalla Mukhaimer, Widad" userId="eed79641-8d75-4c66-a669-438ad56aff06" providerId="ADAL" clId="{B3E3B95D-E21C-4411-BB17-80F00E8BE5CB}" dt="2024-09-04T01:05:04.617" v="230" actId="114"/>
        <pc:sldMkLst>
          <pc:docMk/>
          <pc:sldMk cId="2924833964" sldId="276"/>
        </pc:sldMkLst>
        <pc:spChg chg="add mod">
          <ac:chgData name="Abdalla Mukhaimer, Widad" userId="eed79641-8d75-4c66-a669-438ad56aff06" providerId="ADAL" clId="{B3E3B95D-E21C-4411-BB17-80F00E8BE5CB}" dt="2024-09-04T01:05:04.617" v="230" actId="114"/>
          <ac:spMkLst>
            <pc:docMk/>
            <pc:sldMk cId="2924833964" sldId="276"/>
            <ac:spMk id="3" creationId="{06D29E79-C041-C24B-4240-3E9C521303B3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1042248246" sldId="277"/>
        </pc:sldMkLst>
      </pc:sldChg>
      <pc:sldChg chg="addSp modSp add mod">
        <pc:chgData name="Abdalla Mukhaimer, Widad" userId="eed79641-8d75-4c66-a669-438ad56aff06" providerId="ADAL" clId="{B3E3B95D-E21C-4411-BB17-80F00E8BE5CB}" dt="2024-09-04T01:01:20.997" v="191" actId="20577"/>
        <pc:sldMkLst>
          <pc:docMk/>
          <pc:sldMk cId="2995701745" sldId="277"/>
        </pc:sldMkLst>
        <pc:spChg chg="add mod">
          <ac:chgData name="Abdalla Mukhaimer, Widad" userId="eed79641-8d75-4c66-a669-438ad56aff06" providerId="ADAL" clId="{B3E3B95D-E21C-4411-BB17-80F00E8BE5CB}" dt="2024-09-04T01:01:20.997" v="191" actId="20577"/>
          <ac:spMkLst>
            <pc:docMk/>
            <pc:sldMk cId="2995701745" sldId="277"/>
            <ac:spMk id="3" creationId="{A1D66702-E7CB-EE38-0E2D-45224CB7D5DE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1:02:07.891" v="200" actId="20577"/>
        <pc:sldMkLst>
          <pc:docMk/>
          <pc:sldMk cId="1385072485" sldId="278"/>
        </pc:sldMkLst>
        <pc:spChg chg="add mod">
          <ac:chgData name="Abdalla Mukhaimer, Widad" userId="eed79641-8d75-4c66-a669-438ad56aff06" providerId="ADAL" clId="{B3E3B95D-E21C-4411-BB17-80F00E8BE5CB}" dt="2024-09-04T01:02:07.891" v="200" actId="20577"/>
          <ac:spMkLst>
            <pc:docMk/>
            <pc:sldMk cId="1385072485" sldId="278"/>
            <ac:spMk id="3" creationId="{085131DE-0561-5BA2-A934-1C742528A918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780270585" sldId="278"/>
        </pc:sldMkLst>
      </pc:sldChg>
      <pc:sldChg chg="addSp modSp add mod">
        <pc:chgData name="Abdalla Mukhaimer, Widad" userId="eed79641-8d75-4c66-a669-438ad56aff06" providerId="ADAL" clId="{B3E3B95D-E21C-4411-BB17-80F00E8BE5CB}" dt="2024-09-04T01:02:45.204" v="206" actId="1076"/>
        <pc:sldMkLst>
          <pc:docMk/>
          <pc:sldMk cId="3168257986" sldId="279"/>
        </pc:sldMkLst>
        <pc:spChg chg="add mod">
          <ac:chgData name="Abdalla Mukhaimer, Widad" userId="eed79641-8d75-4c66-a669-438ad56aff06" providerId="ADAL" clId="{B3E3B95D-E21C-4411-BB17-80F00E8BE5CB}" dt="2024-09-04T01:02:45.204" v="206" actId="1076"/>
          <ac:spMkLst>
            <pc:docMk/>
            <pc:sldMk cId="3168257986" sldId="279"/>
            <ac:spMk id="3" creationId="{21F13B50-D8AC-3BE6-2BD0-4CD2B67939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210071347" sldId="27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19145651" sldId="280"/>
        </pc:sldMkLst>
      </pc:sldChg>
      <pc:sldChg chg="addSp modSp add mod">
        <pc:chgData name="Abdalla Mukhaimer, Widad" userId="eed79641-8d75-4c66-a669-438ad56aff06" providerId="ADAL" clId="{B3E3B95D-E21C-4411-BB17-80F00E8BE5CB}" dt="2024-09-04T01:03:04.713" v="212" actId="1076"/>
        <pc:sldMkLst>
          <pc:docMk/>
          <pc:sldMk cId="3277280875" sldId="280"/>
        </pc:sldMkLst>
        <pc:spChg chg="add mod">
          <ac:chgData name="Abdalla Mukhaimer, Widad" userId="eed79641-8d75-4c66-a669-438ad56aff06" providerId="ADAL" clId="{B3E3B95D-E21C-4411-BB17-80F00E8BE5CB}" dt="2024-09-04T01:03:04.713" v="212" actId="1076"/>
          <ac:spMkLst>
            <pc:docMk/>
            <pc:sldMk cId="3277280875" sldId="280"/>
            <ac:spMk id="3" creationId="{E8AF3420-1C5D-A340-BA25-57190B832806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1:04:06.567" v="228" actId="1076"/>
        <pc:sldMkLst>
          <pc:docMk/>
          <pc:sldMk cId="1283477161" sldId="281"/>
        </pc:sldMkLst>
        <pc:spChg chg="add">
          <ac:chgData name="Abdalla Mukhaimer, Widad" userId="eed79641-8d75-4c66-a669-438ad56aff06" providerId="ADAL" clId="{B3E3B95D-E21C-4411-BB17-80F00E8BE5CB}" dt="2024-09-04T00:53:17.794" v="81"/>
          <ac:spMkLst>
            <pc:docMk/>
            <pc:sldMk cId="1283477161" sldId="281"/>
            <ac:spMk id="2" creationId="{7CD8F410-570B-F2FD-F2DF-07ADC72A6798}"/>
          </ac:spMkLst>
        </pc:spChg>
        <pc:spChg chg="add mod">
          <ac:chgData name="Abdalla Mukhaimer, Widad" userId="eed79641-8d75-4c66-a669-438ad56aff06" providerId="ADAL" clId="{B3E3B95D-E21C-4411-BB17-80F00E8BE5CB}" dt="2024-09-04T01:03:39.062" v="223" actId="15"/>
          <ac:spMkLst>
            <pc:docMk/>
            <pc:sldMk cId="1283477161" sldId="281"/>
            <ac:spMk id="3" creationId="{F37E1351-52CE-1CC1-4A6F-DC3092EB32C2}"/>
          </ac:spMkLst>
        </pc:spChg>
        <pc:picChg chg="add mod">
          <ac:chgData name="Abdalla Mukhaimer, Widad" userId="eed79641-8d75-4c66-a669-438ad56aff06" providerId="ADAL" clId="{B3E3B95D-E21C-4411-BB17-80F00E8BE5CB}" dt="2024-09-04T01:04:06.567" v="228" actId="1076"/>
          <ac:picMkLst>
            <pc:docMk/>
            <pc:sldMk cId="1283477161" sldId="281"/>
            <ac:picMk id="5" creationId="{E901C9CF-8C56-8317-FFE1-48C80E592736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087888029" sldId="281"/>
        </pc:sldMkLst>
      </pc:sldChg>
      <pc:sldChg chg="add del">
        <pc:chgData name="Abdalla Mukhaimer, Widad" userId="eed79641-8d75-4c66-a669-438ad56aff06" providerId="ADAL" clId="{B3E3B95D-E21C-4411-BB17-80F00E8BE5CB}" dt="2024-09-04T00:53:50.221" v="86" actId="47"/>
        <pc:sldMkLst>
          <pc:docMk/>
          <pc:sldMk cId="1156240079" sldId="282"/>
        </pc:sldMkLst>
      </pc:sldChg>
      <pc:sldChg chg="modSp add mod">
        <pc:chgData name="Abdalla Mukhaimer, Widad" userId="eed79641-8d75-4c66-a669-438ad56aff06" providerId="ADAL" clId="{B3E3B95D-E21C-4411-BB17-80F00E8BE5CB}" dt="2024-09-04T00:55:39.596" v="102" actId="1076"/>
        <pc:sldMkLst>
          <pc:docMk/>
          <pc:sldMk cId="3308334322" sldId="282"/>
        </pc:sldMkLst>
        <pc:spChg chg="mod">
          <ac:chgData name="Abdalla Mukhaimer, Widad" userId="eed79641-8d75-4c66-a669-438ad56aff06" providerId="ADAL" clId="{B3E3B95D-E21C-4411-BB17-80F00E8BE5CB}" dt="2024-09-04T00:55:39.596" v="102" actId="1076"/>
          <ac:spMkLst>
            <pc:docMk/>
            <pc:sldMk cId="3308334322" sldId="282"/>
            <ac:spMk id="3" creationId="{04628E53-F387-D335-E221-A5421145479B}"/>
          </ac:spMkLst>
        </pc:spChg>
      </pc:sldChg>
      <pc:sldChg chg="modSp add mod">
        <pc:chgData name="Abdalla Mukhaimer, Widad" userId="eed79641-8d75-4c66-a669-438ad56aff06" providerId="ADAL" clId="{B3E3B95D-E21C-4411-BB17-80F00E8BE5CB}" dt="2024-09-04T01:00:04.166" v="166" actId="20577"/>
        <pc:sldMkLst>
          <pc:docMk/>
          <pc:sldMk cId="3086146959" sldId="283"/>
        </pc:sldMkLst>
        <pc:spChg chg="mod">
          <ac:chgData name="Abdalla Mukhaimer, Widad" userId="eed79641-8d75-4c66-a669-438ad56aff06" providerId="ADAL" clId="{B3E3B95D-E21C-4411-BB17-80F00E8BE5CB}" dt="2024-09-04T01:00:04.166" v="166" actId="20577"/>
          <ac:spMkLst>
            <pc:docMk/>
            <pc:sldMk cId="3086146959" sldId="283"/>
            <ac:spMk id="5" creationId="{54DFD19E-6846-89A4-559D-BA57F0DF5F81}"/>
          </ac:spMkLst>
        </pc:spChg>
        <pc:picChg chg="mod">
          <ac:chgData name="Abdalla Mukhaimer, Widad" userId="eed79641-8d75-4c66-a669-438ad56aff06" providerId="ADAL" clId="{B3E3B95D-E21C-4411-BB17-80F00E8BE5CB}" dt="2024-09-04T01:00:01.511" v="165" actId="1076"/>
          <ac:picMkLst>
            <pc:docMk/>
            <pc:sldMk cId="3086146959" sldId="283"/>
            <ac:picMk id="7" creationId="{9369C18E-2017-0455-4A12-5C62D792C072}"/>
          </ac:picMkLst>
        </pc:picChg>
      </pc:sldChg>
      <pc:sldChg chg="add del">
        <pc:chgData name="Abdalla Mukhaimer, Widad" userId="eed79641-8d75-4c66-a669-438ad56aff06" providerId="ADAL" clId="{B3E3B95D-E21C-4411-BB17-80F00E8BE5CB}" dt="2024-09-04T00:53:51.304" v="87" actId="47"/>
        <pc:sldMkLst>
          <pc:docMk/>
          <pc:sldMk cId="4266823928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BCE2-5EAA-341D-B287-16F65969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62596-7499-4A15-8476-2E128308F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05C-CC92-737D-2C3E-A490474D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11A0-33E5-0384-25E3-5D0B8937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954F-286A-5395-3450-7ACF46CE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5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A4D2-FE76-AD58-0707-2376D55D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79D5-614C-B2DC-406F-525F844D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D654-E0C4-24B3-4FE7-39C9A45C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0730-91E4-1FED-0965-F0640C13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42A92-C9D0-3223-E0D7-75F416BD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D7D5-8111-1377-0850-E4DBB907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BF9DE-FDED-EFCF-DF3D-210ED5420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8783-C276-5A2E-62DA-66C205E3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819E-3459-D184-7171-A8D545A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EE9F-058D-6AAA-EAB6-95EC9003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2419-3DC6-E966-BC68-9D6651D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944F-A179-3381-DE9D-4AFD3D3A4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02F2-5A8D-0A96-6208-BAD68A441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ED03-9FA7-18AD-7AEC-B8E8F70B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616ED-DC7C-3DB2-645B-D9AEC52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E00FC-E702-6E79-65A6-AD22126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4749-FA30-E5AB-3817-D8572602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57EF-5044-BF3D-8DB1-E71617E5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B04B3-A1FB-FB10-CBB7-19547789E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A318-64F8-DDCC-ED86-7FAB53D93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432DD-3A7E-129F-08FB-19AEECC55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809B6-52DB-9ADC-9744-FD4B670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3EAC5-8B66-4A70-ABBA-49577891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A69D-9848-DFAF-0C95-73F995EA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6896-7DA2-7ABD-7334-006436F7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9B4A9-F42E-7FB1-DE96-6E4C1EF9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C3E5-4AD6-3134-38A1-B7D35756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9435-183E-6410-B3A4-3511C877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A27E-9C6A-D1EB-2FEF-B06DF6B3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AA566-E4BE-53D3-D085-9B03007C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1A61-00C6-CE16-5834-7A580260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D2D-15F7-60AD-15D5-87B5DAE2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87D1-A7CB-71F8-1121-038C6B6AE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C3335-FE7D-F6F9-527F-2E63F021E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FE721-D4C9-A8F4-613C-2080ED8A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4FD10-F162-08C1-FEC7-5F120654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3A1F6-A5C3-E0F7-BA78-5AD1CEB4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6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9AE3-50DA-CED6-4B8F-DF79D868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EBEDB-BE52-A8BB-BA13-E9273BD2A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3B94-5383-AFFA-86EA-D680945E9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9DF1-B5B4-7ADC-3B72-2DE58E6A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D876-43D9-0797-045A-25C405D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8222-EEE4-02CC-373C-512BEFA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E998-09FD-9BA2-38D9-45BF3CC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6C5B-1DC3-6099-44A8-41C3B2C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4EBB-C5CC-5774-F15B-FE429E10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F9F4-2EF4-AD3E-104C-AD2B95CA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73E2-315E-1DF3-8767-9034BC05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9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4CC48-7399-8CCC-0CC0-06A99DEA7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43295-780E-7352-D5F1-3FC9ACA1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623B-2E8D-BFC0-A5B6-E2AEADE2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F9D8-E296-6216-ED79-3B7A67EF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1819-6F2E-8E4E-0185-5C7C1AB2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8D9FD-43ED-AE24-1112-DA6BE6A5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84978-ED41-8C7C-CB00-DBA81920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2DD31-F459-AFE0-A3B2-69CA3C02C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AEF5-DD8A-4250-86F8-15AEBE73A4D5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B0BA-7374-3C07-4E42-E5F279FC6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F6CC-650E-9631-CDA6-8B142657E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DE3B64-432C-802E-F8EF-A9F7B0F3A1CE}"/>
              </a:ext>
            </a:extLst>
          </p:cNvPr>
          <p:cNvSpPr txBox="1"/>
          <p:nvPr/>
        </p:nvSpPr>
        <p:spPr>
          <a:xfrm>
            <a:off x="3047223" y="2210318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Wrangling – Part 3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988164"/>
            <a:ext cx="6096000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mutate()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557348" y="2574713"/>
            <a:ext cx="11077304" cy="284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new_dataframe_name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dataframe_name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mutate(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new_column_name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computation you 								want to do)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12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988164"/>
            <a:ext cx="6096000" cy="191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mutate()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F8F92-1F65-7C93-C270-95B0D776F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8" y="2907920"/>
            <a:ext cx="11489463" cy="24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2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CBEDA-CA71-269F-BB50-98AE9481AF11}"/>
              </a:ext>
            </a:extLst>
          </p:cNvPr>
          <p:cNvSpPr txBox="1"/>
          <p:nvPr/>
        </p:nvSpPr>
        <p:spPr>
          <a:xfrm>
            <a:off x="592181" y="319363"/>
            <a:ext cx="11007635" cy="284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Add a new variable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income_per_month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calculated from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mutate(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income_per_month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/ 12)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FA82D-5DB2-6C70-5251-3B0AC4474B57}"/>
              </a:ext>
            </a:extLst>
          </p:cNvPr>
          <p:cNvSpPr txBox="1"/>
          <p:nvPr/>
        </p:nvSpPr>
        <p:spPr>
          <a:xfrm>
            <a:off x="592179" y="3429000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A224B-D6BD-8360-86BF-A8900F006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1" y="4253396"/>
            <a:ext cx="11938778" cy="21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0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A4E15-D520-9572-D149-63EF088C5C1E}"/>
              </a:ext>
            </a:extLst>
          </p:cNvPr>
          <p:cNvSpPr txBox="1"/>
          <p:nvPr/>
        </p:nvSpPr>
        <p:spPr>
          <a:xfrm>
            <a:off x="487679" y="430250"/>
            <a:ext cx="10580915" cy="218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new variable called "status" based on "age"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 &lt;-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5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mutate(status = </a:t>
            </a:r>
            <a:r>
              <a:rPr lang="en-US" sz="25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ifelse</a:t>
            </a:r>
            <a:r>
              <a:rPr lang="en-US" sz="25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(Age &gt; 30, "</a:t>
            </a:r>
            <a:r>
              <a:rPr lang="en-US" sz="25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Older","Younger</a:t>
            </a:r>
            <a:r>
              <a:rPr lang="en-US" sz="25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"))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7885E-56A5-DE23-01C9-18815EA64743}"/>
              </a:ext>
            </a:extLst>
          </p:cNvPr>
          <p:cNvSpPr txBox="1"/>
          <p:nvPr/>
        </p:nvSpPr>
        <p:spPr>
          <a:xfrm>
            <a:off x="592181" y="3329047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F835F-0D6A-5E99-3955-7B846D24F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1" y="4253396"/>
            <a:ext cx="11938778" cy="21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83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99D54F-F0CE-599D-4068-28516A00701C}"/>
              </a:ext>
            </a:extLst>
          </p:cNvPr>
          <p:cNvSpPr txBox="1"/>
          <p:nvPr/>
        </p:nvSpPr>
        <p:spPr>
          <a:xfrm>
            <a:off x="600891" y="1284229"/>
            <a:ext cx="9292046" cy="563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table(example_2$Age, example_2$status)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467D4-50F0-E159-42D8-050159E6B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575" y="2398850"/>
            <a:ext cx="7623122" cy="290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01E430-3D39-A19C-5C48-6EE3DDD5FBF1}"/>
              </a:ext>
            </a:extLst>
          </p:cNvPr>
          <p:cNvSpPr txBox="1"/>
          <p:nvPr/>
        </p:nvSpPr>
        <p:spPr>
          <a:xfrm>
            <a:off x="1629281" y="1503864"/>
            <a:ext cx="8498788" cy="3546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case_when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boolean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expression ~ value_1,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boolean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expression ~ value_2,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...,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TRUE ~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default_value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997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E1B79D-166B-B7D7-20A4-78068B1E7908}"/>
              </a:ext>
            </a:extLst>
          </p:cNvPr>
          <p:cNvSpPr txBox="1"/>
          <p:nvPr/>
        </p:nvSpPr>
        <p:spPr>
          <a:xfrm>
            <a:off x="423861" y="236713"/>
            <a:ext cx="11344275" cy="4476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3: </a:t>
            </a:r>
            <a:r>
              <a:rPr lang="en-US" sz="2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Create a new variable "group" based on "age". If the person's age is smaller than 30, they are "Young", if their age is between 30 and 40 (inclusive), then they are "Middle-Aged", if their age is greater than 40, then they are "old".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example_3 &lt;-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mutate(group =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case_when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	Age &lt; 30 ~ "Young",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	Age &gt;= 30 &amp; Age &lt;= 40 ~ "Middle-Aged",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	Age &gt; 40 ~ "Old"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))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E2E23B-5883-D954-C98B-0DA618ADE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8" y="4688824"/>
            <a:ext cx="11938778" cy="21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57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E1B79D-166B-B7D7-20A4-78068B1E7908}"/>
              </a:ext>
            </a:extLst>
          </p:cNvPr>
          <p:cNvSpPr txBox="1"/>
          <p:nvPr/>
        </p:nvSpPr>
        <p:spPr>
          <a:xfrm>
            <a:off x="423861" y="236713"/>
            <a:ext cx="11344275" cy="4476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 </a:t>
            </a:r>
            <a:r>
              <a:rPr lang="en-US" sz="2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Create a new variable "group" based on "age". If the person's age is smaller than 30, they are "Young", if their age is between 30 and 40 (inclusive), then they are "Middle-Aged", anything else, simply have it be "No Category".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example_4 &lt;-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mutate(group =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case_when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	Age &lt; 30 ~ "Young",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	Age &gt;= 30 &amp; Age &lt;= 40 ~ "Middle-aged",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	TRUE ~ "No Category"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))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E2E23B-5883-D954-C98B-0DA618ADE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8" y="4688824"/>
            <a:ext cx="11938778" cy="21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37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E9D9D4-2DF9-63FC-09F2-D651A98DD317}"/>
              </a:ext>
            </a:extLst>
          </p:cNvPr>
          <p:cNvSpPr txBox="1"/>
          <p:nvPr/>
        </p:nvSpPr>
        <p:spPr>
          <a:xfrm>
            <a:off x="348343" y="391885"/>
            <a:ext cx="11495314" cy="5820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5: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 can use the mutate function to change the variable type. The variable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is numeric. Change it to character.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class(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Illustration_Data$total_Income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0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class(</a:t>
            </a:r>
            <a:r>
              <a:rPr lang="en-US" sz="30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Illustration_Data$total_Income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30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Output: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774404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480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6</cp:revision>
  <dcterms:created xsi:type="dcterms:W3CDTF">2024-08-27T22:14:52Z</dcterms:created>
  <dcterms:modified xsi:type="dcterms:W3CDTF">2024-09-23T05:11:44Z</dcterms:modified>
</cp:coreProperties>
</file>