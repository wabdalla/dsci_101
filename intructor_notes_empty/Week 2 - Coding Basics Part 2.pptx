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66" r:id="rId4"/>
    <p:sldId id="282" r:id="rId5"/>
    <p:sldId id="267" r:id="rId6"/>
    <p:sldId id="268" r:id="rId7"/>
    <p:sldId id="269" r:id="rId8"/>
    <p:sldId id="271" r:id="rId9"/>
    <p:sldId id="272" r:id="rId10"/>
    <p:sldId id="273" r:id="rId11"/>
    <p:sldId id="270" r:id="rId12"/>
    <p:sldId id="274" r:id="rId13"/>
    <p:sldId id="283" r:id="rId14"/>
    <p:sldId id="275" r:id="rId15"/>
    <p:sldId id="276" r:id="rId16"/>
    <p:sldId id="277" r:id="rId17"/>
    <p:sldId id="278" r:id="rId18"/>
    <p:sldId id="279" r:id="rId19"/>
    <p:sldId id="280" r:id="rId20"/>
    <p:sldId id="28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E3B95D-E21C-4411-BB17-80F00E8BE5CB}" v="27" dt="2024-09-04T01:03:34.1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alla Mukhaimer, Widad" userId="eed79641-8d75-4c66-a669-438ad56aff06" providerId="ADAL" clId="{B3E3B95D-E21C-4411-BB17-80F00E8BE5CB}"/>
    <pc:docChg chg="custSel addSld delSld modSld">
      <pc:chgData name="Abdalla Mukhaimer, Widad" userId="eed79641-8d75-4c66-a669-438ad56aff06" providerId="ADAL" clId="{B3E3B95D-E21C-4411-BB17-80F00E8BE5CB}" dt="2024-09-04T01:05:04.617" v="230" actId="114"/>
      <pc:docMkLst>
        <pc:docMk/>
      </pc:docMkLst>
      <pc:sldChg chg="modSp mod">
        <pc:chgData name="Abdalla Mukhaimer, Widad" userId="eed79641-8d75-4c66-a669-438ad56aff06" providerId="ADAL" clId="{B3E3B95D-E21C-4411-BB17-80F00E8BE5CB}" dt="2024-09-04T00:47:25.381" v="1" actId="20577"/>
        <pc:sldMkLst>
          <pc:docMk/>
          <pc:sldMk cId="2107717852" sldId="256"/>
        </pc:sldMkLst>
        <pc:spChg chg="mod">
          <ac:chgData name="Abdalla Mukhaimer, Widad" userId="eed79641-8d75-4c66-a669-438ad56aff06" providerId="ADAL" clId="{B3E3B95D-E21C-4411-BB17-80F00E8BE5CB}" dt="2024-09-04T00:47:25.381" v="1" actId="20577"/>
          <ac:spMkLst>
            <pc:docMk/>
            <pc:sldMk cId="2107717852" sldId="256"/>
            <ac:spMk id="5" creationId="{8ADE3B64-432C-802E-F8EF-A9F7B0F3A1CE}"/>
          </ac:spMkLst>
        </pc:spChg>
      </pc:sldChg>
      <pc:sldChg chg="del">
        <pc:chgData name="Abdalla Mukhaimer, Widad" userId="eed79641-8d75-4c66-a669-438ad56aff06" providerId="ADAL" clId="{B3E3B95D-E21C-4411-BB17-80F00E8BE5CB}" dt="2024-09-04T00:47:42.840" v="2" actId="47"/>
        <pc:sldMkLst>
          <pc:docMk/>
          <pc:sldMk cId="83076080" sldId="257"/>
        </pc:sldMkLst>
      </pc:sldChg>
      <pc:sldChg chg="del">
        <pc:chgData name="Abdalla Mukhaimer, Widad" userId="eed79641-8d75-4c66-a669-438ad56aff06" providerId="ADAL" clId="{B3E3B95D-E21C-4411-BB17-80F00E8BE5CB}" dt="2024-09-04T00:47:42.840" v="2" actId="47"/>
        <pc:sldMkLst>
          <pc:docMk/>
          <pc:sldMk cId="42112075" sldId="258"/>
        </pc:sldMkLst>
      </pc:sldChg>
      <pc:sldChg chg="del">
        <pc:chgData name="Abdalla Mukhaimer, Widad" userId="eed79641-8d75-4c66-a669-438ad56aff06" providerId="ADAL" clId="{B3E3B95D-E21C-4411-BB17-80F00E8BE5CB}" dt="2024-09-04T00:47:42.840" v="2" actId="47"/>
        <pc:sldMkLst>
          <pc:docMk/>
          <pc:sldMk cId="2633779932" sldId="259"/>
        </pc:sldMkLst>
      </pc:sldChg>
      <pc:sldChg chg="del">
        <pc:chgData name="Abdalla Mukhaimer, Widad" userId="eed79641-8d75-4c66-a669-438ad56aff06" providerId="ADAL" clId="{B3E3B95D-E21C-4411-BB17-80F00E8BE5CB}" dt="2024-09-04T00:47:42.840" v="2" actId="47"/>
        <pc:sldMkLst>
          <pc:docMk/>
          <pc:sldMk cId="3349702556" sldId="260"/>
        </pc:sldMkLst>
      </pc:sldChg>
      <pc:sldChg chg="del">
        <pc:chgData name="Abdalla Mukhaimer, Widad" userId="eed79641-8d75-4c66-a669-438ad56aff06" providerId="ADAL" clId="{B3E3B95D-E21C-4411-BB17-80F00E8BE5CB}" dt="2024-09-04T00:47:42.840" v="2" actId="47"/>
        <pc:sldMkLst>
          <pc:docMk/>
          <pc:sldMk cId="270758460" sldId="261"/>
        </pc:sldMkLst>
      </pc:sldChg>
      <pc:sldChg chg="del">
        <pc:chgData name="Abdalla Mukhaimer, Widad" userId="eed79641-8d75-4c66-a669-438ad56aff06" providerId="ADAL" clId="{B3E3B95D-E21C-4411-BB17-80F00E8BE5CB}" dt="2024-09-04T00:47:42.840" v="2" actId="47"/>
        <pc:sldMkLst>
          <pc:docMk/>
          <pc:sldMk cId="1631655099" sldId="262"/>
        </pc:sldMkLst>
      </pc:sldChg>
      <pc:sldChg chg="del">
        <pc:chgData name="Abdalla Mukhaimer, Widad" userId="eed79641-8d75-4c66-a669-438ad56aff06" providerId="ADAL" clId="{B3E3B95D-E21C-4411-BB17-80F00E8BE5CB}" dt="2024-09-04T00:47:42.840" v="2" actId="47"/>
        <pc:sldMkLst>
          <pc:docMk/>
          <pc:sldMk cId="2892628154" sldId="263"/>
        </pc:sldMkLst>
      </pc:sldChg>
      <pc:sldChg chg="del">
        <pc:chgData name="Abdalla Mukhaimer, Widad" userId="eed79641-8d75-4c66-a669-438ad56aff06" providerId="ADAL" clId="{B3E3B95D-E21C-4411-BB17-80F00E8BE5CB}" dt="2024-09-04T00:47:42.840" v="2" actId="47"/>
        <pc:sldMkLst>
          <pc:docMk/>
          <pc:sldMk cId="2493097616" sldId="264"/>
        </pc:sldMkLst>
      </pc:sldChg>
      <pc:sldChg chg="modSp mod">
        <pc:chgData name="Abdalla Mukhaimer, Widad" userId="eed79641-8d75-4c66-a669-438ad56aff06" providerId="ADAL" clId="{B3E3B95D-E21C-4411-BB17-80F00E8BE5CB}" dt="2024-09-04T00:54:50.011" v="93" actId="1076"/>
        <pc:sldMkLst>
          <pc:docMk/>
          <pc:sldMk cId="4067003934" sldId="265"/>
        </pc:sldMkLst>
        <pc:spChg chg="mod">
          <ac:chgData name="Abdalla Mukhaimer, Widad" userId="eed79641-8d75-4c66-a669-438ad56aff06" providerId="ADAL" clId="{B3E3B95D-E21C-4411-BB17-80F00E8BE5CB}" dt="2024-09-04T00:54:50.011" v="93" actId="1076"/>
          <ac:spMkLst>
            <pc:docMk/>
            <pc:sldMk cId="4067003934" sldId="265"/>
            <ac:spMk id="3" creationId="{046FE5AC-2EA7-8544-2768-C474F30BB943}"/>
          </ac:spMkLst>
        </pc:spChg>
      </pc:sldChg>
      <pc:sldChg chg="addSp modSp new mod">
        <pc:chgData name="Abdalla Mukhaimer, Widad" userId="eed79641-8d75-4c66-a669-438ad56aff06" providerId="ADAL" clId="{B3E3B95D-E21C-4411-BB17-80F00E8BE5CB}" dt="2024-09-04T00:55:32.892" v="100" actId="20577"/>
        <pc:sldMkLst>
          <pc:docMk/>
          <pc:sldMk cId="2447683089" sldId="266"/>
        </pc:sldMkLst>
        <pc:spChg chg="add mod">
          <ac:chgData name="Abdalla Mukhaimer, Widad" userId="eed79641-8d75-4c66-a669-438ad56aff06" providerId="ADAL" clId="{B3E3B95D-E21C-4411-BB17-80F00E8BE5CB}" dt="2024-09-04T00:55:32.892" v="100" actId="20577"/>
          <ac:spMkLst>
            <pc:docMk/>
            <pc:sldMk cId="2447683089" sldId="266"/>
            <ac:spMk id="3" creationId="{04628E53-F387-D335-E221-A5421145479B}"/>
          </ac:spMkLst>
        </pc:spChg>
      </pc:sldChg>
      <pc:sldChg chg="del">
        <pc:chgData name="Abdalla Mukhaimer, Widad" userId="eed79641-8d75-4c66-a669-438ad56aff06" providerId="ADAL" clId="{B3E3B95D-E21C-4411-BB17-80F00E8BE5CB}" dt="2024-09-04T00:48:00.949" v="17" actId="47"/>
        <pc:sldMkLst>
          <pc:docMk/>
          <pc:sldMk cId="2505215913" sldId="266"/>
        </pc:sldMkLst>
      </pc:sldChg>
      <pc:sldChg chg="addSp modSp add mod">
        <pc:chgData name="Abdalla Mukhaimer, Widad" userId="eed79641-8d75-4c66-a669-438ad56aff06" providerId="ADAL" clId="{B3E3B95D-E21C-4411-BB17-80F00E8BE5CB}" dt="2024-09-04T00:56:10.091" v="107" actId="1076"/>
        <pc:sldMkLst>
          <pc:docMk/>
          <pc:sldMk cId="1016122106" sldId="267"/>
        </pc:sldMkLst>
        <pc:spChg chg="add mod">
          <ac:chgData name="Abdalla Mukhaimer, Widad" userId="eed79641-8d75-4c66-a669-438ad56aff06" providerId="ADAL" clId="{B3E3B95D-E21C-4411-BB17-80F00E8BE5CB}" dt="2024-09-04T00:56:10.091" v="107" actId="1076"/>
          <ac:spMkLst>
            <pc:docMk/>
            <pc:sldMk cId="1016122106" sldId="267"/>
            <ac:spMk id="3" creationId="{F4819C46-36FE-C514-2BA2-629FA0E3E2B7}"/>
          </ac:spMkLst>
        </pc:spChg>
      </pc:sldChg>
      <pc:sldChg chg="addSp modSp add mod">
        <pc:chgData name="Abdalla Mukhaimer, Widad" userId="eed79641-8d75-4c66-a669-438ad56aff06" providerId="ADAL" clId="{B3E3B95D-E21C-4411-BB17-80F00E8BE5CB}" dt="2024-09-04T00:56:24.079" v="111" actId="20577"/>
        <pc:sldMkLst>
          <pc:docMk/>
          <pc:sldMk cId="2890642587" sldId="268"/>
        </pc:sldMkLst>
        <pc:spChg chg="add mod">
          <ac:chgData name="Abdalla Mukhaimer, Widad" userId="eed79641-8d75-4c66-a669-438ad56aff06" providerId="ADAL" clId="{B3E3B95D-E21C-4411-BB17-80F00E8BE5CB}" dt="2024-09-04T00:56:24.079" v="111" actId="20577"/>
          <ac:spMkLst>
            <pc:docMk/>
            <pc:sldMk cId="2890642587" sldId="268"/>
            <ac:spMk id="3" creationId="{EB902E64-E92A-8E05-8112-10AF0BDBA4AE}"/>
          </ac:spMkLst>
        </pc:spChg>
      </pc:sldChg>
      <pc:sldChg chg="addSp modSp add mod">
        <pc:chgData name="Abdalla Mukhaimer, Widad" userId="eed79641-8d75-4c66-a669-438ad56aff06" providerId="ADAL" clId="{B3E3B95D-E21C-4411-BB17-80F00E8BE5CB}" dt="2024-09-04T00:56:49.019" v="117" actId="1076"/>
        <pc:sldMkLst>
          <pc:docMk/>
          <pc:sldMk cId="3745111227" sldId="269"/>
        </pc:sldMkLst>
        <pc:spChg chg="add mod">
          <ac:chgData name="Abdalla Mukhaimer, Widad" userId="eed79641-8d75-4c66-a669-438ad56aff06" providerId="ADAL" clId="{B3E3B95D-E21C-4411-BB17-80F00E8BE5CB}" dt="2024-09-04T00:56:49.019" v="117" actId="1076"/>
          <ac:spMkLst>
            <pc:docMk/>
            <pc:sldMk cId="3745111227" sldId="269"/>
            <ac:spMk id="3" creationId="{0584EB0D-F2E1-FA37-6085-23A2642F7202}"/>
          </ac:spMkLst>
        </pc:spChg>
      </pc:sldChg>
      <pc:sldChg chg="addSp modSp add mod">
        <pc:chgData name="Abdalla Mukhaimer, Widad" userId="eed79641-8d75-4c66-a669-438ad56aff06" providerId="ADAL" clId="{B3E3B95D-E21C-4411-BB17-80F00E8BE5CB}" dt="2024-09-04T00:58:43.306" v="144" actId="1076"/>
        <pc:sldMkLst>
          <pc:docMk/>
          <pc:sldMk cId="3554967400" sldId="270"/>
        </pc:sldMkLst>
        <pc:spChg chg="add mod">
          <ac:chgData name="Abdalla Mukhaimer, Widad" userId="eed79641-8d75-4c66-a669-438ad56aff06" providerId="ADAL" clId="{B3E3B95D-E21C-4411-BB17-80F00E8BE5CB}" dt="2024-09-04T00:58:43.306" v="144" actId="1076"/>
          <ac:spMkLst>
            <pc:docMk/>
            <pc:sldMk cId="3554967400" sldId="270"/>
            <ac:spMk id="3" creationId="{DA6859F6-AF1F-2327-61B9-01F171FA7D42}"/>
          </ac:spMkLst>
        </pc:spChg>
      </pc:sldChg>
      <pc:sldChg chg="addSp modSp add mod">
        <pc:chgData name="Abdalla Mukhaimer, Widad" userId="eed79641-8d75-4c66-a669-438ad56aff06" providerId="ADAL" clId="{B3E3B95D-E21C-4411-BB17-80F00E8BE5CB}" dt="2024-09-04T00:57:11.559" v="122" actId="1076"/>
        <pc:sldMkLst>
          <pc:docMk/>
          <pc:sldMk cId="554581324" sldId="271"/>
        </pc:sldMkLst>
        <pc:spChg chg="add mod">
          <ac:chgData name="Abdalla Mukhaimer, Widad" userId="eed79641-8d75-4c66-a669-438ad56aff06" providerId="ADAL" clId="{B3E3B95D-E21C-4411-BB17-80F00E8BE5CB}" dt="2024-09-04T00:57:11.559" v="122" actId="1076"/>
          <ac:spMkLst>
            <pc:docMk/>
            <pc:sldMk cId="554581324" sldId="271"/>
            <ac:spMk id="3" creationId="{CBBCE30B-FF39-474D-F56B-EA07C97DE3AC}"/>
          </ac:spMkLst>
        </pc:spChg>
      </pc:sldChg>
      <pc:sldChg chg="del">
        <pc:chgData name="Abdalla Mukhaimer, Widad" userId="eed79641-8d75-4c66-a669-438ad56aff06" providerId="ADAL" clId="{B3E3B95D-E21C-4411-BB17-80F00E8BE5CB}" dt="2024-09-04T00:47:42.840" v="2" actId="47"/>
        <pc:sldMkLst>
          <pc:docMk/>
          <pc:sldMk cId="2509982811" sldId="271"/>
        </pc:sldMkLst>
      </pc:sldChg>
      <pc:sldChg chg="del">
        <pc:chgData name="Abdalla Mukhaimer, Widad" userId="eed79641-8d75-4c66-a669-438ad56aff06" providerId="ADAL" clId="{B3E3B95D-E21C-4411-BB17-80F00E8BE5CB}" dt="2024-09-04T00:47:42.840" v="2" actId="47"/>
        <pc:sldMkLst>
          <pc:docMk/>
          <pc:sldMk cId="2367738858" sldId="272"/>
        </pc:sldMkLst>
      </pc:sldChg>
      <pc:sldChg chg="addSp modSp add mod">
        <pc:chgData name="Abdalla Mukhaimer, Widad" userId="eed79641-8d75-4c66-a669-438ad56aff06" providerId="ADAL" clId="{B3E3B95D-E21C-4411-BB17-80F00E8BE5CB}" dt="2024-09-04T00:57:22.892" v="126" actId="14100"/>
        <pc:sldMkLst>
          <pc:docMk/>
          <pc:sldMk cId="4118345050" sldId="272"/>
        </pc:sldMkLst>
        <pc:picChg chg="add mod">
          <ac:chgData name="Abdalla Mukhaimer, Widad" userId="eed79641-8d75-4c66-a669-438ad56aff06" providerId="ADAL" clId="{B3E3B95D-E21C-4411-BB17-80F00E8BE5CB}" dt="2024-09-04T00:57:22.892" v="126" actId="14100"/>
          <ac:picMkLst>
            <pc:docMk/>
            <pc:sldMk cId="4118345050" sldId="272"/>
            <ac:picMk id="3" creationId="{D101EC6E-266E-047E-028F-DC6F366BFEA2}"/>
          </ac:picMkLst>
        </pc:picChg>
      </pc:sldChg>
      <pc:sldChg chg="del">
        <pc:chgData name="Abdalla Mukhaimer, Widad" userId="eed79641-8d75-4c66-a669-438ad56aff06" providerId="ADAL" clId="{B3E3B95D-E21C-4411-BB17-80F00E8BE5CB}" dt="2024-09-04T00:47:42.840" v="2" actId="47"/>
        <pc:sldMkLst>
          <pc:docMk/>
          <pc:sldMk cId="1057073083" sldId="273"/>
        </pc:sldMkLst>
      </pc:sldChg>
      <pc:sldChg chg="addSp modSp add mod">
        <pc:chgData name="Abdalla Mukhaimer, Widad" userId="eed79641-8d75-4c66-a669-438ad56aff06" providerId="ADAL" clId="{B3E3B95D-E21C-4411-BB17-80F00E8BE5CB}" dt="2024-09-04T00:58:06.309" v="133" actId="1076"/>
        <pc:sldMkLst>
          <pc:docMk/>
          <pc:sldMk cId="1962175857" sldId="273"/>
        </pc:sldMkLst>
        <pc:spChg chg="add mod">
          <ac:chgData name="Abdalla Mukhaimer, Widad" userId="eed79641-8d75-4c66-a669-438ad56aff06" providerId="ADAL" clId="{B3E3B95D-E21C-4411-BB17-80F00E8BE5CB}" dt="2024-09-04T00:58:06.309" v="133" actId="1076"/>
          <ac:spMkLst>
            <pc:docMk/>
            <pc:sldMk cId="1962175857" sldId="273"/>
            <ac:spMk id="3" creationId="{17B42110-B279-C486-4D43-21C51E132D19}"/>
          </ac:spMkLst>
        </pc:spChg>
      </pc:sldChg>
      <pc:sldChg chg="del">
        <pc:chgData name="Abdalla Mukhaimer, Widad" userId="eed79641-8d75-4c66-a669-438ad56aff06" providerId="ADAL" clId="{B3E3B95D-E21C-4411-BB17-80F00E8BE5CB}" dt="2024-09-04T00:47:42.840" v="2" actId="47"/>
        <pc:sldMkLst>
          <pc:docMk/>
          <pc:sldMk cId="3124954933" sldId="274"/>
        </pc:sldMkLst>
      </pc:sldChg>
      <pc:sldChg chg="addSp modSp add mod">
        <pc:chgData name="Abdalla Mukhaimer, Widad" userId="eed79641-8d75-4c66-a669-438ad56aff06" providerId="ADAL" clId="{B3E3B95D-E21C-4411-BB17-80F00E8BE5CB}" dt="2024-09-04T00:59:35.440" v="158" actId="1076"/>
        <pc:sldMkLst>
          <pc:docMk/>
          <pc:sldMk cId="4029866266" sldId="274"/>
        </pc:sldMkLst>
        <pc:spChg chg="add mod">
          <ac:chgData name="Abdalla Mukhaimer, Widad" userId="eed79641-8d75-4c66-a669-438ad56aff06" providerId="ADAL" clId="{B3E3B95D-E21C-4411-BB17-80F00E8BE5CB}" dt="2024-09-04T00:51:06.381" v="40"/>
          <ac:spMkLst>
            <pc:docMk/>
            <pc:sldMk cId="4029866266" sldId="274"/>
            <ac:spMk id="3" creationId="{581B5626-64A2-F245-FE6A-CAAFF9A375A5}"/>
          </ac:spMkLst>
        </pc:spChg>
        <pc:spChg chg="add mod">
          <ac:chgData name="Abdalla Mukhaimer, Widad" userId="eed79641-8d75-4c66-a669-438ad56aff06" providerId="ADAL" clId="{B3E3B95D-E21C-4411-BB17-80F00E8BE5CB}" dt="2024-09-04T00:59:29.547" v="154" actId="20577"/>
          <ac:spMkLst>
            <pc:docMk/>
            <pc:sldMk cId="4029866266" sldId="274"/>
            <ac:spMk id="5" creationId="{54DFD19E-6846-89A4-559D-BA57F0DF5F81}"/>
          </ac:spMkLst>
        </pc:spChg>
        <pc:graphicFrameChg chg="add mod">
          <ac:chgData name="Abdalla Mukhaimer, Widad" userId="eed79641-8d75-4c66-a669-438ad56aff06" providerId="ADAL" clId="{B3E3B95D-E21C-4411-BB17-80F00E8BE5CB}" dt="2024-09-04T00:51:04.824" v="39"/>
          <ac:graphicFrameMkLst>
            <pc:docMk/>
            <pc:sldMk cId="4029866266" sldId="274"/>
            <ac:graphicFrameMk id="2" creationId="{4DAC7A47-4132-2ABA-A670-0FE3DF2D043F}"/>
          </ac:graphicFrameMkLst>
        </pc:graphicFrameChg>
        <pc:picChg chg="add mod">
          <ac:chgData name="Abdalla Mukhaimer, Widad" userId="eed79641-8d75-4c66-a669-438ad56aff06" providerId="ADAL" clId="{B3E3B95D-E21C-4411-BB17-80F00E8BE5CB}" dt="2024-09-04T00:59:35.440" v="158" actId="1076"/>
          <ac:picMkLst>
            <pc:docMk/>
            <pc:sldMk cId="4029866266" sldId="274"/>
            <ac:picMk id="7" creationId="{9369C18E-2017-0455-4A12-5C62D792C072}"/>
          </ac:picMkLst>
        </pc:picChg>
      </pc:sldChg>
      <pc:sldChg chg="del">
        <pc:chgData name="Abdalla Mukhaimer, Widad" userId="eed79641-8d75-4c66-a669-438ad56aff06" providerId="ADAL" clId="{B3E3B95D-E21C-4411-BB17-80F00E8BE5CB}" dt="2024-09-04T00:47:42.840" v="2" actId="47"/>
        <pc:sldMkLst>
          <pc:docMk/>
          <pc:sldMk cId="1563350564" sldId="275"/>
        </pc:sldMkLst>
      </pc:sldChg>
      <pc:sldChg chg="addSp modSp add mod">
        <pc:chgData name="Abdalla Mukhaimer, Widad" userId="eed79641-8d75-4c66-a669-438ad56aff06" providerId="ADAL" clId="{B3E3B95D-E21C-4411-BB17-80F00E8BE5CB}" dt="2024-09-04T01:00:29.152" v="178" actId="20577"/>
        <pc:sldMkLst>
          <pc:docMk/>
          <pc:sldMk cId="3154682062" sldId="275"/>
        </pc:sldMkLst>
        <pc:spChg chg="add mod">
          <ac:chgData name="Abdalla Mukhaimer, Widad" userId="eed79641-8d75-4c66-a669-438ad56aff06" providerId="ADAL" clId="{B3E3B95D-E21C-4411-BB17-80F00E8BE5CB}" dt="2024-09-04T01:00:29.152" v="178" actId="20577"/>
          <ac:spMkLst>
            <pc:docMk/>
            <pc:sldMk cId="3154682062" sldId="275"/>
            <ac:spMk id="3" creationId="{C2E063A1-E7D6-FC06-4774-8A742BA739F9}"/>
          </ac:spMkLst>
        </pc:spChg>
        <pc:picChg chg="add mod">
          <ac:chgData name="Abdalla Mukhaimer, Widad" userId="eed79641-8d75-4c66-a669-438ad56aff06" providerId="ADAL" clId="{B3E3B95D-E21C-4411-BB17-80F00E8BE5CB}" dt="2024-09-04T01:00:27.231" v="177" actId="1076"/>
          <ac:picMkLst>
            <pc:docMk/>
            <pc:sldMk cId="3154682062" sldId="275"/>
            <ac:picMk id="5" creationId="{CED03651-B2BA-D2F9-EE99-19899E46D9BA}"/>
          </ac:picMkLst>
        </pc:picChg>
      </pc:sldChg>
      <pc:sldChg chg="del">
        <pc:chgData name="Abdalla Mukhaimer, Widad" userId="eed79641-8d75-4c66-a669-438ad56aff06" providerId="ADAL" clId="{B3E3B95D-E21C-4411-BB17-80F00E8BE5CB}" dt="2024-09-04T00:48:00.949" v="17" actId="47"/>
        <pc:sldMkLst>
          <pc:docMk/>
          <pc:sldMk cId="263689349" sldId="276"/>
        </pc:sldMkLst>
      </pc:sldChg>
      <pc:sldChg chg="addSp modSp add mod">
        <pc:chgData name="Abdalla Mukhaimer, Widad" userId="eed79641-8d75-4c66-a669-438ad56aff06" providerId="ADAL" clId="{B3E3B95D-E21C-4411-BB17-80F00E8BE5CB}" dt="2024-09-04T01:05:04.617" v="230" actId="114"/>
        <pc:sldMkLst>
          <pc:docMk/>
          <pc:sldMk cId="2924833964" sldId="276"/>
        </pc:sldMkLst>
        <pc:spChg chg="add mod">
          <ac:chgData name="Abdalla Mukhaimer, Widad" userId="eed79641-8d75-4c66-a669-438ad56aff06" providerId="ADAL" clId="{B3E3B95D-E21C-4411-BB17-80F00E8BE5CB}" dt="2024-09-04T01:05:04.617" v="230" actId="114"/>
          <ac:spMkLst>
            <pc:docMk/>
            <pc:sldMk cId="2924833964" sldId="276"/>
            <ac:spMk id="3" creationId="{06D29E79-C041-C24B-4240-3E9C521303B3}"/>
          </ac:spMkLst>
        </pc:spChg>
      </pc:sldChg>
      <pc:sldChg chg="del">
        <pc:chgData name="Abdalla Mukhaimer, Widad" userId="eed79641-8d75-4c66-a669-438ad56aff06" providerId="ADAL" clId="{B3E3B95D-E21C-4411-BB17-80F00E8BE5CB}" dt="2024-09-04T00:48:00.949" v="17" actId="47"/>
        <pc:sldMkLst>
          <pc:docMk/>
          <pc:sldMk cId="1042248246" sldId="277"/>
        </pc:sldMkLst>
      </pc:sldChg>
      <pc:sldChg chg="addSp modSp add mod">
        <pc:chgData name="Abdalla Mukhaimer, Widad" userId="eed79641-8d75-4c66-a669-438ad56aff06" providerId="ADAL" clId="{B3E3B95D-E21C-4411-BB17-80F00E8BE5CB}" dt="2024-09-04T01:01:20.997" v="191" actId="20577"/>
        <pc:sldMkLst>
          <pc:docMk/>
          <pc:sldMk cId="2995701745" sldId="277"/>
        </pc:sldMkLst>
        <pc:spChg chg="add mod">
          <ac:chgData name="Abdalla Mukhaimer, Widad" userId="eed79641-8d75-4c66-a669-438ad56aff06" providerId="ADAL" clId="{B3E3B95D-E21C-4411-BB17-80F00E8BE5CB}" dt="2024-09-04T01:01:20.997" v="191" actId="20577"/>
          <ac:spMkLst>
            <pc:docMk/>
            <pc:sldMk cId="2995701745" sldId="277"/>
            <ac:spMk id="3" creationId="{A1D66702-E7CB-EE38-0E2D-45224CB7D5DE}"/>
          </ac:spMkLst>
        </pc:spChg>
      </pc:sldChg>
      <pc:sldChg chg="addSp modSp new mod">
        <pc:chgData name="Abdalla Mukhaimer, Widad" userId="eed79641-8d75-4c66-a669-438ad56aff06" providerId="ADAL" clId="{B3E3B95D-E21C-4411-BB17-80F00E8BE5CB}" dt="2024-09-04T01:02:07.891" v="200" actId="20577"/>
        <pc:sldMkLst>
          <pc:docMk/>
          <pc:sldMk cId="1385072485" sldId="278"/>
        </pc:sldMkLst>
        <pc:spChg chg="add mod">
          <ac:chgData name="Abdalla Mukhaimer, Widad" userId="eed79641-8d75-4c66-a669-438ad56aff06" providerId="ADAL" clId="{B3E3B95D-E21C-4411-BB17-80F00E8BE5CB}" dt="2024-09-04T01:02:07.891" v="200" actId="20577"/>
          <ac:spMkLst>
            <pc:docMk/>
            <pc:sldMk cId="1385072485" sldId="278"/>
            <ac:spMk id="3" creationId="{085131DE-0561-5BA2-A934-1C742528A918}"/>
          </ac:spMkLst>
        </pc:spChg>
      </pc:sldChg>
      <pc:sldChg chg="del">
        <pc:chgData name="Abdalla Mukhaimer, Widad" userId="eed79641-8d75-4c66-a669-438ad56aff06" providerId="ADAL" clId="{B3E3B95D-E21C-4411-BB17-80F00E8BE5CB}" dt="2024-09-04T00:47:42.840" v="2" actId="47"/>
        <pc:sldMkLst>
          <pc:docMk/>
          <pc:sldMk cId="1780270585" sldId="278"/>
        </pc:sldMkLst>
      </pc:sldChg>
      <pc:sldChg chg="addSp modSp add mod">
        <pc:chgData name="Abdalla Mukhaimer, Widad" userId="eed79641-8d75-4c66-a669-438ad56aff06" providerId="ADAL" clId="{B3E3B95D-E21C-4411-BB17-80F00E8BE5CB}" dt="2024-09-04T01:02:45.204" v="206" actId="1076"/>
        <pc:sldMkLst>
          <pc:docMk/>
          <pc:sldMk cId="3168257986" sldId="279"/>
        </pc:sldMkLst>
        <pc:spChg chg="add mod">
          <ac:chgData name="Abdalla Mukhaimer, Widad" userId="eed79641-8d75-4c66-a669-438ad56aff06" providerId="ADAL" clId="{B3E3B95D-E21C-4411-BB17-80F00E8BE5CB}" dt="2024-09-04T01:02:45.204" v="206" actId="1076"/>
          <ac:spMkLst>
            <pc:docMk/>
            <pc:sldMk cId="3168257986" sldId="279"/>
            <ac:spMk id="3" creationId="{21F13B50-D8AC-3BE6-2BD0-4CD2B67939CE}"/>
          </ac:spMkLst>
        </pc:spChg>
      </pc:sldChg>
      <pc:sldChg chg="del">
        <pc:chgData name="Abdalla Mukhaimer, Widad" userId="eed79641-8d75-4c66-a669-438ad56aff06" providerId="ADAL" clId="{B3E3B95D-E21C-4411-BB17-80F00E8BE5CB}" dt="2024-09-04T00:47:42.840" v="2" actId="47"/>
        <pc:sldMkLst>
          <pc:docMk/>
          <pc:sldMk cId="3210071347" sldId="279"/>
        </pc:sldMkLst>
      </pc:sldChg>
      <pc:sldChg chg="del">
        <pc:chgData name="Abdalla Mukhaimer, Widad" userId="eed79641-8d75-4c66-a669-438ad56aff06" providerId="ADAL" clId="{B3E3B95D-E21C-4411-BB17-80F00E8BE5CB}" dt="2024-09-04T00:47:42.840" v="2" actId="47"/>
        <pc:sldMkLst>
          <pc:docMk/>
          <pc:sldMk cId="1519145651" sldId="280"/>
        </pc:sldMkLst>
      </pc:sldChg>
      <pc:sldChg chg="addSp modSp add mod">
        <pc:chgData name="Abdalla Mukhaimer, Widad" userId="eed79641-8d75-4c66-a669-438ad56aff06" providerId="ADAL" clId="{B3E3B95D-E21C-4411-BB17-80F00E8BE5CB}" dt="2024-09-04T01:03:04.713" v="212" actId="1076"/>
        <pc:sldMkLst>
          <pc:docMk/>
          <pc:sldMk cId="3277280875" sldId="280"/>
        </pc:sldMkLst>
        <pc:spChg chg="add mod">
          <ac:chgData name="Abdalla Mukhaimer, Widad" userId="eed79641-8d75-4c66-a669-438ad56aff06" providerId="ADAL" clId="{B3E3B95D-E21C-4411-BB17-80F00E8BE5CB}" dt="2024-09-04T01:03:04.713" v="212" actId="1076"/>
          <ac:spMkLst>
            <pc:docMk/>
            <pc:sldMk cId="3277280875" sldId="280"/>
            <ac:spMk id="3" creationId="{E8AF3420-1C5D-A340-BA25-57190B832806}"/>
          </ac:spMkLst>
        </pc:spChg>
      </pc:sldChg>
      <pc:sldChg chg="addSp modSp add mod">
        <pc:chgData name="Abdalla Mukhaimer, Widad" userId="eed79641-8d75-4c66-a669-438ad56aff06" providerId="ADAL" clId="{B3E3B95D-E21C-4411-BB17-80F00E8BE5CB}" dt="2024-09-04T01:04:06.567" v="228" actId="1076"/>
        <pc:sldMkLst>
          <pc:docMk/>
          <pc:sldMk cId="1283477161" sldId="281"/>
        </pc:sldMkLst>
        <pc:spChg chg="add">
          <ac:chgData name="Abdalla Mukhaimer, Widad" userId="eed79641-8d75-4c66-a669-438ad56aff06" providerId="ADAL" clId="{B3E3B95D-E21C-4411-BB17-80F00E8BE5CB}" dt="2024-09-04T00:53:17.794" v="81"/>
          <ac:spMkLst>
            <pc:docMk/>
            <pc:sldMk cId="1283477161" sldId="281"/>
            <ac:spMk id="2" creationId="{7CD8F410-570B-F2FD-F2DF-07ADC72A6798}"/>
          </ac:spMkLst>
        </pc:spChg>
        <pc:spChg chg="add mod">
          <ac:chgData name="Abdalla Mukhaimer, Widad" userId="eed79641-8d75-4c66-a669-438ad56aff06" providerId="ADAL" clId="{B3E3B95D-E21C-4411-BB17-80F00E8BE5CB}" dt="2024-09-04T01:03:39.062" v="223" actId="15"/>
          <ac:spMkLst>
            <pc:docMk/>
            <pc:sldMk cId="1283477161" sldId="281"/>
            <ac:spMk id="3" creationId="{F37E1351-52CE-1CC1-4A6F-DC3092EB32C2}"/>
          </ac:spMkLst>
        </pc:spChg>
        <pc:picChg chg="add mod">
          <ac:chgData name="Abdalla Mukhaimer, Widad" userId="eed79641-8d75-4c66-a669-438ad56aff06" providerId="ADAL" clId="{B3E3B95D-E21C-4411-BB17-80F00E8BE5CB}" dt="2024-09-04T01:04:06.567" v="228" actId="1076"/>
          <ac:picMkLst>
            <pc:docMk/>
            <pc:sldMk cId="1283477161" sldId="281"/>
            <ac:picMk id="5" creationId="{E901C9CF-8C56-8317-FFE1-48C80E592736}"/>
          </ac:picMkLst>
        </pc:picChg>
      </pc:sldChg>
      <pc:sldChg chg="del">
        <pc:chgData name="Abdalla Mukhaimer, Widad" userId="eed79641-8d75-4c66-a669-438ad56aff06" providerId="ADAL" clId="{B3E3B95D-E21C-4411-BB17-80F00E8BE5CB}" dt="2024-09-04T00:47:42.840" v="2" actId="47"/>
        <pc:sldMkLst>
          <pc:docMk/>
          <pc:sldMk cId="4087888029" sldId="281"/>
        </pc:sldMkLst>
      </pc:sldChg>
      <pc:sldChg chg="add del">
        <pc:chgData name="Abdalla Mukhaimer, Widad" userId="eed79641-8d75-4c66-a669-438ad56aff06" providerId="ADAL" clId="{B3E3B95D-E21C-4411-BB17-80F00E8BE5CB}" dt="2024-09-04T00:53:50.221" v="86" actId="47"/>
        <pc:sldMkLst>
          <pc:docMk/>
          <pc:sldMk cId="1156240079" sldId="282"/>
        </pc:sldMkLst>
      </pc:sldChg>
      <pc:sldChg chg="modSp add mod">
        <pc:chgData name="Abdalla Mukhaimer, Widad" userId="eed79641-8d75-4c66-a669-438ad56aff06" providerId="ADAL" clId="{B3E3B95D-E21C-4411-BB17-80F00E8BE5CB}" dt="2024-09-04T00:55:39.596" v="102" actId="1076"/>
        <pc:sldMkLst>
          <pc:docMk/>
          <pc:sldMk cId="3308334322" sldId="282"/>
        </pc:sldMkLst>
        <pc:spChg chg="mod">
          <ac:chgData name="Abdalla Mukhaimer, Widad" userId="eed79641-8d75-4c66-a669-438ad56aff06" providerId="ADAL" clId="{B3E3B95D-E21C-4411-BB17-80F00E8BE5CB}" dt="2024-09-04T00:55:39.596" v="102" actId="1076"/>
          <ac:spMkLst>
            <pc:docMk/>
            <pc:sldMk cId="3308334322" sldId="282"/>
            <ac:spMk id="3" creationId="{04628E53-F387-D335-E221-A5421145479B}"/>
          </ac:spMkLst>
        </pc:spChg>
      </pc:sldChg>
      <pc:sldChg chg="modSp add mod">
        <pc:chgData name="Abdalla Mukhaimer, Widad" userId="eed79641-8d75-4c66-a669-438ad56aff06" providerId="ADAL" clId="{B3E3B95D-E21C-4411-BB17-80F00E8BE5CB}" dt="2024-09-04T01:00:04.166" v="166" actId="20577"/>
        <pc:sldMkLst>
          <pc:docMk/>
          <pc:sldMk cId="3086146959" sldId="283"/>
        </pc:sldMkLst>
        <pc:spChg chg="mod">
          <ac:chgData name="Abdalla Mukhaimer, Widad" userId="eed79641-8d75-4c66-a669-438ad56aff06" providerId="ADAL" clId="{B3E3B95D-E21C-4411-BB17-80F00E8BE5CB}" dt="2024-09-04T01:00:04.166" v="166" actId="20577"/>
          <ac:spMkLst>
            <pc:docMk/>
            <pc:sldMk cId="3086146959" sldId="283"/>
            <ac:spMk id="5" creationId="{54DFD19E-6846-89A4-559D-BA57F0DF5F81}"/>
          </ac:spMkLst>
        </pc:spChg>
        <pc:picChg chg="mod">
          <ac:chgData name="Abdalla Mukhaimer, Widad" userId="eed79641-8d75-4c66-a669-438ad56aff06" providerId="ADAL" clId="{B3E3B95D-E21C-4411-BB17-80F00E8BE5CB}" dt="2024-09-04T01:00:01.511" v="165" actId="1076"/>
          <ac:picMkLst>
            <pc:docMk/>
            <pc:sldMk cId="3086146959" sldId="283"/>
            <ac:picMk id="7" creationId="{9369C18E-2017-0455-4A12-5C62D792C072}"/>
          </ac:picMkLst>
        </pc:picChg>
      </pc:sldChg>
      <pc:sldChg chg="add del">
        <pc:chgData name="Abdalla Mukhaimer, Widad" userId="eed79641-8d75-4c66-a669-438ad56aff06" providerId="ADAL" clId="{B3E3B95D-E21C-4411-BB17-80F00E8BE5CB}" dt="2024-09-04T00:53:51.304" v="87" actId="47"/>
        <pc:sldMkLst>
          <pc:docMk/>
          <pc:sldMk cId="4266823928" sldId="283"/>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ABCE2-5EAA-341D-B287-16F65969CE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F62596-7499-4A15-8476-2E128308F6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7BE05C-CC92-737D-2C3E-A490474D62A7}"/>
              </a:ext>
            </a:extLst>
          </p:cNvPr>
          <p:cNvSpPr>
            <a:spLocks noGrp="1"/>
          </p:cNvSpPr>
          <p:nvPr>
            <p:ph type="dt" sz="half" idx="10"/>
          </p:nvPr>
        </p:nvSpPr>
        <p:spPr/>
        <p:txBody>
          <a:bodyPr/>
          <a:lstStyle/>
          <a:p>
            <a:fld id="{9DD0AEF5-DD8A-4250-86F8-15AEBE73A4D5}" type="datetimeFigureOut">
              <a:rPr lang="en-US" smtClean="0"/>
              <a:t>9/3/2024</a:t>
            </a:fld>
            <a:endParaRPr lang="en-US"/>
          </a:p>
        </p:txBody>
      </p:sp>
      <p:sp>
        <p:nvSpPr>
          <p:cNvPr id="5" name="Footer Placeholder 4">
            <a:extLst>
              <a:ext uri="{FF2B5EF4-FFF2-40B4-BE49-F238E27FC236}">
                <a16:creationId xmlns:a16="http://schemas.microsoft.com/office/drawing/2014/main" id="{503E11A0-33E5-0384-25E3-5D0B8937CA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9A954F-286A-5395-3450-7ACF46CE1C4D}"/>
              </a:ext>
            </a:extLst>
          </p:cNvPr>
          <p:cNvSpPr>
            <a:spLocks noGrp="1"/>
          </p:cNvSpPr>
          <p:nvPr>
            <p:ph type="sldNum" sz="quarter" idx="12"/>
          </p:nvPr>
        </p:nvSpPr>
        <p:spPr/>
        <p:txBody>
          <a:bodyPr/>
          <a:lstStyle/>
          <a:p>
            <a:fld id="{8C563626-CF9B-4245-8DC2-4E7B5828CFB8}" type="slidenum">
              <a:rPr lang="en-US" smtClean="0"/>
              <a:t>‹#›</a:t>
            </a:fld>
            <a:endParaRPr lang="en-US"/>
          </a:p>
        </p:txBody>
      </p:sp>
    </p:spTree>
    <p:extLst>
      <p:ext uri="{BB962C8B-B14F-4D97-AF65-F5344CB8AC3E}">
        <p14:creationId xmlns:p14="http://schemas.microsoft.com/office/powerpoint/2010/main" val="3219251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AA4D2-FE76-AD58-0707-2376D55D4B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7079D5-614C-B2DC-406F-525F844D5E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5CD654-E0C4-24B3-4FE7-39C9A45C99B0}"/>
              </a:ext>
            </a:extLst>
          </p:cNvPr>
          <p:cNvSpPr>
            <a:spLocks noGrp="1"/>
          </p:cNvSpPr>
          <p:nvPr>
            <p:ph type="dt" sz="half" idx="10"/>
          </p:nvPr>
        </p:nvSpPr>
        <p:spPr/>
        <p:txBody>
          <a:bodyPr/>
          <a:lstStyle/>
          <a:p>
            <a:fld id="{9DD0AEF5-DD8A-4250-86F8-15AEBE73A4D5}" type="datetimeFigureOut">
              <a:rPr lang="en-US" smtClean="0"/>
              <a:t>9/3/2024</a:t>
            </a:fld>
            <a:endParaRPr lang="en-US"/>
          </a:p>
        </p:txBody>
      </p:sp>
      <p:sp>
        <p:nvSpPr>
          <p:cNvPr id="5" name="Footer Placeholder 4">
            <a:extLst>
              <a:ext uri="{FF2B5EF4-FFF2-40B4-BE49-F238E27FC236}">
                <a16:creationId xmlns:a16="http://schemas.microsoft.com/office/drawing/2014/main" id="{14A70730-91E4-1FED-0965-F0640C130E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442A92-C9D0-3223-E0D7-75F416BD2159}"/>
              </a:ext>
            </a:extLst>
          </p:cNvPr>
          <p:cNvSpPr>
            <a:spLocks noGrp="1"/>
          </p:cNvSpPr>
          <p:nvPr>
            <p:ph type="sldNum" sz="quarter" idx="12"/>
          </p:nvPr>
        </p:nvSpPr>
        <p:spPr/>
        <p:txBody>
          <a:bodyPr/>
          <a:lstStyle/>
          <a:p>
            <a:fld id="{8C563626-CF9B-4245-8DC2-4E7B5828CFB8}" type="slidenum">
              <a:rPr lang="en-US" smtClean="0"/>
              <a:t>‹#›</a:t>
            </a:fld>
            <a:endParaRPr lang="en-US"/>
          </a:p>
        </p:txBody>
      </p:sp>
    </p:spTree>
    <p:extLst>
      <p:ext uri="{BB962C8B-B14F-4D97-AF65-F5344CB8AC3E}">
        <p14:creationId xmlns:p14="http://schemas.microsoft.com/office/powerpoint/2010/main" val="2333464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5D7D5-8111-1377-0850-E4DBB907CC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CBF9DE-FDED-EFCF-DF3D-210ED54203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4E8783-C276-5A2E-62DA-66C205E33068}"/>
              </a:ext>
            </a:extLst>
          </p:cNvPr>
          <p:cNvSpPr>
            <a:spLocks noGrp="1"/>
          </p:cNvSpPr>
          <p:nvPr>
            <p:ph type="dt" sz="half" idx="10"/>
          </p:nvPr>
        </p:nvSpPr>
        <p:spPr/>
        <p:txBody>
          <a:bodyPr/>
          <a:lstStyle/>
          <a:p>
            <a:fld id="{9DD0AEF5-DD8A-4250-86F8-15AEBE73A4D5}" type="datetimeFigureOut">
              <a:rPr lang="en-US" smtClean="0"/>
              <a:t>9/3/2024</a:t>
            </a:fld>
            <a:endParaRPr lang="en-US"/>
          </a:p>
        </p:txBody>
      </p:sp>
      <p:sp>
        <p:nvSpPr>
          <p:cNvPr id="5" name="Footer Placeholder 4">
            <a:extLst>
              <a:ext uri="{FF2B5EF4-FFF2-40B4-BE49-F238E27FC236}">
                <a16:creationId xmlns:a16="http://schemas.microsoft.com/office/drawing/2014/main" id="{E9CB819E-3459-D184-7171-A8D545A0FF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22EE9F-058D-6AAA-EAB6-95EC90039627}"/>
              </a:ext>
            </a:extLst>
          </p:cNvPr>
          <p:cNvSpPr>
            <a:spLocks noGrp="1"/>
          </p:cNvSpPr>
          <p:nvPr>
            <p:ph type="sldNum" sz="quarter" idx="12"/>
          </p:nvPr>
        </p:nvSpPr>
        <p:spPr/>
        <p:txBody>
          <a:bodyPr/>
          <a:lstStyle/>
          <a:p>
            <a:fld id="{8C563626-CF9B-4245-8DC2-4E7B5828CFB8}" type="slidenum">
              <a:rPr lang="en-US" smtClean="0"/>
              <a:t>‹#›</a:t>
            </a:fld>
            <a:endParaRPr lang="en-US"/>
          </a:p>
        </p:txBody>
      </p:sp>
    </p:spTree>
    <p:extLst>
      <p:ext uri="{BB962C8B-B14F-4D97-AF65-F5344CB8AC3E}">
        <p14:creationId xmlns:p14="http://schemas.microsoft.com/office/powerpoint/2010/main" val="660397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C2419-3DC6-E966-BC68-9D6651DA74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1D944F-A179-3381-DE9D-4AFD3D3A42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EBE02F2-5A8D-0A96-6208-BAD68A4419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E7ED03-9FA7-18AD-7AEC-B8E8F70B7137}"/>
              </a:ext>
            </a:extLst>
          </p:cNvPr>
          <p:cNvSpPr>
            <a:spLocks noGrp="1"/>
          </p:cNvSpPr>
          <p:nvPr>
            <p:ph type="dt" sz="half" idx="10"/>
          </p:nvPr>
        </p:nvSpPr>
        <p:spPr/>
        <p:txBody>
          <a:bodyPr/>
          <a:lstStyle/>
          <a:p>
            <a:fld id="{9DD0AEF5-DD8A-4250-86F8-15AEBE73A4D5}" type="datetimeFigureOut">
              <a:rPr lang="en-US" smtClean="0"/>
              <a:t>9/3/2024</a:t>
            </a:fld>
            <a:endParaRPr lang="en-US"/>
          </a:p>
        </p:txBody>
      </p:sp>
      <p:sp>
        <p:nvSpPr>
          <p:cNvPr id="6" name="Footer Placeholder 5">
            <a:extLst>
              <a:ext uri="{FF2B5EF4-FFF2-40B4-BE49-F238E27FC236}">
                <a16:creationId xmlns:a16="http://schemas.microsoft.com/office/drawing/2014/main" id="{A04616ED-DC7C-3DB2-645B-D9AEC52D9F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2E00FC-E702-6E79-65A6-AD22126D8AE4}"/>
              </a:ext>
            </a:extLst>
          </p:cNvPr>
          <p:cNvSpPr>
            <a:spLocks noGrp="1"/>
          </p:cNvSpPr>
          <p:nvPr>
            <p:ph type="sldNum" sz="quarter" idx="12"/>
          </p:nvPr>
        </p:nvSpPr>
        <p:spPr/>
        <p:txBody>
          <a:bodyPr/>
          <a:lstStyle/>
          <a:p>
            <a:fld id="{8C563626-CF9B-4245-8DC2-4E7B5828CFB8}" type="slidenum">
              <a:rPr lang="en-US" smtClean="0"/>
              <a:t>‹#›</a:t>
            </a:fld>
            <a:endParaRPr lang="en-US"/>
          </a:p>
        </p:txBody>
      </p:sp>
    </p:spTree>
    <p:extLst>
      <p:ext uri="{BB962C8B-B14F-4D97-AF65-F5344CB8AC3E}">
        <p14:creationId xmlns:p14="http://schemas.microsoft.com/office/powerpoint/2010/main" val="1035787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74749-FA30-E5AB-3817-D85726024A0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AA57EF-5044-BF3D-8DB1-E71617E5A1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1B04B3-A1FB-FB10-CBB7-19547789ED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F5A318-64F8-DDCC-ED86-7FAB53D938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7432DD-3A7E-129F-08FB-19AEECC55C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9809B6-52DB-9ADC-9744-FD4B67060663}"/>
              </a:ext>
            </a:extLst>
          </p:cNvPr>
          <p:cNvSpPr>
            <a:spLocks noGrp="1"/>
          </p:cNvSpPr>
          <p:nvPr>
            <p:ph type="dt" sz="half" idx="10"/>
          </p:nvPr>
        </p:nvSpPr>
        <p:spPr/>
        <p:txBody>
          <a:bodyPr/>
          <a:lstStyle/>
          <a:p>
            <a:fld id="{9DD0AEF5-DD8A-4250-86F8-15AEBE73A4D5}" type="datetimeFigureOut">
              <a:rPr lang="en-US" smtClean="0"/>
              <a:t>9/3/2024</a:t>
            </a:fld>
            <a:endParaRPr lang="en-US"/>
          </a:p>
        </p:txBody>
      </p:sp>
      <p:sp>
        <p:nvSpPr>
          <p:cNvPr id="8" name="Footer Placeholder 7">
            <a:extLst>
              <a:ext uri="{FF2B5EF4-FFF2-40B4-BE49-F238E27FC236}">
                <a16:creationId xmlns:a16="http://schemas.microsoft.com/office/drawing/2014/main" id="{2773EAC5-8B66-4A70-ABBA-4957789132F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8FBA69D-9848-DFAF-0C95-73F995EA2B56}"/>
              </a:ext>
            </a:extLst>
          </p:cNvPr>
          <p:cNvSpPr>
            <a:spLocks noGrp="1"/>
          </p:cNvSpPr>
          <p:nvPr>
            <p:ph type="sldNum" sz="quarter" idx="12"/>
          </p:nvPr>
        </p:nvSpPr>
        <p:spPr/>
        <p:txBody>
          <a:bodyPr/>
          <a:lstStyle/>
          <a:p>
            <a:fld id="{8C563626-CF9B-4245-8DC2-4E7B5828CFB8}" type="slidenum">
              <a:rPr lang="en-US" smtClean="0"/>
              <a:t>‹#›</a:t>
            </a:fld>
            <a:endParaRPr lang="en-US"/>
          </a:p>
        </p:txBody>
      </p:sp>
    </p:spTree>
    <p:extLst>
      <p:ext uri="{BB962C8B-B14F-4D97-AF65-F5344CB8AC3E}">
        <p14:creationId xmlns:p14="http://schemas.microsoft.com/office/powerpoint/2010/main" val="192681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E6896-7DA2-7ABD-7334-006436F75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E89B4A9-F42E-7FB1-DE96-6E4C1EF9793F}"/>
              </a:ext>
            </a:extLst>
          </p:cNvPr>
          <p:cNvSpPr>
            <a:spLocks noGrp="1"/>
          </p:cNvSpPr>
          <p:nvPr>
            <p:ph type="dt" sz="half" idx="10"/>
          </p:nvPr>
        </p:nvSpPr>
        <p:spPr/>
        <p:txBody>
          <a:bodyPr/>
          <a:lstStyle/>
          <a:p>
            <a:fld id="{9DD0AEF5-DD8A-4250-86F8-15AEBE73A4D5}" type="datetimeFigureOut">
              <a:rPr lang="en-US" smtClean="0"/>
              <a:t>9/3/2024</a:t>
            </a:fld>
            <a:endParaRPr lang="en-US"/>
          </a:p>
        </p:txBody>
      </p:sp>
      <p:sp>
        <p:nvSpPr>
          <p:cNvPr id="4" name="Footer Placeholder 3">
            <a:extLst>
              <a:ext uri="{FF2B5EF4-FFF2-40B4-BE49-F238E27FC236}">
                <a16:creationId xmlns:a16="http://schemas.microsoft.com/office/drawing/2014/main" id="{927FC3E5-4AD6-3134-38A1-B7D357569C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3A9435-183E-6410-B3A4-3511C877A95A}"/>
              </a:ext>
            </a:extLst>
          </p:cNvPr>
          <p:cNvSpPr>
            <a:spLocks noGrp="1"/>
          </p:cNvSpPr>
          <p:nvPr>
            <p:ph type="sldNum" sz="quarter" idx="12"/>
          </p:nvPr>
        </p:nvSpPr>
        <p:spPr/>
        <p:txBody>
          <a:bodyPr/>
          <a:lstStyle/>
          <a:p>
            <a:fld id="{8C563626-CF9B-4245-8DC2-4E7B5828CFB8}" type="slidenum">
              <a:rPr lang="en-US" smtClean="0"/>
              <a:t>‹#›</a:t>
            </a:fld>
            <a:endParaRPr lang="en-US"/>
          </a:p>
        </p:txBody>
      </p:sp>
    </p:spTree>
    <p:extLst>
      <p:ext uri="{BB962C8B-B14F-4D97-AF65-F5344CB8AC3E}">
        <p14:creationId xmlns:p14="http://schemas.microsoft.com/office/powerpoint/2010/main" val="1614716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1DA27E-9C6A-D1EB-2FEF-B06DF6B33E4C}"/>
              </a:ext>
            </a:extLst>
          </p:cNvPr>
          <p:cNvSpPr>
            <a:spLocks noGrp="1"/>
          </p:cNvSpPr>
          <p:nvPr>
            <p:ph type="dt" sz="half" idx="10"/>
          </p:nvPr>
        </p:nvSpPr>
        <p:spPr/>
        <p:txBody>
          <a:bodyPr/>
          <a:lstStyle/>
          <a:p>
            <a:fld id="{9DD0AEF5-DD8A-4250-86F8-15AEBE73A4D5}" type="datetimeFigureOut">
              <a:rPr lang="en-US" smtClean="0"/>
              <a:t>9/3/2024</a:t>
            </a:fld>
            <a:endParaRPr lang="en-US"/>
          </a:p>
        </p:txBody>
      </p:sp>
      <p:sp>
        <p:nvSpPr>
          <p:cNvPr id="3" name="Footer Placeholder 2">
            <a:extLst>
              <a:ext uri="{FF2B5EF4-FFF2-40B4-BE49-F238E27FC236}">
                <a16:creationId xmlns:a16="http://schemas.microsoft.com/office/drawing/2014/main" id="{A16AA566-E4BE-53D3-D085-9B03007CFC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5A1A61-00C6-CE16-5834-7A58026020DA}"/>
              </a:ext>
            </a:extLst>
          </p:cNvPr>
          <p:cNvSpPr>
            <a:spLocks noGrp="1"/>
          </p:cNvSpPr>
          <p:nvPr>
            <p:ph type="sldNum" sz="quarter" idx="12"/>
          </p:nvPr>
        </p:nvSpPr>
        <p:spPr/>
        <p:txBody>
          <a:bodyPr/>
          <a:lstStyle/>
          <a:p>
            <a:fld id="{8C563626-CF9B-4245-8DC2-4E7B5828CFB8}" type="slidenum">
              <a:rPr lang="en-US" smtClean="0"/>
              <a:t>‹#›</a:t>
            </a:fld>
            <a:endParaRPr lang="en-US"/>
          </a:p>
        </p:txBody>
      </p:sp>
    </p:spTree>
    <p:extLst>
      <p:ext uri="{BB962C8B-B14F-4D97-AF65-F5344CB8AC3E}">
        <p14:creationId xmlns:p14="http://schemas.microsoft.com/office/powerpoint/2010/main" val="1182763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D6D2D-15F7-60AD-15D5-87B5DAE2AB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76587D1-A7CB-71F8-1121-038C6B6AED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CC3335-FE7D-F6F9-527F-2E63F021EB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DFE721-D4C9-A8F4-613C-2080ED8A46CF}"/>
              </a:ext>
            </a:extLst>
          </p:cNvPr>
          <p:cNvSpPr>
            <a:spLocks noGrp="1"/>
          </p:cNvSpPr>
          <p:nvPr>
            <p:ph type="dt" sz="half" idx="10"/>
          </p:nvPr>
        </p:nvSpPr>
        <p:spPr/>
        <p:txBody>
          <a:bodyPr/>
          <a:lstStyle/>
          <a:p>
            <a:fld id="{9DD0AEF5-DD8A-4250-86F8-15AEBE73A4D5}" type="datetimeFigureOut">
              <a:rPr lang="en-US" smtClean="0"/>
              <a:t>9/3/2024</a:t>
            </a:fld>
            <a:endParaRPr lang="en-US"/>
          </a:p>
        </p:txBody>
      </p:sp>
      <p:sp>
        <p:nvSpPr>
          <p:cNvPr id="6" name="Footer Placeholder 5">
            <a:extLst>
              <a:ext uri="{FF2B5EF4-FFF2-40B4-BE49-F238E27FC236}">
                <a16:creationId xmlns:a16="http://schemas.microsoft.com/office/drawing/2014/main" id="{F2F4FD10-F162-08C1-FEC7-5F12065407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93A1F6-A5C3-E0F7-BA78-5AD1CEB46EE8}"/>
              </a:ext>
            </a:extLst>
          </p:cNvPr>
          <p:cNvSpPr>
            <a:spLocks noGrp="1"/>
          </p:cNvSpPr>
          <p:nvPr>
            <p:ph type="sldNum" sz="quarter" idx="12"/>
          </p:nvPr>
        </p:nvSpPr>
        <p:spPr/>
        <p:txBody>
          <a:bodyPr/>
          <a:lstStyle/>
          <a:p>
            <a:fld id="{8C563626-CF9B-4245-8DC2-4E7B5828CFB8}" type="slidenum">
              <a:rPr lang="en-US" smtClean="0"/>
              <a:t>‹#›</a:t>
            </a:fld>
            <a:endParaRPr lang="en-US"/>
          </a:p>
        </p:txBody>
      </p:sp>
    </p:spTree>
    <p:extLst>
      <p:ext uri="{BB962C8B-B14F-4D97-AF65-F5344CB8AC3E}">
        <p14:creationId xmlns:p14="http://schemas.microsoft.com/office/powerpoint/2010/main" val="976369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39AE3-50DA-CED6-4B8F-DF79D868B7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DEBEDB-BE52-A8BB-BA13-E9273BD2A1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DE33B94-5383-AFFA-86EA-D680945E9A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039DF1-B5B4-7ADC-3B72-2DE58E6A698C}"/>
              </a:ext>
            </a:extLst>
          </p:cNvPr>
          <p:cNvSpPr>
            <a:spLocks noGrp="1"/>
          </p:cNvSpPr>
          <p:nvPr>
            <p:ph type="dt" sz="half" idx="10"/>
          </p:nvPr>
        </p:nvSpPr>
        <p:spPr/>
        <p:txBody>
          <a:bodyPr/>
          <a:lstStyle/>
          <a:p>
            <a:fld id="{9DD0AEF5-DD8A-4250-86F8-15AEBE73A4D5}" type="datetimeFigureOut">
              <a:rPr lang="en-US" smtClean="0"/>
              <a:t>9/3/2024</a:t>
            </a:fld>
            <a:endParaRPr lang="en-US"/>
          </a:p>
        </p:txBody>
      </p:sp>
      <p:sp>
        <p:nvSpPr>
          <p:cNvPr id="6" name="Footer Placeholder 5">
            <a:extLst>
              <a:ext uri="{FF2B5EF4-FFF2-40B4-BE49-F238E27FC236}">
                <a16:creationId xmlns:a16="http://schemas.microsoft.com/office/drawing/2014/main" id="{CF97D876-43D9-0797-045A-25C405D7B0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DE8222-EEE4-02CC-373C-512BEFA14717}"/>
              </a:ext>
            </a:extLst>
          </p:cNvPr>
          <p:cNvSpPr>
            <a:spLocks noGrp="1"/>
          </p:cNvSpPr>
          <p:nvPr>
            <p:ph type="sldNum" sz="quarter" idx="12"/>
          </p:nvPr>
        </p:nvSpPr>
        <p:spPr/>
        <p:txBody>
          <a:bodyPr/>
          <a:lstStyle/>
          <a:p>
            <a:fld id="{8C563626-CF9B-4245-8DC2-4E7B5828CFB8}" type="slidenum">
              <a:rPr lang="en-US" smtClean="0"/>
              <a:t>‹#›</a:t>
            </a:fld>
            <a:endParaRPr lang="en-US"/>
          </a:p>
        </p:txBody>
      </p:sp>
    </p:spTree>
    <p:extLst>
      <p:ext uri="{BB962C8B-B14F-4D97-AF65-F5344CB8AC3E}">
        <p14:creationId xmlns:p14="http://schemas.microsoft.com/office/powerpoint/2010/main" val="2665444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EE998-09FD-9BA2-38D9-45BF3CC454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1576C5B-1DC3-6099-44A8-41C3B2C4D9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EC4EBB-C5CC-5774-F15B-FE429E102ABE}"/>
              </a:ext>
            </a:extLst>
          </p:cNvPr>
          <p:cNvSpPr>
            <a:spLocks noGrp="1"/>
          </p:cNvSpPr>
          <p:nvPr>
            <p:ph type="dt" sz="half" idx="10"/>
          </p:nvPr>
        </p:nvSpPr>
        <p:spPr/>
        <p:txBody>
          <a:bodyPr/>
          <a:lstStyle/>
          <a:p>
            <a:fld id="{9DD0AEF5-DD8A-4250-86F8-15AEBE73A4D5}" type="datetimeFigureOut">
              <a:rPr lang="en-US" smtClean="0"/>
              <a:t>9/3/2024</a:t>
            </a:fld>
            <a:endParaRPr lang="en-US"/>
          </a:p>
        </p:txBody>
      </p:sp>
      <p:sp>
        <p:nvSpPr>
          <p:cNvPr id="5" name="Footer Placeholder 4">
            <a:extLst>
              <a:ext uri="{FF2B5EF4-FFF2-40B4-BE49-F238E27FC236}">
                <a16:creationId xmlns:a16="http://schemas.microsoft.com/office/drawing/2014/main" id="{3489F9F4-2EF4-AD3E-104C-AD2B95CADD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673E2-315E-1DF3-8767-9034BC05C127}"/>
              </a:ext>
            </a:extLst>
          </p:cNvPr>
          <p:cNvSpPr>
            <a:spLocks noGrp="1"/>
          </p:cNvSpPr>
          <p:nvPr>
            <p:ph type="sldNum" sz="quarter" idx="12"/>
          </p:nvPr>
        </p:nvSpPr>
        <p:spPr/>
        <p:txBody>
          <a:bodyPr/>
          <a:lstStyle/>
          <a:p>
            <a:fld id="{8C563626-CF9B-4245-8DC2-4E7B5828CFB8}" type="slidenum">
              <a:rPr lang="en-US" smtClean="0"/>
              <a:t>‹#›</a:t>
            </a:fld>
            <a:endParaRPr lang="en-US"/>
          </a:p>
        </p:txBody>
      </p:sp>
    </p:spTree>
    <p:extLst>
      <p:ext uri="{BB962C8B-B14F-4D97-AF65-F5344CB8AC3E}">
        <p14:creationId xmlns:p14="http://schemas.microsoft.com/office/powerpoint/2010/main" val="1216193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44CC48-7399-8CCC-0CC0-06A99DEA74E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243295-780E-7352-D5F1-3FC9ACA11C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54623B-2E8D-BFC0-A5B6-E2AEADE2456F}"/>
              </a:ext>
            </a:extLst>
          </p:cNvPr>
          <p:cNvSpPr>
            <a:spLocks noGrp="1"/>
          </p:cNvSpPr>
          <p:nvPr>
            <p:ph type="dt" sz="half" idx="10"/>
          </p:nvPr>
        </p:nvSpPr>
        <p:spPr/>
        <p:txBody>
          <a:bodyPr/>
          <a:lstStyle/>
          <a:p>
            <a:fld id="{9DD0AEF5-DD8A-4250-86F8-15AEBE73A4D5}" type="datetimeFigureOut">
              <a:rPr lang="en-US" smtClean="0"/>
              <a:t>9/3/2024</a:t>
            </a:fld>
            <a:endParaRPr lang="en-US"/>
          </a:p>
        </p:txBody>
      </p:sp>
      <p:sp>
        <p:nvSpPr>
          <p:cNvPr id="5" name="Footer Placeholder 4">
            <a:extLst>
              <a:ext uri="{FF2B5EF4-FFF2-40B4-BE49-F238E27FC236}">
                <a16:creationId xmlns:a16="http://schemas.microsoft.com/office/drawing/2014/main" id="{3746F9D8-E296-6216-ED79-3B7A67EF9F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31819-6F2E-8E4E-0185-5C7C1AB20493}"/>
              </a:ext>
            </a:extLst>
          </p:cNvPr>
          <p:cNvSpPr>
            <a:spLocks noGrp="1"/>
          </p:cNvSpPr>
          <p:nvPr>
            <p:ph type="sldNum" sz="quarter" idx="12"/>
          </p:nvPr>
        </p:nvSpPr>
        <p:spPr/>
        <p:txBody>
          <a:bodyPr/>
          <a:lstStyle/>
          <a:p>
            <a:fld id="{8C563626-CF9B-4245-8DC2-4E7B5828CFB8}" type="slidenum">
              <a:rPr lang="en-US" smtClean="0"/>
              <a:t>‹#›</a:t>
            </a:fld>
            <a:endParaRPr lang="en-US"/>
          </a:p>
        </p:txBody>
      </p:sp>
    </p:spTree>
    <p:extLst>
      <p:ext uri="{BB962C8B-B14F-4D97-AF65-F5344CB8AC3E}">
        <p14:creationId xmlns:p14="http://schemas.microsoft.com/office/powerpoint/2010/main" val="522214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98D9FD-43ED-AE24-1112-DA6BE6A545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184978-ED41-8C7C-CB00-DBA8192027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92DD31-F459-AFE0-A3B2-69CA3C02CF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D0AEF5-DD8A-4250-86F8-15AEBE73A4D5}" type="datetimeFigureOut">
              <a:rPr lang="en-US" smtClean="0"/>
              <a:t>9/3/2024</a:t>
            </a:fld>
            <a:endParaRPr lang="en-US"/>
          </a:p>
        </p:txBody>
      </p:sp>
      <p:sp>
        <p:nvSpPr>
          <p:cNvPr id="5" name="Footer Placeholder 4">
            <a:extLst>
              <a:ext uri="{FF2B5EF4-FFF2-40B4-BE49-F238E27FC236}">
                <a16:creationId xmlns:a16="http://schemas.microsoft.com/office/drawing/2014/main" id="{3D50B0BA-7374-3C07-4E42-E5F279FC6D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91F6CC-650E-9631-CDA6-8B142657E2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563626-CF9B-4245-8DC2-4E7B5828CFB8}" type="slidenum">
              <a:rPr lang="en-US" smtClean="0"/>
              <a:t>‹#›</a:t>
            </a:fld>
            <a:endParaRPr lang="en-US"/>
          </a:p>
        </p:txBody>
      </p:sp>
    </p:spTree>
    <p:extLst>
      <p:ext uri="{BB962C8B-B14F-4D97-AF65-F5344CB8AC3E}">
        <p14:creationId xmlns:p14="http://schemas.microsoft.com/office/powerpoint/2010/main" val="41163251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DE3B64-432C-802E-F8EF-A9F7B0F3A1CE}"/>
              </a:ext>
            </a:extLst>
          </p:cNvPr>
          <p:cNvSpPr txBox="1"/>
          <p:nvPr/>
        </p:nvSpPr>
        <p:spPr>
          <a:xfrm>
            <a:off x="3047223" y="2210318"/>
            <a:ext cx="6097554" cy="2148793"/>
          </a:xfrm>
          <a:prstGeom prst="rect">
            <a:avLst/>
          </a:prstGeom>
          <a:noFill/>
        </p:spPr>
        <p:txBody>
          <a:bodyPr wrap="square">
            <a:spAutoFit/>
          </a:bodyPr>
          <a:lstStyle/>
          <a:p>
            <a:pPr marL="457200" marR="0" indent="-228600" algn="ctr">
              <a:lnSpc>
                <a:spcPct val="115000"/>
              </a:lnSpc>
              <a:spcBef>
                <a:spcPts val="0"/>
              </a:spcBef>
              <a:spcAft>
                <a:spcPts val="0"/>
              </a:spcAft>
            </a:pPr>
            <a:r>
              <a:rPr lang="en-US" sz="6000" dirty="0">
                <a:effectLst/>
                <a:latin typeface="Times New Roman" panose="02020603050405020304" pitchFamily="18" charset="0"/>
                <a:ea typeface="Calibri" panose="020F0502020204030204" pitchFamily="34" charset="0"/>
                <a:cs typeface="Times New Roman" panose="02020603050405020304" pitchFamily="18" charset="0"/>
              </a:rPr>
              <a:t>Coding Basics</a:t>
            </a:r>
            <a:endParaRPr lang="en-US" sz="60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228600" algn="ctr">
              <a:lnSpc>
                <a:spcPct val="115000"/>
              </a:lnSpc>
              <a:spcBef>
                <a:spcPts val="0"/>
              </a:spcBef>
              <a:spcAft>
                <a:spcPts val="0"/>
              </a:spcAft>
            </a:pPr>
            <a:r>
              <a:rPr lang="en-US" sz="6000" dirty="0">
                <a:effectLst/>
                <a:latin typeface="Times New Roman" panose="02020603050405020304" pitchFamily="18" charset="0"/>
                <a:ea typeface="Calibri" panose="020F0502020204030204" pitchFamily="34" charset="0"/>
                <a:cs typeface="Times New Roman" panose="02020603050405020304" pitchFamily="18" charset="0"/>
              </a:rPr>
              <a:t>Part 2</a:t>
            </a:r>
            <a:endParaRPr lang="en-US" sz="6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07717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6FE5AC-2EA7-8544-2768-C474F30BB943}"/>
              </a:ext>
            </a:extLst>
          </p:cNvPr>
          <p:cNvSpPr txBox="1"/>
          <p:nvPr/>
        </p:nvSpPr>
        <p:spPr>
          <a:xfrm>
            <a:off x="545284" y="289839"/>
            <a:ext cx="11417417" cy="6278322"/>
          </a:xfrm>
          <a:prstGeom prst="rect">
            <a:avLst/>
          </a:prstGeom>
          <a:noFill/>
        </p:spPr>
        <p:txBody>
          <a:bodyPr wrap="square">
            <a:spAutoFit/>
          </a:bodyPr>
          <a:lstStyle/>
          <a:p>
            <a:pPr marL="0" marR="0" algn="ctr">
              <a:lnSpc>
                <a:spcPct val="115000"/>
              </a:lnSpc>
              <a:spcBef>
                <a:spcPts val="0"/>
              </a:spcBef>
              <a:spcAft>
                <a:spcPts val="0"/>
              </a:spcAft>
            </a:pP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More on Data Structure</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US" sz="30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800" b="1" kern="100" dirty="0" err="1">
                <a:effectLst/>
                <a:latin typeface="Times New Roman" panose="02020603050405020304" pitchFamily="18" charset="0"/>
                <a:ea typeface="Calibri" panose="020F0502020204030204" pitchFamily="34" charset="0"/>
                <a:cs typeface="Times New Roman" panose="02020603050405020304" pitchFamily="18" charset="0"/>
              </a:rPr>
              <a:t>Subsetting</a:t>
            </a:r>
            <a:r>
              <a:rPr lang="en-US" sz="2800" b="1" kern="100" dirty="0">
                <a:effectLst/>
                <a:latin typeface="Times New Roman" panose="02020603050405020304" pitchFamily="18" charset="0"/>
                <a:ea typeface="Calibri" panose="020F0502020204030204" pitchFamily="34" charset="0"/>
                <a:cs typeface="Times New Roman" panose="02020603050405020304" pitchFamily="18" charset="0"/>
              </a:rPr>
              <a:t> Vectors</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Command:</a:t>
            </a:r>
            <a:r>
              <a:rPr lang="en-US" sz="2800" kern="100" dirty="0">
                <a:solidFill>
                  <a:srgbClr val="538135"/>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i="1" kern="100" dirty="0" err="1">
                <a:solidFill>
                  <a:srgbClr val="538135"/>
                </a:solidFill>
                <a:effectLst/>
                <a:latin typeface="Times New Roman" panose="02020603050405020304" pitchFamily="18" charset="0"/>
                <a:ea typeface="Calibri" panose="020F0502020204030204" pitchFamily="34" charset="0"/>
                <a:cs typeface="Times New Roman" panose="02020603050405020304" pitchFamily="18" charset="0"/>
              </a:rPr>
              <a:t>name_of_vector</a:t>
            </a:r>
            <a:r>
              <a:rPr lang="en-US" sz="2800" i="1" kern="100" dirty="0">
                <a:solidFill>
                  <a:srgbClr val="538135"/>
                </a:solidFill>
                <a:effectLst/>
                <a:latin typeface="Times New Roman" panose="02020603050405020304" pitchFamily="18" charset="0"/>
                <a:ea typeface="Calibri" panose="020F0502020204030204" pitchFamily="34" charset="0"/>
                <a:cs typeface="Times New Roman" panose="02020603050405020304" pitchFamily="18" charset="0"/>
              </a:rPr>
              <a:t>[position/s you want to extract]</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800" b="1" kern="100" dirty="0">
                <a:effectLst/>
                <a:latin typeface="Times New Roman" panose="02020603050405020304" pitchFamily="18" charset="0"/>
                <a:ea typeface="Calibri" panose="020F0502020204030204" pitchFamily="34" charset="0"/>
                <a:cs typeface="Times New Roman" panose="02020603050405020304" pitchFamily="18" charset="0"/>
              </a:rPr>
              <a:t>Example 1: </a:t>
            </a: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For the following vector: </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r>
              <a:rPr lang="en-US" sz="2800" kern="100" dirty="0">
                <a:solidFill>
                  <a:srgbClr val="538135"/>
                </a:solidFill>
                <a:effectLst/>
                <a:latin typeface="Lucida Console" panose="020B0609040504020204" pitchFamily="49" charset="0"/>
                <a:ea typeface="Calibri" panose="020F0502020204030204" pitchFamily="34" charset="0"/>
                <a:cs typeface="Times New Roman" panose="02020603050405020304" pitchFamily="18" charset="0"/>
              </a:rPr>
              <a:t>vector_1 &lt;- c(2,3,4,5,5,6)</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Symbol" panose="05050102010706020507" pitchFamily="18" charset="2"/>
              <a:buChar char=""/>
            </a:pP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What code do you need to write to extract the third element?</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Code: </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Symbol" panose="05050102010706020507" pitchFamily="18" charset="2"/>
              <a:buChar char=""/>
            </a:pP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What code do you need to write to extract the fourth through sixth element?</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Code: </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670039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628E53-F387-D335-E221-A5421145479B}"/>
              </a:ext>
            </a:extLst>
          </p:cNvPr>
          <p:cNvSpPr txBox="1"/>
          <p:nvPr/>
        </p:nvSpPr>
        <p:spPr>
          <a:xfrm>
            <a:off x="713064" y="868299"/>
            <a:ext cx="11048301" cy="2845651"/>
          </a:xfrm>
          <a:prstGeom prst="rect">
            <a:avLst/>
          </a:prstGeom>
          <a:noFill/>
        </p:spPr>
        <p:txBody>
          <a:bodyPr wrap="square">
            <a:spAutoFit/>
          </a:bodyPr>
          <a:lstStyle/>
          <a:p>
            <a:pPr marL="0" marR="0">
              <a:lnSpc>
                <a:spcPct val="107000"/>
              </a:lnSpc>
              <a:spcBef>
                <a:spcPts val="0"/>
              </a:spcBef>
              <a:spcAft>
                <a:spcPts val="800"/>
              </a:spcAft>
            </a:pPr>
            <a:r>
              <a:rPr lang="en-US" sz="3000" b="1" kern="100" dirty="0" err="1">
                <a:effectLst/>
                <a:latin typeface="Times New Roman" panose="02020603050405020304" pitchFamily="18" charset="0"/>
                <a:ea typeface="Calibri" panose="020F0502020204030204" pitchFamily="34" charset="0"/>
                <a:cs typeface="Times New Roman" panose="02020603050405020304" pitchFamily="18" charset="0"/>
              </a:rPr>
              <a:t>Subsetting</a:t>
            </a: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 Matrices</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Since matrices are two-dimensional organization of data, to subset a matrix you need a number for the row and a number for the column.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Command: </a:t>
            </a:r>
            <a:r>
              <a:rPr lang="en-US" sz="3000" i="1" kern="100" dirty="0" err="1">
                <a:solidFill>
                  <a:srgbClr val="538135"/>
                </a:solidFill>
                <a:effectLst/>
                <a:latin typeface="Times New Roman" panose="02020603050405020304" pitchFamily="18" charset="0"/>
                <a:ea typeface="Calibri" panose="020F0502020204030204" pitchFamily="34" charset="0"/>
                <a:cs typeface="Times New Roman" panose="02020603050405020304" pitchFamily="18" charset="0"/>
              </a:rPr>
              <a:t>name_of_matrix</a:t>
            </a:r>
            <a:r>
              <a:rPr lang="en-US" sz="3000" i="1" kern="100" dirty="0">
                <a:solidFill>
                  <a:srgbClr val="538135"/>
                </a:solidFill>
                <a:effectLst/>
                <a:latin typeface="Times New Roman" panose="02020603050405020304" pitchFamily="18" charset="0"/>
                <a:ea typeface="Calibri" panose="020F0502020204030204" pitchFamily="34" charset="0"/>
                <a:cs typeface="Times New Roman" panose="02020603050405020304" pitchFamily="18" charset="0"/>
              </a:rPr>
              <a:t>[row number, column number]</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47683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628E53-F387-D335-E221-A5421145479B}"/>
              </a:ext>
            </a:extLst>
          </p:cNvPr>
          <p:cNvSpPr txBox="1"/>
          <p:nvPr/>
        </p:nvSpPr>
        <p:spPr>
          <a:xfrm>
            <a:off x="411060" y="390127"/>
            <a:ext cx="11048301" cy="2241126"/>
          </a:xfrm>
          <a:prstGeom prst="rect">
            <a:avLst/>
          </a:prstGeom>
          <a:noFill/>
        </p:spPr>
        <p:txBody>
          <a:bodyPr wrap="square">
            <a:spAutoFit/>
          </a:bodyPr>
          <a:lstStyle/>
          <a:p>
            <a:pPr marL="0" marR="0">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Example 2: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Symbol" panose="05050102010706020507" pitchFamily="18" charset="2"/>
              <a:buChar char=""/>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The following code defines a matrix, write out what the matrix will “look like” if we ran that code.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3000" kern="0" dirty="0">
                <a:solidFill>
                  <a:srgbClr val="538135"/>
                </a:solidFill>
                <a:effectLst/>
                <a:latin typeface="Lucida Console" panose="020B0609040504020204" pitchFamily="49" charset="0"/>
                <a:ea typeface="Times New Roman" panose="02020603050405020304" pitchFamily="18" charset="0"/>
                <a:cs typeface="Times New Roman" panose="02020603050405020304" pitchFamily="18" charset="0"/>
              </a:rPr>
              <a:t>matrix(c(5,6,7,2,3,6), </a:t>
            </a:r>
            <a:r>
              <a:rPr lang="en-US" sz="3000" kern="0" dirty="0" err="1">
                <a:solidFill>
                  <a:srgbClr val="538135"/>
                </a:solidFill>
                <a:effectLst/>
                <a:latin typeface="Lucida Console" panose="020B0609040504020204" pitchFamily="49" charset="0"/>
                <a:ea typeface="Times New Roman" panose="02020603050405020304" pitchFamily="18" charset="0"/>
                <a:cs typeface="Times New Roman" panose="02020603050405020304" pitchFamily="18" charset="0"/>
              </a:rPr>
              <a:t>ncol</a:t>
            </a:r>
            <a:r>
              <a:rPr lang="en-US" sz="3000" kern="0" dirty="0">
                <a:solidFill>
                  <a:srgbClr val="538135"/>
                </a:solidFill>
                <a:effectLst/>
                <a:latin typeface="Lucida Console" panose="020B0609040504020204" pitchFamily="49" charset="0"/>
                <a:ea typeface="Times New Roman" panose="02020603050405020304" pitchFamily="18" charset="0"/>
                <a:cs typeface="Times New Roman" panose="02020603050405020304" pitchFamily="18" charset="0"/>
              </a:rPr>
              <a:t> = 2, </a:t>
            </a:r>
            <a:r>
              <a:rPr lang="en-US" sz="3000" kern="0" dirty="0" err="1">
                <a:solidFill>
                  <a:srgbClr val="538135"/>
                </a:solidFill>
                <a:effectLst/>
                <a:latin typeface="Lucida Console" panose="020B0609040504020204" pitchFamily="49" charset="0"/>
                <a:ea typeface="Times New Roman" panose="02020603050405020304" pitchFamily="18" charset="0"/>
                <a:cs typeface="Times New Roman" panose="02020603050405020304" pitchFamily="18" charset="0"/>
              </a:rPr>
              <a:t>byrow</a:t>
            </a:r>
            <a:r>
              <a:rPr lang="en-US" sz="3000" kern="0" dirty="0">
                <a:solidFill>
                  <a:srgbClr val="538135"/>
                </a:solidFill>
                <a:effectLst/>
                <a:latin typeface="Lucida Console" panose="020B0609040504020204" pitchFamily="49" charset="0"/>
                <a:ea typeface="Times New Roman" panose="02020603050405020304" pitchFamily="18" charset="0"/>
                <a:cs typeface="Times New Roman" panose="02020603050405020304" pitchFamily="18" charset="0"/>
              </a:rPr>
              <a:t> = FALSE)</a:t>
            </a:r>
            <a:endParaRPr lang="en-US" sz="3000" dirty="0"/>
          </a:p>
        </p:txBody>
      </p:sp>
    </p:spTree>
    <p:extLst>
      <p:ext uri="{BB962C8B-B14F-4D97-AF65-F5344CB8AC3E}">
        <p14:creationId xmlns:p14="http://schemas.microsoft.com/office/powerpoint/2010/main" val="3308334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819C46-36FE-C514-2BA2-629FA0E3E2B7}"/>
              </a:ext>
            </a:extLst>
          </p:cNvPr>
          <p:cNvSpPr txBox="1"/>
          <p:nvPr/>
        </p:nvSpPr>
        <p:spPr>
          <a:xfrm>
            <a:off x="707122" y="165158"/>
            <a:ext cx="10777756" cy="6527684"/>
          </a:xfrm>
          <a:prstGeom prst="rect">
            <a:avLst/>
          </a:prstGeom>
          <a:noFill/>
        </p:spPr>
        <p:txBody>
          <a:bodyPr wrap="square">
            <a:spAutoFit/>
          </a:bodyPr>
          <a:lstStyle/>
          <a:p>
            <a:pPr marL="342900" marR="0" lvl="0" indent="-342900">
              <a:lnSpc>
                <a:spcPct val="107000"/>
              </a:lnSpc>
              <a:spcBef>
                <a:spcPts val="0"/>
              </a:spcBef>
              <a:spcAft>
                <a:spcPts val="800"/>
              </a:spcAft>
              <a:buFont typeface="Symbol" panose="05050102010706020507" pitchFamily="18" charset="2"/>
              <a:buChar char=""/>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Extract the element in row 3, column 1.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Code: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Output: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Extract the element in column 2, row 1.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Code: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Output: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Extract elements in column 2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Code: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Output: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16122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902E64-E92A-8E05-8112-10AF0BDBA4AE}"/>
              </a:ext>
            </a:extLst>
          </p:cNvPr>
          <p:cNvSpPr txBox="1"/>
          <p:nvPr/>
        </p:nvSpPr>
        <p:spPr>
          <a:xfrm>
            <a:off x="832607" y="153139"/>
            <a:ext cx="8244281" cy="5334537"/>
          </a:xfrm>
          <a:prstGeom prst="rect">
            <a:avLst/>
          </a:prstGeom>
          <a:noFill/>
        </p:spPr>
        <p:txBody>
          <a:bodyPr wrap="square">
            <a:spAutoFit/>
          </a:bodyPr>
          <a:lstStyle/>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Extract all elements in column 1</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Code: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Output: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marR="0">
              <a:lnSpc>
                <a:spcPct val="107000"/>
              </a:lnSpc>
              <a:spcBef>
                <a:spcPts val="0"/>
              </a:spcBef>
              <a:spcAft>
                <a:spcPts val="800"/>
              </a:spcAft>
            </a:pP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Extract all elements in row 2</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Code: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Output: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906425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84EB0D-F2E1-FA37-6085-23A2642F7202}"/>
              </a:ext>
            </a:extLst>
          </p:cNvPr>
          <p:cNvSpPr txBox="1"/>
          <p:nvPr/>
        </p:nvSpPr>
        <p:spPr>
          <a:xfrm>
            <a:off x="919992" y="589258"/>
            <a:ext cx="10352015" cy="5447517"/>
          </a:xfrm>
          <a:prstGeom prst="rect">
            <a:avLst/>
          </a:prstGeom>
          <a:noFill/>
        </p:spPr>
        <p:txBody>
          <a:bodyPr wrap="square">
            <a:spAutoFit/>
          </a:bodyPr>
          <a:lstStyle/>
          <a:p>
            <a:pPr marL="0" marR="0" algn="ctr">
              <a:lnSpc>
                <a:spcPct val="107000"/>
              </a:lnSpc>
              <a:spcBef>
                <a:spcPts val="0"/>
              </a:spcBef>
              <a:spcAft>
                <a:spcPts val="800"/>
              </a:spcAft>
            </a:pPr>
            <a:r>
              <a:rPr lang="en-US" sz="4000" kern="100" dirty="0">
                <a:effectLst/>
                <a:latin typeface="Times New Roman" panose="02020603050405020304" pitchFamily="18" charset="0"/>
                <a:ea typeface="Calibri" panose="020F0502020204030204" pitchFamily="34" charset="0"/>
                <a:cs typeface="Times New Roman" panose="02020603050405020304" pitchFamily="18" charset="0"/>
              </a:rPr>
              <a:t>Classes (Data Type)</a:t>
            </a:r>
            <a:endParaRPr lang="en-US" sz="4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800"/>
              </a:spcAft>
              <a:buFont typeface="+mj-lt"/>
              <a:buAutoNum type="arabicPeriod"/>
              <a:tabLst>
                <a:tab pos="457200" algn="l"/>
              </a:tabLst>
            </a:pPr>
            <a:r>
              <a:rPr lang="en-US" sz="3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numeric: any real number(s)</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800"/>
              </a:spcAft>
              <a:buFont typeface="+mj-lt"/>
              <a:buAutoNum type="arabicPeriod"/>
              <a:tabLst>
                <a:tab pos="457200" algn="l"/>
              </a:tabLst>
            </a:pPr>
            <a:r>
              <a:rPr lang="en-US" sz="3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character: strings or individual characters, quoted</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800"/>
              </a:spcAft>
              <a:buFont typeface="+mj-lt"/>
              <a:buAutoNum type="arabicPeriod"/>
              <a:tabLst>
                <a:tab pos="457200" algn="l"/>
              </a:tabLst>
            </a:pPr>
            <a:r>
              <a:rPr lang="en-US" sz="3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integer: any integer(s)/whole numbers</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800"/>
              </a:spcAft>
              <a:buFont typeface="+mj-lt"/>
              <a:buAutoNum type="arabicPeriod"/>
              <a:tabLst>
                <a:tab pos="457200" algn="l"/>
              </a:tabLst>
            </a:pPr>
            <a:r>
              <a:rPr lang="en-US" sz="3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factor: categorical/qualitative variables</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800"/>
              </a:spcAft>
              <a:buFont typeface="+mj-lt"/>
              <a:buAutoNum type="arabicPeriod"/>
              <a:tabLst>
                <a:tab pos="457200" algn="l"/>
              </a:tabLst>
            </a:pPr>
            <a:r>
              <a:rPr lang="en-US" sz="3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logical: variables composed of TRUE or FALSE</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800"/>
              </a:spcAft>
              <a:buFont typeface="+mj-lt"/>
              <a:buAutoNum type="arabicPeriod"/>
              <a:tabLst>
                <a:tab pos="457200" algn="l"/>
              </a:tabLst>
            </a:pPr>
            <a:r>
              <a:rPr lang="en-US" sz="3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Date/</a:t>
            </a:r>
            <a:r>
              <a:rPr lang="en-US" sz="3000" kern="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POSIXct</a:t>
            </a:r>
            <a:r>
              <a:rPr lang="en-US" sz="3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represents calendar dates and times</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45111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BCE30B-FF39-474D-F56B-EA07C97DE3AC}"/>
              </a:ext>
            </a:extLst>
          </p:cNvPr>
          <p:cNvSpPr txBox="1"/>
          <p:nvPr/>
        </p:nvSpPr>
        <p:spPr>
          <a:xfrm>
            <a:off x="637562" y="1010143"/>
            <a:ext cx="10788243" cy="3339632"/>
          </a:xfrm>
          <a:prstGeom prst="rect">
            <a:avLst/>
          </a:prstGeom>
          <a:noFill/>
        </p:spPr>
        <p:txBody>
          <a:bodyPr wrap="square">
            <a:spAutoFit/>
          </a:bodyPr>
          <a:lstStyle/>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How to check the class of a vector?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Command: </a:t>
            </a:r>
            <a:r>
              <a:rPr lang="en-US" sz="3000" i="1" kern="100" dirty="0">
                <a:solidFill>
                  <a:srgbClr val="538135"/>
                </a:solidFill>
                <a:effectLst/>
                <a:latin typeface="Times New Roman" panose="02020603050405020304" pitchFamily="18" charset="0"/>
                <a:ea typeface="Calibri" panose="020F0502020204030204" pitchFamily="34" charset="0"/>
                <a:cs typeface="Times New Roman" panose="02020603050405020304" pitchFamily="18" charset="0"/>
              </a:rPr>
              <a:t>class(name of the vector)</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Example 3: </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In the following table, I define 5 different vectors. Type the code you would use to check the class of each vector and in the third column, type what the output would be if you ran that code.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54581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01EC6E-266E-047E-028F-DC6F366BFEA2}"/>
              </a:ext>
            </a:extLst>
          </p:cNvPr>
          <p:cNvPicPr>
            <a:picLocks noChangeAspect="1"/>
          </p:cNvPicPr>
          <p:nvPr/>
        </p:nvPicPr>
        <p:blipFill>
          <a:blip r:embed="rId2"/>
          <a:stretch>
            <a:fillRect/>
          </a:stretch>
        </p:blipFill>
        <p:spPr>
          <a:xfrm>
            <a:off x="871406" y="661638"/>
            <a:ext cx="10353064" cy="5462325"/>
          </a:xfrm>
          <a:prstGeom prst="rect">
            <a:avLst/>
          </a:prstGeom>
        </p:spPr>
      </p:pic>
    </p:spTree>
    <p:extLst>
      <p:ext uri="{BB962C8B-B14F-4D97-AF65-F5344CB8AC3E}">
        <p14:creationId xmlns:p14="http://schemas.microsoft.com/office/powerpoint/2010/main" val="4118345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B42110-B279-C486-4D43-21C51E132D19}"/>
              </a:ext>
            </a:extLst>
          </p:cNvPr>
          <p:cNvSpPr txBox="1"/>
          <p:nvPr/>
        </p:nvSpPr>
        <p:spPr>
          <a:xfrm>
            <a:off x="687896" y="805223"/>
            <a:ext cx="11123801" cy="4847096"/>
          </a:xfrm>
          <a:prstGeom prst="rect">
            <a:avLst/>
          </a:prstGeom>
          <a:noFill/>
        </p:spPr>
        <p:txBody>
          <a:bodyPr wrap="square">
            <a:spAutoFit/>
          </a:bodyPr>
          <a:lstStyle/>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How to change a vector from one class to another class?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Use commands the following commands: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0"/>
              </a:spcAft>
              <a:buFont typeface="Symbol" panose="05050102010706020507" pitchFamily="18" charset="2"/>
              <a:buChar char=""/>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To change to a numeric vector: </a:t>
            </a:r>
            <a:r>
              <a:rPr lang="en-US" sz="3000" kern="100" dirty="0" err="1">
                <a:effectLst/>
                <a:latin typeface="Times New Roman" panose="02020603050405020304" pitchFamily="18" charset="0"/>
                <a:ea typeface="Calibri" panose="020F0502020204030204" pitchFamily="34" charset="0"/>
                <a:cs typeface="Times New Roman" panose="02020603050405020304" pitchFamily="18" charset="0"/>
              </a:rPr>
              <a:t>as.numeric</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(name of the vector)</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0"/>
              </a:spcAft>
              <a:buFont typeface="Symbol" panose="05050102010706020507" pitchFamily="18" charset="2"/>
              <a:buChar char=""/>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To change to a character vector:  </a:t>
            </a:r>
            <a:r>
              <a:rPr lang="en-US" sz="3000" kern="100" dirty="0" err="1">
                <a:effectLst/>
                <a:latin typeface="Times New Roman" panose="02020603050405020304" pitchFamily="18" charset="0"/>
                <a:ea typeface="Calibri" panose="020F0502020204030204" pitchFamily="34" charset="0"/>
                <a:cs typeface="Times New Roman" panose="02020603050405020304" pitchFamily="18" charset="0"/>
              </a:rPr>
              <a:t>as.character</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(name of the vector)</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0"/>
              </a:spcAft>
              <a:buFont typeface="Symbol" panose="05050102010706020507" pitchFamily="18" charset="2"/>
              <a:buChar char=""/>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To change to a factor vector: </a:t>
            </a:r>
            <a:r>
              <a:rPr lang="en-US" sz="3000" kern="100" dirty="0" err="1">
                <a:effectLst/>
                <a:latin typeface="Times New Roman" panose="02020603050405020304" pitchFamily="18" charset="0"/>
                <a:ea typeface="Calibri" panose="020F0502020204030204" pitchFamily="34" charset="0"/>
                <a:cs typeface="Times New Roman" panose="02020603050405020304" pitchFamily="18" charset="0"/>
              </a:rPr>
              <a:t>as.factor</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(name of the vector)</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800"/>
              </a:spcAft>
              <a:buFont typeface="Symbol" panose="05050102010706020507" pitchFamily="18" charset="2"/>
              <a:buChar char=""/>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To change to a logical vector: </a:t>
            </a:r>
            <a:r>
              <a:rPr lang="en-US" sz="3000" kern="100" dirty="0" err="1">
                <a:effectLst/>
                <a:latin typeface="Times New Roman" panose="02020603050405020304" pitchFamily="18" charset="0"/>
                <a:ea typeface="Calibri" panose="020F0502020204030204" pitchFamily="34" charset="0"/>
                <a:cs typeface="Times New Roman" panose="02020603050405020304" pitchFamily="18" charset="0"/>
              </a:rPr>
              <a:t>as.logical</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(name of vector)</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62175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6859F6-AF1F-2327-61B9-01F171FA7D42}"/>
              </a:ext>
            </a:extLst>
          </p:cNvPr>
          <p:cNvSpPr txBox="1"/>
          <p:nvPr/>
        </p:nvSpPr>
        <p:spPr>
          <a:xfrm>
            <a:off x="890631" y="831088"/>
            <a:ext cx="10410737" cy="4538422"/>
          </a:xfrm>
          <a:prstGeom prst="rect">
            <a:avLst/>
          </a:prstGeom>
          <a:noFill/>
        </p:spPr>
        <p:txBody>
          <a:bodyPr wrap="square">
            <a:spAutoFit/>
          </a:bodyPr>
          <a:lstStyle/>
          <a:p>
            <a:pPr marL="0" marR="0">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Example 4: </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Suppose you have the following vector</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r>
              <a:rPr lang="en-US" sz="3000" kern="100" dirty="0">
                <a:solidFill>
                  <a:srgbClr val="538135"/>
                </a:solidFill>
                <a:effectLst/>
                <a:latin typeface="Lucida Console" panose="020B0609040504020204" pitchFamily="49" charset="0"/>
                <a:ea typeface="Calibri" panose="020F0502020204030204" pitchFamily="34" charset="0"/>
                <a:cs typeface="Times New Roman" panose="02020603050405020304" pitchFamily="18" charset="0"/>
              </a:rPr>
              <a:t>vector_2 &lt;- c(</a:t>
            </a:r>
            <a:r>
              <a:rPr lang="en-US" sz="3000" kern="100" dirty="0">
                <a:solidFill>
                  <a:srgbClr val="930F80"/>
                </a:solidFill>
                <a:effectLst/>
                <a:latin typeface="Lucida Console" panose="020B0609040504020204" pitchFamily="49" charset="0"/>
                <a:ea typeface="Calibri" panose="020F0502020204030204" pitchFamily="34" charset="0"/>
                <a:cs typeface="Times New Roman" panose="02020603050405020304" pitchFamily="18" charset="0"/>
              </a:rPr>
              <a:t>"</a:t>
            </a:r>
            <a:r>
              <a:rPr lang="en-US" sz="3000" kern="100" dirty="0">
                <a:solidFill>
                  <a:srgbClr val="538135"/>
                </a:solidFill>
                <a:effectLst/>
                <a:latin typeface="Lucida Console" panose="020B0609040504020204" pitchFamily="49" charset="0"/>
                <a:ea typeface="Calibri" panose="020F0502020204030204" pitchFamily="34" charset="0"/>
                <a:cs typeface="Times New Roman" panose="02020603050405020304" pitchFamily="18" charset="0"/>
              </a:rPr>
              <a:t>3</a:t>
            </a:r>
            <a:r>
              <a:rPr lang="en-US" sz="3000" kern="100" dirty="0">
                <a:solidFill>
                  <a:srgbClr val="930F80"/>
                </a:solidFill>
                <a:effectLst/>
                <a:latin typeface="Lucida Console" panose="020B0609040504020204" pitchFamily="49" charset="0"/>
                <a:ea typeface="Calibri" panose="020F0502020204030204" pitchFamily="34" charset="0"/>
                <a:cs typeface="Times New Roman" panose="02020603050405020304" pitchFamily="18" charset="0"/>
              </a:rPr>
              <a:t>"</a:t>
            </a:r>
            <a:r>
              <a:rPr lang="en-US" sz="3000" kern="100" dirty="0">
                <a:solidFill>
                  <a:srgbClr val="538135"/>
                </a:solidFill>
                <a:effectLst/>
                <a:latin typeface="Lucida Console" panose="020B0609040504020204" pitchFamily="49" charset="0"/>
                <a:ea typeface="Calibri" panose="020F0502020204030204" pitchFamily="34" charset="0"/>
                <a:cs typeface="Times New Roman" panose="02020603050405020304" pitchFamily="18" charset="0"/>
              </a:rPr>
              <a:t>, </a:t>
            </a:r>
            <a:r>
              <a:rPr lang="en-US" sz="3000" kern="100" dirty="0">
                <a:solidFill>
                  <a:srgbClr val="930F80"/>
                </a:solidFill>
                <a:effectLst/>
                <a:latin typeface="Lucida Console" panose="020B0609040504020204" pitchFamily="49" charset="0"/>
                <a:ea typeface="Calibri" panose="020F0502020204030204" pitchFamily="34" charset="0"/>
                <a:cs typeface="Times New Roman" panose="02020603050405020304" pitchFamily="18" charset="0"/>
              </a:rPr>
              <a:t>"</a:t>
            </a:r>
            <a:r>
              <a:rPr lang="en-US" sz="3000" kern="100" dirty="0">
                <a:solidFill>
                  <a:srgbClr val="538135"/>
                </a:solidFill>
                <a:effectLst/>
                <a:latin typeface="Lucida Console" panose="020B0609040504020204" pitchFamily="49" charset="0"/>
                <a:ea typeface="Calibri" panose="020F0502020204030204" pitchFamily="34" charset="0"/>
                <a:cs typeface="Times New Roman" panose="02020603050405020304" pitchFamily="18" charset="0"/>
              </a:rPr>
              <a:t>5</a:t>
            </a:r>
            <a:r>
              <a:rPr lang="en-US" sz="3000" kern="100" dirty="0">
                <a:solidFill>
                  <a:srgbClr val="930F80"/>
                </a:solidFill>
                <a:effectLst/>
                <a:latin typeface="Lucida Console" panose="020B0609040504020204" pitchFamily="49" charset="0"/>
                <a:ea typeface="Calibri" panose="020F0502020204030204" pitchFamily="34" charset="0"/>
                <a:cs typeface="Times New Roman" panose="02020603050405020304" pitchFamily="18" charset="0"/>
              </a:rPr>
              <a:t>"</a:t>
            </a:r>
            <a:r>
              <a:rPr lang="en-US" sz="3000" kern="100" dirty="0">
                <a:solidFill>
                  <a:srgbClr val="538135"/>
                </a:solidFill>
                <a:effectLst/>
                <a:latin typeface="Lucida Console" panose="020B0609040504020204" pitchFamily="49" charset="0"/>
                <a:ea typeface="Calibri" panose="020F0502020204030204" pitchFamily="34" charset="0"/>
                <a:cs typeface="Times New Roman" panose="02020603050405020304" pitchFamily="18" charset="0"/>
              </a:rPr>
              <a:t>, </a:t>
            </a:r>
            <a:r>
              <a:rPr lang="en-US" sz="3000" kern="100" dirty="0">
                <a:solidFill>
                  <a:srgbClr val="930F80"/>
                </a:solidFill>
                <a:effectLst/>
                <a:latin typeface="Lucida Console" panose="020B0609040504020204" pitchFamily="49" charset="0"/>
                <a:ea typeface="Calibri" panose="020F0502020204030204" pitchFamily="34" charset="0"/>
                <a:cs typeface="Times New Roman" panose="02020603050405020304" pitchFamily="18" charset="0"/>
              </a:rPr>
              <a:t>"</a:t>
            </a:r>
            <a:r>
              <a:rPr lang="en-US" sz="3000" kern="100" dirty="0">
                <a:solidFill>
                  <a:srgbClr val="538135"/>
                </a:solidFill>
                <a:effectLst/>
                <a:latin typeface="Lucida Console" panose="020B0609040504020204" pitchFamily="49" charset="0"/>
                <a:ea typeface="Calibri" panose="020F0502020204030204" pitchFamily="34" charset="0"/>
                <a:cs typeface="Times New Roman" panose="02020603050405020304" pitchFamily="18" charset="0"/>
              </a:rPr>
              <a:t>7</a:t>
            </a:r>
            <a:r>
              <a:rPr lang="en-US" sz="3000" kern="100" dirty="0">
                <a:solidFill>
                  <a:srgbClr val="930F80"/>
                </a:solidFill>
                <a:effectLst/>
                <a:latin typeface="Lucida Console" panose="020B0609040504020204" pitchFamily="49" charset="0"/>
                <a:ea typeface="Calibri" panose="020F0502020204030204" pitchFamily="34" charset="0"/>
                <a:cs typeface="Times New Roman" panose="02020603050405020304" pitchFamily="18" charset="0"/>
              </a:rPr>
              <a:t>"</a:t>
            </a:r>
            <a:r>
              <a:rPr lang="en-US" sz="3000" kern="100" dirty="0">
                <a:solidFill>
                  <a:srgbClr val="538135"/>
                </a:solidFill>
                <a:effectLst/>
                <a:latin typeface="Lucida Console" panose="020B0609040504020204" pitchFamily="49" charset="0"/>
                <a:ea typeface="Calibri" panose="020F0502020204030204" pitchFamily="34" charset="0"/>
                <a:cs typeface="Times New Roman" panose="02020603050405020304" pitchFamily="18" charset="0"/>
              </a:rPr>
              <a:t>, </a:t>
            </a:r>
            <a:r>
              <a:rPr lang="en-US" sz="3000" kern="100" dirty="0">
                <a:solidFill>
                  <a:srgbClr val="930F80"/>
                </a:solidFill>
                <a:effectLst/>
                <a:latin typeface="Lucida Console" panose="020B0609040504020204" pitchFamily="49" charset="0"/>
                <a:ea typeface="Calibri" panose="020F0502020204030204" pitchFamily="34" charset="0"/>
                <a:cs typeface="Times New Roman" panose="02020603050405020304" pitchFamily="18" charset="0"/>
              </a:rPr>
              <a:t>"</a:t>
            </a:r>
            <a:r>
              <a:rPr lang="en-US" sz="3000" kern="100" dirty="0">
                <a:solidFill>
                  <a:srgbClr val="538135"/>
                </a:solidFill>
                <a:effectLst/>
                <a:latin typeface="Lucida Console" panose="020B0609040504020204" pitchFamily="49" charset="0"/>
                <a:ea typeface="Calibri" panose="020F0502020204030204" pitchFamily="34" charset="0"/>
                <a:cs typeface="Times New Roman" panose="02020603050405020304" pitchFamily="18" charset="0"/>
              </a:rPr>
              <a:t>9</a:t>
            </a:r>
            <a:r>
              <a:rPr lang="en-US" sz="3000" kern="100" dirty="0">
                <a:solidFill>
                  <a:srgbClr val="930F80"/>
                </a:solidFill>
                <a:effectLst/>
                <a:latin typeface="Lucida Console" panose="020B0609040504020204" pitchFamily="49" charset="0"/>
                <a:ea typeface="Calibri" panose="020F0502020204030204" pitchFamily="34" charset="0"/>
                <a:cs typeface="Times New Roman" panose="02020603050405020304" pitchFamily="18" charset="0"/>
              </a:rPr>
              <a:t>"</a:t>
            </a:r>
            <a:r>
              <a:rPr lang="en-US" sz="3000" kern="100" dirty="0">
                <a:solidFill>
                  <a:srgbClr val="538135"/>
                </a:solidFill>
                <a:effectLst/>
                <a:latin typeface="Lucida Console" panose="020B0609040504020204" pitchFamily="49" charset="0"/>
                <a:ea typeface="Calibri" panose="020F0502020204030204" pitchFamily="34" charset="0"/>
                <a:cs typeface="Times New Roman" panose="02020603050405020304" pitchFamily="18" charset="0"/>
              </a:rPr>
              <a:t>)</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What is the class of this vector as it is?</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Code: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Output:</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How would you change it to numerical?</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Code:</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54967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DFD19E-6846-89A4-559D-BA57F0DF5F81}"/>
              </a:ext>
            </a:extLst>
          </p:cNvPr>
          <p:cNvSpPr txBox="1"/>
          <p:nvPr/>
        </p:nvSpPr>
        <p:spPr>
          <a:xfrm>
            <a:off x="989902" y="538230"/>
            <a:ext cx="10612072" cy="5881610"/>
          </a:xfrm>
          <a:prstGeom prst="rect">
            <a:avLst/>
          </a:prstGeom>
          <a:noFill/>
        </p:spPr>
        <p:txBody>
          <a:bodyPr wrap="square">
            <a:spAutoFit/>
          </a:bodyPr>
          <a:lstStyle/>
          <a:p>
            <a:pPr marL="0" marR="0" algn="ctr">
              <a:lnSpc>
                <a:spcPct val="107000"/>
              </a:lnSpc>
              <a:spcBef>
                <a:spcPts val="0"/>
              </a:spcBef>
              <a:spcAft>
                <a:spcPts val="800"/>
              </a:spcAft>
            </a:pPr>
            <a:r>
              <a:rPr lang="en-US" sz="4000" kern="100" dirty="0" err="1">
                <a:effectLst/>
                <a:latin typeface="Times New Roman" panose="02020603050405020304" pitchFamily="18" charset="0"/>
                <a:ea typeface="Calibri" panose="020F0502020204030204" pitchFamily="34" charset="0"/>
                <a:cs typeface="Times New Roman" panose="02020603050405020304" pitchFamily="18" charset="0"/>
              </a:rPr>
              <a:t>Dataframes</a:t>
            </a:r>
            <a:endParaRPr lang="en-US" sz="4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b="1" kern="100" dirty="0" err="1">
                <a:effectLst/>
                <a:latin typeface="Times New Roman" panose="02020603050405020304" pitchFamily="18" charset="0"/>
                <a:ea typeface="Calibri" panose="020F0502020204030204" pitchFamily="34" charset="0"/>
                <a:cs typeface="Times New Roman" panose="02020603050405020304" pitchFamily="18" charset="0"/>
              </a:rPr>
              <a:t>Dataframe</a:t>
            </a: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is a rectangular collection of variables (in the columns) and observations (in the rows). You can think of every column in a </a:t>
            </a:r>
            <a:r>
              <a:rPr lang="en-US" sz="3000" kern="100" dirty="0" err="1">
                <a:effectLst/>
                <a:latin typeface="Times New Roman" panose="02020603050405020304" pitchFamily="18" charset="0"/>
                <a:ea typeface="Calibri" panose="020F0502020204030204" pitchFamily="34" charset="0"/>
                <a:cs typeface="Times New Roman" panose="02020603050405020304" pitchFamily="18" charset="0"/>
              </a:rPr>
              <a:t>dataframe</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as a vector.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sz="3000" kern="100" dirty="0">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3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3000" kern="100" dirty="0">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3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3000" kern="1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9369C18E-2017-0455-4A12-5C62D792C072}"/>
              </a:ext>
            </a:extLst>
          </p:cNvPr>
          <p:cNvPicPr>
            <a:picLocks noChangeAspect="1"/>
          </p:cNvPicPr>
          <p:nvPr/>
        </p:nvPicPr>
        <p:blipFill>
          <a:blip r:embed="rId2"/>
          <a:stretch>
            <a:fillRect/>
          </a:stretch>
        </p:blipFill>
        <p:spPr>
          <a:xfrm>
            <a:off x="4070802" y="3900719"/>
            <a:ext cx="4450272" cy="2519121"/>
          </a:xfrm>
          <a:prstGeom prst="rect">
            <a:avLst/>
          </a:prstGeom>
        </p:spPr>
      </p:pic>
    </p:spTree>
    <p:extLst>
      <p:ext uri="{BB962C8B-B14F-4D97-AF65-F5344CB8AC3E}">
        <p14:creationId xmlns:p14="http://schemas.microsoft.com/office/powerpoint/2010/main" val="4029866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DFD19E-6846-89A4-559D-BA57F0DF5F81}"/>
              </a:ext>
            </a:extLst>
          </p:cNvPr>
          <p:cNvSpPr txBox="1"/>
          <p:nvPr/>
        </p:nvSpPr>
        <p:spPr>
          <a:xfrm>
            <a:off x="654343" y="420785"/>
            <a:ext cx="10612072" cy="5334537"/>
          </a:xfrm>
          <a:prstGeom prst="rect">
            <a:avLst/>
          </a:prstGeom>
          <a:noFill/>
        </p:spPr>
        <p:txBody>
          <a:bodyPr wrap="square">
            <a:spAutoFit/>
          </a:bodyPr>
          <a:lstStyle/>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How to define </a:t>
            </a:r>
            <a:r>
              <a:rPr lang="en-US" sz="3000" b="1" kern="100" dirty="0" err="1">
                <a:effectLst/>
                <a:latin typeface="Times New Roman" panose="02020603050405020304" pitchFamily="18" charset="0"/>
                <a:ea typeface="Calibri" panose="020F0502020204030204" pitchFamily="34" charset="0"/>
                <a:cs typeface="Times New Roman" panose="02020603050405020304" pitchFamily="18" charset="0"/>
              </a:rPr>
              <a:t>dataframe</a:t>
            </a: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Example 5:</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Define the following dataset as a </a:t>
            </a:r>
            <a:r>
              <a:rPr lang="en-US" sz="3000" kern="100" dirty="0" err="1">
                <a:effectLst/>
                <a:latin typeface="Times New Roman" panose="02020603050405020304" pitchFamily="18" charset="0"/>
                <a:ea typeface="Calibri" panose="020F0502020204030204" pitchFamily="34" charset="0"/>
                <a:cs typeface="Times New Roman" panose="02020603050405020304" pitchFamily="18" charset="0"/>
              </a:rPr>
              <a:t>dataframe</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marR="0" algn="just">
              <a:lnSpc>
                <a:spcPct val="107000"/>
              </a:lnSpc>
              <a:spcBef>
                <a:spcPts val="0"/>
              </a:spcBef>
              <a:spcAft>
                <a:spcPts val="800"/>
              </a:spcAft>
            </a:pPr>
            <a:endParaRPr lang="en-US" sz="3000" kern="100" dirty="0">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3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3000" kern="100" dirty="0">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3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3000" kern="100" dirty="0">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3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Code: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9369C18E-2017-0455-4A12-5C62D792C072}"/>
              </a:ext>
            </a:extLst>
          </p:cNvPr>
          <p:cNvPicPr>
            <a:picLocks noChangeAspect="1"/>
          </p:cNvPicPr>
          <p:nvPr/>
        </p:nvPicPr>
        <p:blipFill>
          <a:blip r:embed="rId2"/>
          <a:stretch>
            <a:fillRect/>
          </a:stretch>
        </p:blipFill>
        <p:spPr>
          <a:xfrm>
            <a:off x="3684909" y="1773048"/>
            <a:ext cx="4550939" cy="2958343"/>
          </a:xfrm>
          <a:prstGeom prst="rect">
            <a:avLst/>
          </a:prstGeom>
        </p:spPr>
      </p:pic>
    </p:spTree>
    <p:extLst>
      <p:ext uri="{BB962C8B-B14F-4D97-AF65-F5344CB8AC3E}">
        <p14:creationId xmlns:p14="http://schemas.microsoft.com/office/powerpoint/2010/main" val="3086146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E063A1-E7D6-FC06-4774-8A742BA739F9}"/>
              </a:ext>
            </a:extLst>
          </p:cNvPr>
          <p:cNvSpPr txBox="1"/>
          <p:nvPr/>
        </p:nvSpPr>
        <p:spPr>
          <a:xfrm>
            <a:off x="865464" y="702195"/>
            <a:ext cx="10461071" cy="4141390"/>
          </a:xfrm>
          <a:prstGeom prst="rect">
            <a:avLst/>
          </a:prstGeom>
          <a:noFill/>
        </p:spPr>
        <p:txBody>
          <a:bodyPr wrap="square">
            <a:spAutoFit/>
          </a:bodyPr>
          <a:lstStyle/>
          <a:p>
            <a:pPr marL="0" marR="0">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Example 6:</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Define the following dataset as a </a:t>
            </a:r>
            <a:r>
              <a:rPr lang="en-US" sz="3000" kern="100" dirty="0" err="1">
                <a:effectLst/>
                <a:latin typeface="Times New Roman" panose="02020603050405020304" pitchFamily="18" charset="0"/>
                <a:ea typeface="Calibri" panose="020F0502020204030204" pitchFamily="34" charset="0"/>
                <a:cs typeface="Times New Roman" panose="02020603050405020304" pitchFamily="18" charset="0"/>
              </a:rPr>
              <a:t>dataframe</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endParaRPr lang="en-US" sz="3000" kern="100" dirty="0">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3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3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3000" kern="100" dirty="0">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3000" kern="100" dirty="0">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Code:</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CED03651-B2BA-D2F9-EE99-19899E46D9BA}"/>
              </a:ext>
            </a:extLst>
          </p:cNvPr>
          <p:cNvPicPr>
            <a:picLocks noChangeAspect="1"/>
          </p:cNvPicPr>
          <p:nvPr/>
        </p:nvPicPr>
        <p:blipFill>
          <a:blip r:embed="rId2"/>
          <a:stretch>
            <a:fillRect/>
          </a:stretch>
        </p:blipFill>
        <p:spPr>
          <a:xfrm>
            <a:off x="3636975" y="1535623"/>
            <a:ext cx="4668125" cy="2398814"/>
          </a:xfrm>
          <a:prstGeom prst="rect">
            <a:avLst/>
          </a:prstGeom>
        </p:spPr>
      </p:pic>
    </p:spTree>
    <p:extLst>
      <p:ext uri="{BB962C8B-B14F-4D97-AF65-F5344CB8AC3E}">
        <p14:creationId xmlns:p14="http://schemas.microsoft.com/office/powerpoint/2010/main" val="3154682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D29E79-C041-C24B-4240-3E9C521303B3}"/>
              </a:ext>
            </a:extLst>
          </p:cNvPr>
          <p:cNvSpPr txBox="1"/>
          <p:nvPr/>
        </p:nvSpPr>
        <p:spPr>
          <a:xfrm>
            <a:off x="436227" y="595300"/>
            <a:ext cx="11520881" cy="4635372"/>
          </a:xfrm>
          <a:prstGeom prst="rect">
            <a:avLst/>
          </a:prstGeom>
          <a:noFill/>
        </p:spPr>
        <p:txBody>
          <a:bodyPr wrap="square">
            <a:spAutoFit/>
          </a:bodyPr>
          <a:lstStyle/>
          <a:p>
            <a:pPr marL="0" marR="0">
              <a:lnSpc>
                <a:spcPct val="107000"/>
              </a:lnSpc>
              <a:spcBef>
                <a:spcPts val="0"/>
              </a:spcBef>
              <a:spcAft>
                <a:spcPts val="800"/>
              </a:spcAft>
            </a:pPr>
            <a:r>
              <a:rPr lang="en-US" sz="3000" b="1" kern="100" dirty="0" err="1">
                <a:effectLst/>
                <a:latin typeface="Times New Roman" panose="02020603050405020304" pitchFamily="18" charset="0"/>
                <a:ea typeface="Calibri" panose="020F0502020204030204" pitchFamily="34" charset="0"/>
                <a:cs typeface="Times New Roman" panose="02020603050405020304" pitchFamily="18" charset="0"/>
              </a:rPr>
              <a:t>Subsetting</a:t>
            </a: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000" b="1" kern="100" dirty="0" err="1">
                <a:effectLst/>
                <a:latin typeface="Times New Roman" panose="02020603050405020304" pitchFamily="18" charset="0"/>
                <a:ea typeface="Calibri" panose="020F0502020204030204" pitchFamily="34" charset="0"/>
                <a:cs typeface="Times New Roman" panose="02020603050405020304" pitchFamily="18" charset="0"/>
              </a:rPr>
              <a:t>dataframes</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Command: </a:t>
            </a:r>
            <a:r>
              <a:rPr lang="en-US" sz="3000" i="1" kern="100" dirty="0" err="1">
                <a:solidFill>
                  <a:schemeClr val="accent6">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name_of_dataframe$name_of_column</a:t>
            </a:r>
            <a:endParaRPr lang="en-US" sz="3000" i="1" kern="1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Example 7:</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What code would you write to pull/subset the column year from the </a:t>
            </a:r>
            <a:r>
              <a:rPr lang="en-US" sz="3000" kern="100" dirty="0" err="1">
                <a:effectLst/>
                <a:latin typeface="Times New Roman" panose="02020603050405020304" pitchFamily="18" charset="0"/>
                <a:ea typeface="Calibri" panose="020F0502020204030204" pitchFamily="34" charset="0"/>
                <a:cs typeface="Times New Roman" panose="02020603050405020304" pitchFamily="18" charset="0"/>
              </a:rPr>
              <a:t>dataframe</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in Example 5.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3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Code: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3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Output: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24833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D66702-E7CB-EE38-0E2D-45224CB7D5DE}"/>
              </a:ext>
            </a:extLst>
          </p:cNvPr>
          <p:cNvSpPr txBox="1"/>
          <p:nvPr/>
        </p:nvSpPr>
        <p:spPr>
          <a:xfrm>
            <a:off x="735435" y="700342"/>
            <a:ext cx="10721130" cy="3442224"/>
          </a:xfrm>
          <a:prstGeom prst="rect">
            <a:avLst/>
          </a:prstGeom>
          <a:noFill/>
        </p:spPr>
        <p:txBody>
          <a:bodyPr wrap="square">
            <a:spAutoFit/>
          </a:bodyPr>
          <a:lstStyle/>
          <a:p>
            <a:pPr marL="0" marR="0">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Example 8:</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What code would you write to check the class of the second column from the </a:t>
            </a:r>
            <a:r>
              <a:rPr lang="en-US" sz="3000" kern="100" dirty="0" err="1">
                <a:effectLst/>
                <a:latin typeface="Times New Roman" panose="02020603050405020304" pitchFamily="18" charset="0"/>
                <a:ea typeface="Calibri" panose="020F0502020204030204" pitchFamily="34" charset="0"/>
                <a:cs typeface="Times New Roman" panose="02020603050405020304" pitchFamily="18" charset="0"/>
              </a:rPr>
              <a:t>dataframe</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in Example 5.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3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Code: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3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Output: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95701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5131DE-0561-5BA2-A934-1C742528A918}"/>
              </a:ext>
            </a:extLst>
          </p:cNvPr>
          <p:cNvSpPr txBox="1"/>
          <p:nvPr/>
        </p:nvSpPr>
        <p:spPr>
          <a:xfrm>
            <a:off x="830511" y="871805"/>
            <a:ext cx="11165746" cy="5499198"/>
          </a:xfrm>
          <a:prstGeom prst="rect">
            <a:avLst/>
          </a:prstGeom>
          <a:noFill/>
        </p:spPr>
        <p:txBody>
          <a:bodyPr wrap="square">
            <a:spAutoFit/>
          </a:bodyPr>
          <a:lstStyle/>
          <a:p>
            <a:pPr marL="0" marR="0" algn="ctr">
              <a:lnSpc>
                <a:spcPct val="107000"/>
              </a:lnSpc>
              <a:spcBef>
                <a:spcPts val="0"/>
              </a:spcBef>
              <a:spcAft>
                <a:spcPts val="800"/>
              </a:spcAft>
            </a:pPr>
            <a:r>
              <a:rPr lang="en-US" sz="4000" kern="100" dirty="0">
                <a:effectLst/>
                <a:latin typeface="Times New Roman" panose="02020603050405020304" pitchFamily="18" charset="0"/>
                <a:ea typeface="Calibri" panose="020F0502020204030204" pitchFamily="34" charset="0"/>
                <a:cs typeface="Times New Roman" panose="02020603050405020304" pitchFamily="18" charset="0"/>
              </a:rPr>
              <a:t>Functions in R</a:t>
            </a:r>
            <a:endParaRPr lang="en-US" sz="4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3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For today we will study the following functions: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mean,       median,        min,         max,           </a:t>
            </a:r>
            <a:r>
              <a:rPr lang="en-US" sz="3000" kern="100" dirty="0" err="1">
                <a:effectLst/>
                <a:latin typeface="Times New Roman" panose="02020603050405020304" pitchFamily="18" charset="0"/>
                <a:ea typeface="Calibri" panose="020F0502020204030204" pitchFamily="34" charset="0"/>
                <a:cs typeface="Times New Roman" panose="02020603050405020304" pitchFamily="18" charset="0"/>
              </a:rPr>
              <a:t>sd</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summary</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marR="0">
              <a:lnSpc>
                <a:spcPct val="107000"/>
              </a:lnSpc>
              <a:spcBef>
                <a:spcPts val="0"/>
              </a:spcBef>
              <a:spcAft>
                <a:spcPts val="800"/>
              </a:spcAft>
            </a:pPr>
            <a:endParaRPr lang="en-US" sz="3000" kern="100" dirty="0">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Command: </a:t>
            </a:r>
            <a:r>
              <a:rPr lang="en-US" sz="3000" kern="100" dirty="0" err="1">
                <a:effectLst/>
                <a:latin typeface="Times New Roman" panose="02020603050405020304" pitchFamily="18" charset="0"/>
                <a:ea typeface="Calibri" panose="020F0502020204030204" pitchFamily="34" charset="0"/>
                <a:cs typeface="Times New Roman" panose="02020603050405020304" pitchFamily="18" charset="0"/>
              </a:rPr>
              <a:t>name_of_the_function</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(name of the vector)</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85072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F13B50-D8AC-3BE6-2BD0-4CD2B67939CE}"/>
              </a:ext>
            </a:extLst>
          </p:cNvPr>
          <p:cNvSpPr txBox="1"/>
          <p:nvPr/>
        </p:nvSpPr>
        <p:spPr>
          <a:xfrm>
            <a:off x="847288" y="265826"/>
            <a:ext cx="10863743" cy="6527684"/>
          </a:xfrm>
          <a:prstGeom prst="rect">
            <a:avLst/>
          </a:prstGeom>
          <a:noFill/>
        </p:spPr>
        <p:txBody>
          <a:bodyPr wrap="square">
            <a:spAutoFit/>
          </a:bodyPr>
          <a:lstStyle/>
          <a:p>
            <a:pPr marL="0" marR="0">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Example 9:</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Suppose you have the following vector: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r>
              <a:rPr lang="en-US" sz="3000" kern="100" dirty="0">
                <a:solidFill>
                  <a:srgbClr val="538135"/>
                </a:solidFill>
                <a:effectLst/>
                <a:latin typeface="Lucida Console" panose="020B0609040504020204" pitchFamily="49" charset="0"/>
                <a:ea typeface="Calibri" panose="020F0502020204030204" pitchFamily="34" charset="0"/>
                <a:cs typeface="Times New Roman" panose="02020603050405020304" pitchFamily="18" charset="0"/>
              </a:rPr>
              <a:t>x &lt;- c(1,1,3,5,5,6,7)</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How would you compute the mean?</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Code: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Output: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How would you compute the minimum value?</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Code: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Output:</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How would you compute the standard deviation?</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Code: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Output:</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68257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AF3420-1C5D-A340-BA25-57190B832806}"/>
              </a:ext>
            </a:extLst>
          </p:cNvPr>
          <p:cNvSpPr txBox="1"/>
          <p:nvPr/>
        </p:nvSpPr>
        <p:spPr>
          <a:xfrm>
            <a:off x="1023456" y="594072"/>
            <a:ext cx="10301681" cy="3010311"/>
          </a:xfrm>
          <a:prstGeom prst="rect">
            <a:avLst/>
          </a:prstGeom>
          <a:noFill/>
        </p:spPr>
        <p:txBody>
          <a:bodyPr wrap="square">
            <a:spAutoFit/>
          </a:bodyPr>
          <a:lstStyle/>
          <a:p>
            <a:pPr marL="0" marR="0" algn="ctr">
              <a:lnSpc>
                <a:spcPct val="107000"/>
              </a:lnSpc>
              <a:spcBef>
                <a:spcPts val="0"/>
              </a:spcBef>
              <a:spcAft>
                <a:spcPts val="800"/>
              </a:spcAft>
            </a:pPr>
            <a:r>
              <a:rPr lang="en-US" sz="4000" kern="100" dirty="0">
                <a:effectLst/>
                <a:latin typeface="Times New Roman" panose="02020603050405020304" pitchFamily="18" charset="0"/>
                <a:ea typeface="Calibri" panose="020F0502020204030204" pitchFamily="34" charset="0"/>
                <a:cs typeface="Times New Roman" panose="02020603050405020304" pitchFamily="18" charset="0"/>
              </a:rPr>
              <a:t>Boolean Expressions</a:t>
            </a:r>
            <a:endParaRPr lang="en-US" sz="4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Boolean expressions:</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expressions that are either true or false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Commands: use ==,   !=  ,   &gt;  ,  &lt;   ,  &gt;=  , or   &lt;=   to compare two expressions.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772808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37E1351-52CE-1CC1-4A6F-DC3092EB32C2}"/>
              </a:ext>
            </a:extLst>
          </p:cNvPr>
          <p:cNvSpPr>
            <a:spLocks noChangeArrowheads="1"/>
          </p:cNvSpPr>
          <p:nvPr/>
        </p:nvSpPr>
        <p:spPr bwMode="auto">
          <a:xfrm>
            <a:off x="805342" y="408290"/>
            <a:ext cx="10435905" cy="23083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Example 10: </a:t>
            </a:r>
            <a:r>
              <a:rPr kumimoji="0" lang="en-US" altLang="en-US" sz="3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Suppose you defined the following vectors: </a:t>
            </a:r>
            <a:endParaRPr kumimoji="0" lang="en-US" altLang="en-US" sz="3000" b="0" i="0" u="none" strike="noStrike" cap="none" normalizeH="0" baseline="0" dirty="0">
              <a:ln>
                <a:noFill/>
              </a:ln>
              <a:solidFill>
                <a:schemeClr val="tx1"/>
              </a:solidFill>
              <a:effectLst/>
            </a:endParaRPr>
          </a:p>
          <a:p>
            <a:pPr lvl="4" algn="just" eaLnBrk="0" fontAlgn="base" hangingPunct="0">
              <a:spcBef>
                <a:spcPct val="0"/>
              </a:spcBef>
              <a:spcAft>
                <a:spcPct val="0"/>
              </a:spcAft>
            </a:pPr>
            <a:r>
              <a:rPr kumimoji="0" lang="en-US" altLang="en-US" sz="3000" b="0" i="0" u="none" strike="noStrike" cap="none" normalizeH="0" baseline="0" dirty="0">
                <a:ln>
                  <a:noFill/>
                </a:ln>
                <a:solidFill>
                  <a:srgbClr val="538135"/>
                </a:solidFill>
                <a:effectLst/>
                <a:latin typeface="Lucida Console" panose="020B0609040504020204" pitchFamily="49" charset="0"/>
                <a:ea typeface="Calibri" panose="020F0502020204030204" pitchFamily="34" charset="0"/>
                <a:cs typeface="Times New Roman" panose="02020603050405020304" pitchFamily="18" charset="0"/>
              </a:rPr>
              <a:t>x &lt;- c(4,5,6,7)</a:t>
            </a:r>
            <a:endParaRPr kumimoji="0" lang="en-US" altLang="en-US" sz="3000" b="0" i="0" u="none" strike="noStrike" cap="none" normalizeH="0" baseline="0" dirty="0">
              <a:ln>
                <a:noFill/>
              </a:ln>
              <a:solidFill>
                <a:schemeClr val="tx1"/>
              </a:solidFill>
              <a:effectLst/>
            </a:endParaRPr>
          </a:p>
          <a:p>
            <a:pPr lvl="4" algn="just" eaLnBrk="0" fontAlgn="base" hangingPunct="0">
              <a:spcBef>
                <a:spcPct val="0"/>
              </a:spcBef>
              <a:spcAft>
                <a:spcPct val="0"/>
              </a:spcAft>
            </a:pPr>
            <a:r>
              <a:rPr kumimoji="0" lang="en-US" altLang="en-US" sz="3000" b="0" i="0" u="none" strike="noStrike" cap="none" normalizeH="0" baseline="0" dirty="0">
                <a:ln>
                  <a:noFill/>
                </a:ln>
                <a:solidFill>
                  <a:srgbClr val="538135"/>
                </a:solidFill>
                <a:effectLst/>
                <a:latin typeface="Lucida Console" panose="020B0609040504020204" pitchFamily="49" charset="0"/>
                <a:ea typeface="Calibri" panose="020F0502020204030204" pitchFamily="34" charset="0"/>
                <a:cs typeface="Times New Roman" panose="02020603050405020304" pitchFamily="18" charset="0"/>
              </a:rPr>
              <a:t>y &lt;- 4:7</a:t>
            </a:r>
            <a:endParaRPr kumimoji="0" lang="en-US" altLang="en-US" sz="3000" b="0" i="0" u="none" strike="noStrike" cap="none" normalizeH="0" baseline="0" dirty="0">
              <a:ln>
                <a:noFill/>
              </a:ln>
              <a:solidFill>
                <a:srgbClr val="538135"/>
              </a:solidFill>
              <a:effectLst/>
              <a:latin typeface="Lucida Console" panose="020B0609040504020204" pitchFamily="49" charset="0"/>
              <a:ea typeface="Times New Roman" panose="02020603050405020304" pitchFamily="18" charset="0"/>
              <a:cs typeface="Courier New" panose="02070309020205020404" pitchFamily="49" charset="0"/>
            </a:endParaRPr>
          </a:p>
          <a:p>
            <a:pPr lvl="4" algn="just" eaLnBrk="0" fontAlgn="base" hangingPunct="0">
              <a:spcBef>
                <a:spcPct val="0"/>
              </a:spcBef>
              <a:spcAft>
                <a:spcPct val="0"/>
              </a:spcAft>
            </a:pPr>
            <a:r>
              <a:rPr kumimoji="0" lang="en-US" altLang="en-US" sz="3000" b="0" i="0" u="none" strike="noStrike" cap="none" normalizeH="0" baseline="0" dirty="0">
                <a:ln>
                  <a:noFill/>
                </a:ln>
                <a:solidFill>
                  <a:srgbClr val="538135"/>
                </a:solidFill>
                <a:effectLst/>
                <a:latin typeface="Lucida Console" panose="020B0609040504020204" pitchFamily="49" charset="0"/>
                <a:ea typeface="Times New Roman" panose="02020603050405020304" pitchFamily="18" charset="0"/>
                <a:cs typeface="Courier New" panose="02070309020205020404" pitchFamily="49" charset="0"/>
              </a:rPr>
              <a:t>z &lt;- c(4, 5, 7, 9)</a:t>
            </a:r>
            <a:r>
              <a:rPr kumimoji="0" lang="en-US" altLang="en-US" sz="3000" b="0" i="0" u="none" strike="noStrike" cap="none" normalizeH="0" baseline="0" dirty="0">
                <a:ln>
                  <a:noFill/>
                </a:ln>
                <a:solidFill>
                  <a:schemeClr val="tx1"/>
                </a:solidFill>
                <a:effectLst/>
              </a:rPr>
              <a:t> </a:t>
            </a:r>
            <a:endParaRPr kumimoji="0" lang="en-US" altLang="en-US" sz="3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What are the outputs if I ran the following lines of codes? </a:t>
            </a:r>
            <a:endParaRPr kumimoji="0" lang="en-US" altLang="en-US" sz="30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E901C9CF-8C56-8317-FFE1-48C80E592736}"/>
              </a:ext>
            </a:extLst>
          </p:cNvPr>
          <p:cNvPicPr>
            <a:picLocks noChangeAspect="1"/>
          </p:cNvPicPr>
          <p:nvPr/>
        </p:nvPicPr>
        <p:blipFill>
          <a:blip r:embed="rId2"/>
          <a:stretch>
            <a:fillRect/>
          </a:stretch>
        </p:blipFill>
        <p:spPr>
          <a:xfrm>
            <a:off x="2642881" y="2794670"/>
            <a:ext cx="6509507" cy="3912328"/>
          </a:xfrm>
          <a:prstGeom prst="rect">
            <a:avLst/>
          </a:prstGeom>
        </p:spPr>
      </p:pic>
    </p:spTree>
    <p:extLst>
      <p:ext uri="{BB962C8B-B14F-4D97-AF65-F5344CB8AC3E}">
        <p14:creationId xmlns:p14="http://schemas.microsoft.com/office/powerpoint/2010/main" val="12834771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770</Words>
  <Application>Microsoft Office PowerPoint</Application>
  <PresentationFormat>Widescreen</PresentationFormat>
  <Paragraphs>127</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Lucida Console</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Abdalla Mukhaimer, Widad</dc:creator>
  <cp:lastModifiedBy>Abdalla Mukhaimer, Widad</cp:lastModifiedBy>
  <cp:revision>1</cp:revision>
  <dcterms:created xsi:type="dcterms:W3CDTF">2024-08-27T22:14:52Z</dcterms:created>
  <dcterms:modified xsi:type="dcterms:W3CDTF">2024-09-04T01:05:11Z</dcterms:modified>
</cp:coreProperties>
</file>