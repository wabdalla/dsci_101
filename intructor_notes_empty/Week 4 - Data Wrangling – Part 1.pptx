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1" r:id="rId3"/>
    <p:sldId id="302" r:id="rId4"/>
    <p:sldId id="303" r:id="rId5"/>
    <p:sldId id="330" r:id="rId6"/>
    <p:sldId id="304" r:id="rId7"/>
    <p:sldId id="331" r:id="rId8"/>
    <p:sldId id="305" r:id="rId9"/>
    <p:sldId id="332" r:id="rId10"/>
    <p:sldId id="306" r:id="rId11"/>
    <p:sldId id="333" r:id="rId12"/>
    <p:sldId id="307" r:id="rId13"/>
    <p:sldId id="308" r:id="rId14"/>
    <p:sldId id="309" r:id="rId15"/>
    <p:sldId id="311" r:id="rId16"/>
    <p:sldId id="312" r:id="rId17"/>
    <p:sldId id="328" r:id="rId18"/>
    <p:sldId id="313" r:id="rId19"/>
    <p:sldId id="314" r:id="rId20"/>
    <p:sldId id="329" r:id="rId21"/>
    <p:sldId id="310" r:id="rId22"/>
    <p:sldId id="315" r:id="rId23"/>
    <p:sldId id="316" r:id="rId24"/>
    <p:sldId id="317" r:id="rId25"/>
    <p:sldId id="318" r:id="rId26"/>
    <p:sldId id="320" r:id="rId27"/>
    <p:sldId id="321" r:id="rId28"/>
    <p:sldId id="322" r:id="rId29"/>
    <p:sldId id="32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E3B95D-E21C-4411-BB17-80F00E8BE5CB}" v="27" dt="2024-09-04T01:03:34.1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B3E3B95D-E21C-4411-BB17-80F00E8BE5CB}"/>
    <pc:docChg chg="custSel addSld delSld modSld">
      <pc:chgData name="Abdalla Mukhaimer, Widad" userId="eed79641-8d75-4c66-a669-438ad56aff06" providerId="ADAL" clId="{B3E3B95D-E21C-4411-BB17-80F00E8BE5CB}" dt="2024-09-04T01:05:04.617" v="230" actId="114"/>
      <pc:docMkLst>
        <pc:docMk/>
      </pc:docMkLst>
      <pc:sldChg chg="modSp mod">
        <pc:chgData name="Abdalla Mukhaimer, Widad" userId="eed79641-8d75-4c66-a669-438ad56aff06" providerId="ADAL" clId="{B3E3B95D-E21C-4411-BB17-80F00E8BE5CB}" dt="2024-09-04T00:47:25.381" v="1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B3E3B95D-E21C-4411-BB17-80F00E8BE5CB}" dt="2024-09-04T00:47:25.381" v="1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83076080" sldId="257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2112075" sldId="258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633779932" sldId="25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349702556" sldId="260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70758460" sldId="26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631655099" sldId="262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892628154" sldId="263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493097616" sldId="264"/>
        </pc:sldMkLst>
      </pc:sldChg>
      <pc:sldChg chg="modSp mod">
        <pc:chgData name="Abdalla Mukhaimer, Widad" userId="eed79641-8d75-4c66-a669-438ad56aff06" providerId="ADAL" clId="{B3E3B95D-E21C-4411-BB17-80F00E8BE5CB}" dt="2024-09-04T00:54:50.011" v="93" actId="1076"/>
        <pc:sldMkLst>
          <pc:docMk/>
          <pc:sldMk cId="4067003934" sldId="265"/>
        </pc:sldMkLst>
        <pc:spChg chg="mod">
          <ac:chgData name="Abdalla Mukhaimer, Widad" userId="eed79641-8d75-4c66-a669-438ad56aff06" providerId="ADAL" clId="{B3E3B95D-E21C-4411-BB17-80F00E8BE5CB}" dt="2024-09-04T00:54:50.011" v="93" actId="1076"/>
          <ac:spMkLst>
            <pc:docMk/>
            <pc:sldMk cId="4067003934" sldId="265"/>
            <ac:spMk id="3" creationId="{046FE5AC-2EA7-8544-2768-C474F30BB943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0:55:32.892" v="100" actId="20577"/>
        <pc:sldMkLst>
          <pc:docMk/>
          <pc:sldMk cId="2447683089" sldId="266"/>
        </pc:sldMkLst>
        <pc:spChg chg="add mod">
          <ac:chgData name="Abdalla Mukhaimer, Widad" userId="eed79641-8d75-4c66-a669-438ad56aff06" providerId="ADAL" clId="{B3E3B95D-E21C-4411-BB17-80F00E8BE5CB}" dt="2024-09-04T00:55:32.892" v="100" actId="20577"/>
          <ac:spMkLst>
            <pc:docMk/>
            <pc:sldMk cId="2447683089" sldId="266"/>
            <ac:spMk id="3" creationId="{04628E53-F387-D335-E221-A5421145479B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505215913" sldId="266"/>
        </pc:sldMkLst>
      </pc:sldChg>
      <pc:sldChg chg="addSp modSp add mod">
        <pc:chgData name="Abdalla Mukhaimer, Widad" userId="eed79641-8d75-4c66-a669-438ad56aff06" providerId="ADAL" clId="{B3E3B95D-E21C-4411-BB17-80F00E8BE5CB}" dt="2024-09-04T00:56:10.091" v="107" actId="1076"/>
        <pc:sldMkLst>
          <pc:docMk/>
          <pc:sldMk cId="1016122106" sldId="267"/>
        </pc:sldMkLst>
        <pc:spChg chg="add mod">
          <ac:chgData name="Abdalla Mukhaimer, Widad" userId="eed79641-8d75-4c66-a669-438ad56aff06" providerId="ADAL" clId="{B3E3B95D-E21C-4411-BB17-80F00E8BE5CB}" dt="2024-09-04T00:56:10.091" v="107" actId="1076"/>
          <ac:spMkLst>
            <pc:docMk/>
            <pc:sldMk cId="1016122106" sldId="267"/>
            <ac:spMk id="3" creationId="{F4819C46-36FE-C514-2BA2-629FA0E3E2B7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24.079" v="111" actId="20577"/>
        <pc:sldMkLst>
          <pc:docMk/>
          <pc:sldMk cId="2890642587" sldId="268"/>
        </pc:sldMkLst>
        <pc:spChg chg="add mod">
          <ac:chgData name="Abdalla Mukhaimer, Widad" userId="eed79641-8d75-4c66-a669-438ad56aff06" providerId="ADAL" clId="{B3E3B95D-E21C-4411-BB17-80F00E8BE5CB}" dt="2024-09-04T00:56:24.079" v="111" actId="20577"/>
          <ac:spMkLst>
            <pc:docMk/>
            <pc:sldMk cId="2890642587" sldId="268"/>
            <ac:spMk id="3" creationId="{EB902E64-E92A-8E05-8112-10AF0BDBA4AE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49.019" v="117" actId="1076"/>
        <pc:sldMkLst>
          <pc:docMk/>
          <pc:sldMk cId="3745111227" sldId="269"/>
        </pc:sldMkLst>
        <pc:spChg chg="add mod">
          <ac:chgData name="Abdalla Mukhaimer, Widad" userId="eed79641-8d75-4c66-a669-438ad56aff06" providerId="ADAL" clId="{B3E3B95D-E21C-4411-BB17-80F00E8BE5CB}" dt="2024-09-04T00:56:49.019" v="117" actId="1076"/>
          <ac:spMkLst>
            <pc:docMk/>
            <pc:sldMk cId="3745111227" sldId="269"/>
            <ac:spMk id="3" creationId="{0584EB0D-F2E1-FA37-6085-23A2642F720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8:43.306" v="144" actId="1076"/>
        <pc:sldMkLst>
          <pc:docMk/>
          <pc:sldMk cId="3554967400" sldId="270"/>
        </pc:sldMkLst>
        <pc:spChg chg="add mod">
          <ac:chgData name="Abdalla Mukhaimer, Widad" userId="eed79641-8d75-4c66-a669-438ad56aff06" providerId="ADAL" clId="{B3E3B95D-E21C-4411-BB17-80F00E8BE5CB}" dt="2024-09-04T00:58:43.306" v="144" actId="1076"/>
          <ac:spMkLst>
            <pc:docMk/>
            <pc:sldMk cId="3554967400" sldId="270"/>
            <ac:spMk id="3" creationId="{DA6859F6-AF1F-2327-61B9-01F171FA7D4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7:11.559" v="122" actId="1076"/>
        <pc:sldMkLst>
          <pc:docMk/>
          <pc:sldMk cId="554581324" sldId="271"/>
        </pc:sldMkLst>
        <pc:spChg chg="add mod">
          <ac:chgData name="Abdalla Mukhaimer, Widad" userId="eed79641-8d75-4c66-a669-438ad56aff06" providerId="ADAL" clId="{B3E3B95D-E21C-4411-BB17-80F00E8BE5CB}" dt="2024-09-04T00:57:11.559" v="122" actId="1076"/>
          <ac:spMkLst>
            <pc:docMk/>
            <pc:sldMk cId="554581324" sldId="271"/>
            <ac:spMk id="3" creationId="{CBBCE30B-FF39-474D-F56B-EA07C97DE3AC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509982811" sldId="27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367738858" sldId="272"/>
        </pc:sldMkLst>
      </pc:sldChg>
      <pc:sldChg chg="addSp modSp add mod">
        <pc:chgData name="Abdalla Mukhaimer, Widad" userId="eed79641-8d75-4c66-a669-438ad56aff06" providerId="ADAL" clId="{B3E3B95D-E21C-4411-BB17-80F00E8BE5CB}" dt="2024-09-04T00:57:22.892" v="126" actId="14100"/>
        <pc:sldMkLst>
          <pc:docMk/>
          <pc:sldMk cId="4118345050" sldId="272"/>
        </pc:sldMkLst>
        <pc:picChg chg="add mod">
          <ac:chgData name="Abdalla Mukhaimer, Widad" userId="eed79641-8d75-4c66-a669-438ad56aff06" providerId="ADAL" clId="{B3E3B95D-E21C-4411-BB17-80F00E8BE5CB}" dt="2024-09-04T00:57:22.892" v="126" actId="14100"/>
          <ac:picMkLst>
            <pc:docMk/>
            <pc:sldMk cId="4118345050" sldId="272"/>
            <ac:picMk id="3" creationId="{D101EC6E-266E-047E-028F-DC6F366BFEA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057073083" sldId="273"/>
        </pc:sldMkLst>
      </pc:sldChg>
      <pc:sldChg chg="addSp modSp add mod">
        <pc:chgData name="Abdalla Mukhaimer, Widad" userId="eed79641-8d75-4c66-a669-438ad56aff06" providerId="ADAL" clId="{B3E3B95D-E21C-4411-BB17-80F00E8BE5CB}" dt="2024-09-04T00:58:06.309" v="133" actId="1076"/>
        <pc:sldMkLst>
          <pc:docMk/>
          <pc:sldMk cId="1962175857" sldId="273"/>
        </pc:sldMkLst>
        <pc:spChg chg="add mod">
          <ac:chgData name="Abdalla Mukhaimer, Widad" userId="eed79641-8d75-4c66-a669-438ad56aff06" providerId="ADAL" clId="{B3E3B95D-E21C-4411-BB17-80F00E8BE5CB}" dt="2024-09-04T00:58:06.309" v="133" actId="1076"/>
          <ac:spMkLst>
            <pc:docMk/>
            <pc:sldMk cId="1962175857" sldId="273"/>
            <ac:spMk id="3" creationId="{17B42110-B279-C486-4D43-21C51E132D19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124954933" sldId="274"/>
        </pc:sldMkLst>
      </pc:sldChg>
      <pc:sldChg chg="addSp modSp add mod">
        <pc:chgData name="Abdalla Mukhaimer, Widad" userId="eed79641-8d75-4c66-a669-438ad56aff06" providerId="ADAL" clId="{B3E3B95D-E21C-4411-BB17-80F00E8BE5CB}" dt="2024-09-04T00:59:35.440" v="158" actId="1076"/>
        <pc:sldMkLst>
          <pc:docMk/>
          <pc:sldMk cId="4029866266" sldId="274"/>
        </pc:sldMkLst>
        <pc:spChg chg="add mod">
          <ac:chgData name="Abdalla Mukhaimer, Widad" userId="eed79641-8d75-4c66-a669-438ad56aff06" providerId="ADAL" clId="{B3E3B95D-E21C-4411-BB17-80F00E8BE5CB}" dt="2024-09-04T00:51:06.381" v="40"/>
          <ac:spMkLst>
            <pc:docMk/>
            <pc:sldMk cId="4029866266" sldId="274"/>
            <ac:spMk id="3" creationId="{581B5626-64A2-F245-FE6A-CAAFF9A375A5}"/>
          </ac:spMkLst>
        </pc:spChg>
        <pc:spChg chg="add mod">
          <ac:chgData name="Abdalla Mukhaimer, Widad" userId="eed79641-8d75-4c66-a669-438ad56aff06" providerId="ADAL" clId="{B3E3B95D-E21C-4411-BB17-80F00E8BE5CB}" dt="2024-09-04T00:59:29.547" v="154" actId="20577"/>
          <ac:spMkLst>
            <pc:docMk/>
            <pc:sldMk cId="4029866266" sldId="274"/>
            <ac:spMk id="5" creationId="{54DFD19E-6846-89A4-559D-BA57F0DF5F81}"/>
          </ac:spMkLst>
        </pc:spChg>
        <pc:graphicFrameChg chg="add mod">
          <ac:chgData name="Abdalla Mukhaimer, Widad" userId="eed79641-8d75-4c66-a669-438ad56aff06" providerId="ADAL" clId="{B3E3B95D-E21C-4411-BB17-80F00E8BE5CB}" dt="2024-09-04T00:51:04.824" v="39"/>
          <ac:graphicFrameMkLst>
            <pc:docMk/>
            <pc:sldMk cId="4029866266" sldId="274"/>
            <ac:graphicFrameMk id="2" creationId="{4DAC7A47-4132-2ABA-A670-0FE3DF2D043F}"/>
          </ac:graphicFrameMkLst>
        </pc:graphicFrameChg>
        <pc:picChg chg="add mod">
          <ac:chgData name="Abdalla Mukhaimer, Widad" userId="eed79641-8d75-4c66-a669-438ad56aff06" providerId="ADAL" clId="{B3E3B95D-E21C-4411-BB17-80F00E8BE5CB}" dt="2024-09-04T00:59:35.440" v="158" actId="1076"/>
          <ac:picMkLst>
            <pc:docMk/>
            <pc:sldMk cId="4029866266" sldId="274"/>
            <ac:picMk id="7" creationId="{9369C18E-2017-0455-4A12-5C62D792C07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63350564" sldId="275"/>
        </pc:sldMkLst>
      </pc:sldChg>
      <pc:sldChg chg="addSp modSp add mod">
        <pc:chgData name="Abdalla Mukhaimer, Widad" userId="eed79641-8d75-4c66-a669-438ad56aff06" providerId="ADAL" clId="{B3E3B95D-E21C-4411-BB17-80F00E8BE5CB}" dt="2024-09-04T01:00:29.152" v="178" actId="20577"/>
        <pc:sldMkLst>
          <pc:docMk/>
          <pc:sldMk cId="3154682062" sldId="275"/>
        </pc:sldMkLst>
        <pc:spChg chg="add mod">
          <ac:chgData name="Abdalla Mukhaimer, Widad" userId="eed79641-8d75-4c66-a669-438ad56aff06" providerId="ADAL" clId="{B3E3B95D-E21C-4411-BB17-80F00E8BE5CB}" dt="2024-09-04T01:00:29.152" v="178" actId="20577"/>
          <ac:spMkLst>
            <pc:docMk/>
            <pc:sldMk cId="3154682062" sldId="275"/>
            <ac:spMk id="3" creationId="{C2E063A1-E7D6-FC06-4774-8A742BA739F9}"/>
          </ac:spMkLst>
        </pc:spChg>
        <pc:picChg chg="add mod">
          <ac:chgData name="Abdalla Mukhaimer, Widad" userId="eed79641-8d75-4c66-a669-438ad56aff06" providerId="ADAL" clId="{B3E3B95D-E21C-4411-BB17-80F00E8BE5CB}" dt="2024-09-04T01:00:27.231" v="177" actId="1076"/>
          <ac:picMkLst>
            <pc:docMk/>
            <pc:sldMk cId="3154682062" sldId="275"/>
            <ac:picMk id="5" creationId="{CED03651-B2BA-D2F9-EE99-19899E46D9BA}"/>
          </ac:picMkLst>
        </pc:pic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63689349" sldId="276"/>
        </pc:sldMkLst>
      </pc:sldChg>
      <pc:sldChg chg="addSp modSp add mod">
        <pc:chgData name="Abdalla Mukhaimer, Widad" userId="eed79641-8d75-4c66-a669-438ad56aff06" providerId="ADAL" clId="{B3E3B95D-E21C-4411-BB17-80F00E8BE5CB}" dt="2024-09-04T01:05:04.617" v="230" actId="114"/>
        <pc:sldMkLst>
          <pc:docMk/>
          <pc:sldMk cId="2924833964" sldId="276"/>
        </pc:sldMkLst>
        <pc:spChg chg="add mod">
          <ac:chgData name="Abdalla Mukhaimer, Widad" userId="eed79641-8d75-4c66-a669-438ad56aff06" providerId="ADAL" clId="{B3E3B95D-E21C-4411-BB17-80F00E8BE5CB}" dt="2024-09-04T01:05:04.617" v="230" actId="114"/>
          <ac:spMkLst>
            <pc:docMk/>
            <pc:sldMk cId="2924833964" sldId="276"/>
            <ac:spMk id="3" creationId="{06D29E79-C041-C24B-4240-3E9C521303B3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1042248246" sldId="277"/>
        </pc:sldMkLst>
      </pc:sldChg>
      <pc:sldChg chg="addSp modSp add mod">
        <pc:chgData name="Abdalla Mukhaimer, Widad" userId="eed79641-8d75-4c66-a669-438ad56aff06" providerId="ADAL" clId="{B3E3B95D-E21C-4411-BB17-80F00E8BE5CB}" dt="2024-09-04T01:01:20.997" v="191" actId="20577"/>
        <pc:sldMkLst>
          <pc:docMk/>
          <pc:sldMk cId="2995701745" sldId="277"/>
        </pc:sldMkLst>
        <pc:spChg chg="add mod">
          <ac:chgData name="Abdalla Mukhaimer, Widad" userId="eed79641-8d75-4c66-a669-438ad56aff06" providerId="ADAL" clId="{B3E3B95D-E21C-4411-BB17-80F00E8BE5CB}" dt="2024-09-04T01:01:20.997" v="191" actId="20577"/>
          <ac:spMkLst>
            <pc:docMk/>
            <pc:sldMk cId="2995701745" sldId="277"/>
            <ac:spMk id="3" creationId="{A1D66702-E7CB-EE38-0E2D-45224CB7D5DE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1:02:07.891" v="200" actId="20577"/>
        <pc:sldMkLst>
          <pc:docMk/>
          <pc:sldMk cId="1385072485" sldId="278"/>
        </pc:sldMkLst>
        <pc:spChg chg="add mod">
          <ac:chgData name="Abdalla Mukhaimer, Widad" userId="eed79641-8d75-4c66-a669-438ad56aff06" providerId="ADAL" clId="{B3E3B95D-E21C-4411-BB17-80F00E8BE5CB}" dt="2024-09-04T01:02:07.891" v="200" actId="20577"/>
          <ac:spMkLst>
            <pc:docMk/>
            <pc:sldMk cId="1385072485" sldId="278"/>
            <ac:spMk id="3" creationId="{085131DE-0561-5BA2-A934-1C742528A918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780270585" sldId="278"/>
        </pc:sldMkLst>
      </pc:sldChg>
      <pc:sldChg chg="addSp modSp add mod">
        <pc:chgData name="Abdalla Mukhaimer, Widad" userId="eed79641-8d75-4c66-a669-438ad56aff06" providerId="ADAL" clId="{B3E3B95D-E21C-4411-BB17-80F00E8BE5CB}" dt="2024-09-04T01:02:45.204" v="206" actId="1076"/>
        <pc:sldMkLst>
          <pc:docMk/>
          <pc:sldMk cId="3168257986" sldId="279"/>
        </pc:sldMkLst>
        <pc:spChg chg="add mod">
          <ac:chgData name="Abdalla Mukhaimer, Widad" userId="eed79641-8d75-4c66-a669-438ad56aff06" providerId="ADAL" clId="{B3E3B95D-E21C-4411-BB17-80F00E8BE5CB}" dt="2024-09-04T01:02:45.204" v="206" actId="1076"/>
          <ac:spMkLst>
            <pc:docMk/>
            <pc:sldMk cId="3168257986" sldId="279"/>
            <ac:spMk id="3" creationId="{21F13B50-D8AC-3BE6-2BD0-4CD2B67939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210071347" sldId="27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19145651" sldId="280"/>
        </pc:sldMkLst>
      </pc:sldChg>
      <pc:sldChg chg="addSp modSp add mod">
        <pc:chgData name="Abdalla Mukhaimer, Widad" userId="eed79641-8d75-4c66-a669-438ad56aff06" providerId="ADAL" clId="{B3E3B95D-E21C-4411-BB17-80F00E8BE5CB}" dt="2024-09-04T01:03:04.713" v="212" actId="1076"/>
        <pc:sldMkLst>
          <pc:docMk/>
          <pc:sldMk cId="3277280875" sldId="280"/>
        </pc:sldMkLst>
        <pc:spChg chg="add mod">
          <ac:chgData name="Abdalla Mukhaimer, Widad" userId="eed79641-8d75-4c66-a669-438ad56aff06" providerId="ADAL" clId="{B3E3B95D-E21C-4411-BB17-80F00E8BE5CB}" dt="2024-09-04T01:03:04.713" v="212" actId="1076"/>
          <ac:spMkLst>
            <pc:docMk/>
            <pc:sldMk cId="3277280875" sldId="280"/>
            <ac:spMk id="3" creationId="{E8AF3420-1C5D-A340-BA25-57190B832806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1:04:06.567" v="228" actId="1076"/>
        <pc:sldMkLst>
          <pc:docMk/>
          <pc:sldMk cId="1283477161" sldId="281"/>
        </pc:sldMkLst>
        <pc:spChg chg="add">
          <ac:chgData name="Abdalla Mukhaimer, Widad" userId="eed79641-8d75-4c66-a669-438ad56aff06" providerId="ADAL" clId="{B3E3B95D-E21C-4411-BB17-80F00E8BE5CB}" dt="2024-09-04T00:53:17.794" v="81"/>
          <ac:spMkLst>
            <pc:docMk/>
            <pc:sldMk cId="1283477161" sldId="281"/>
            <ac:spMk id="2" creationId="{7CD8F410-570B-F2FD-F2DF-07ADC72A6798}"/>
          </ac:spMkLst>
        </pc:spChg>
        <pc:spChg chg="add mod">
          <ac:chgData name="Abdalla Mukhaimer, Widad" userId="eed79641-8d75-4c66-a669-438ad56aff06" providerId="ADAL" clId="{B3E3B95D-E21C-4411-BB17-80F00E8BE5CB}" dt="2024-09-04T01:03:39.062" v="223" actId="15"/>
          <ac:spMkLst>
            <pc:docMk/>
            <pc:sldMk cId="1283477161" sldId="281"/>
            <ac:spMk id="3" creationId="{F37E1351-52CE-1CC1-4A6F-DC3092EB32C2}"/>
          </ac:spMkLst>
        </pc:spChg>
        <pc:picChg chg="add mod">
          <ac:chgData name="Abdalla Mukhaimer, Widad" userId="eed79641-8d75-4c66-a669-438ad56aff06" providerId="ADAL" clId="{B3E3B95D-E21C-4411-BB17-80F00E8BE5CB}" dt="2024-09-04T01:04:06.567" v="228" actId="1076"/>
          <ac:picMkLst>
            <pc:docMk/>
            <pc:sldMk cId="1283477161" sldId="281"/>
            <ac:picMk id="5" creationId="{E901C9CF-8C56-8317-FFE1-48C80E592736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087888029" sldId="281"/>
        </pc:sldMkLst>
      </pc:sldChg>
      <pc:sldChg chg="add del">
        <pc:chgData name="Abdalla Mukhaimer, Widad" userId="eed79641-8d75-4c66-a669-438ad56aff06" providerId="ADAL" clId="{B3E3B95D-E21C-4411-BB17-80F00E8BE5CB}" dt="2024-09-04T00:53:50.221" v="86" actId="47"/>
        <pc:sldMkLst>
          <pc:docMk/>
          <pc:sldMk cId="1156240079" sldId="282"/>
        </pc:sldMkLst>
      </pc:sldChg>
      <pc:sldChg chg="modSp add mod">
        <pc:chgData name="Abdalla Mukhaimer, Widad" userId="eed79641-8d75-4c66-a669-438ad56aff06" providerId="ADAL" clId="{B3E3B95D-E21C-4411-BB17-80F00E8BE5CB}" dt="2024-09-04T00:55:39.596" v="102" actId="1076"/>
        <pc:sldMkLst>
          <pc:docMk/>
          <pc:sldMk cId="3308334322" sldId="282"/>
        </pc:sldMkLst>
        <pc:spChg chg="mod">
          <ac:chgData name="Abdalla Mukhaimer, Widad" userId="eed79641-8d75-4c66-a669-438ad56aff06" providerId="ADAL" clId="{B3E3B95D-E21C-4411-BB17-80F00E8BE5CB}" dt="2024-09-04T00:55:39.596" v="102" actId="1076"/>
          <ac:spMkLst>
            <pc:docMk/>
            <pc:sldMk cId="3308334322" sldId="282"/>
            <ac:spMk id="3" creationId="{04628E53-F387-D335-E221-A5421145479B}"/>
          </ac:spMkLst>
        </pc:spChg>
      </pc:sldChg>
      <pc:sldChg chg="modSp add mod">
        <pc:chgData name="Abdalla Mukhaimer, Widad" userId="eed79641-8d75-4c66-a669-438ad56aff06" providerId="ADAL" clId="{B3E3B95D-E21C-4411-BB17-80F00E8BE5CB}" dt="2024-09-04T01:00:04.166" v="166" actId="20577"/>
        <pc:sldMkLst>
          <pc:docMk/>
          <pc:sldMk cId="3086146959" sldId="283"/>
        </pc:sldMkLst>
        <pc:spChg chg="mod">
          <ac:chgData name="Abdalla Mukhaimer, Widad" userId="eed79641-8d75-4c66-a669-438ad56aff06" providerId="ADAL" clId="{B3E3B95D-E21C-4411-BB17-80F00E8BE5CB}" dt="2024-09-04T01:00:04.166" v="166" actId="20577"/>
          <ac:spMkLst>
            <pc:docMk/>
            <pc:sldMk cId="3086146959" sldId="283"/>
            <ac:spMk id="5" creationId="{54DFD19E-6846-89A4-559D-BA57F0DF5F81}"/>
          </ac:spMkLst>
        </pc:spChg>
        <pc:picChg chg="mod">
          <ac:chgData name="Abdalla Mukhaimer, Widad" userId="eed79641-8d75-4c66-a669-438ad56aff06" providerId="ADAL" clId="{B3E3B95D-E21C-4411-BB17-80F00E8BE5CB}" dt="2024-09-04T01:00:01.511" v="165" actId="1076"/>
          <ac:picMkLst>
            <pc:docMk/>
            <pc:sldMk cId="3086146959" sldId="283"/>
            <ac:picMk id="7" creationId="{9369C18E-2017-0455-4A12-5C62D792C072}"/>
          </ac:picMkLst>
        </pc:picChg>
      </pc:sldChg>
      <pc:sldChg chg="add del">
        <pc:chgData name="Abdalla Mukhaimer, Widad" userId="eed79641-8d75-4c66-a669-438ad56aff06" providerId="ADAL" clId="{B3E3B95D-E21C-4411-BB17-80F00E8BE5CB}" dt="2024-09-04T00:53:51.304" v="87" actId="47"/>
        <pc:sldMkLst>
          <pc:docMk/>
          <pc:sldMk cId="4266823928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BCE2-5EAA-341D-B287-16F65969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62596-7499-4A15-8476-2E128308F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05C-CC92-737D-2C3E-A490474D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11A0-33E5-0384-25E3-5D0B8937C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A954F-286A-5395-3450-7ACF46CE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5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A4D2-FE76-AD58-0707-2376D55D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79D5-614C-B2DC-406F-525F844D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CD654-E0C4-24B3-4FE7-39C9A45C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70730-91E4-1FED-0965-F0640C13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42A92-C9D0-3223-E0D7-75F416BD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6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D7D5-8111-1377-0850-E4DBB907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BF9DE-FDED-EFCF-DF3D-210ED5420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E8783-C276-5A2E-62DA-66C205E3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819E-3459-D184-7171-A8D545A0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EE9F-058D-6AAA-EAB6-95EC9003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9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2419-3DC6-E966-BC68-9D6651DA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944F-A179-3381-DE9D-4AFD3D3A4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02F2-5A8D-0A96-6208-BAD68A441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7ED03-9FA7-18AD-7AEC-B8E8F70B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616ED-DC7C-3DB2-645B-D9AEC52D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E00FC-E702-6E79-65A6-AD22126D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4749-FA30-E5AB-3817-D8572602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57EF-5044-BF3D-8DB1-E71617E5A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B04B3-A1FB-FB10-CBB7-19547789E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5A318-64F8-DDCC-ED86-7FAB53D93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432DD-3A7E-129F-08FB-19AEECC55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809B6-52DB-9ADC-9744-FD4B6706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3EAC5-8B66-4A70-ABBA-49577891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BA69D-9848-DFAF-0C95-73F995EA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6896-7DA2-7ABD-7334-006436F7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9B4A9-F42E-7FB1-DE96-6E4C1EF9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FC3E5-4AD6-3134-38A1-B7D35756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A9435-183E-6410-B3A4-3511C877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DA27E-9C6A-D1EB-2FEF-B06DF6B3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AA566-E4BE-53D3-D085-9B03007C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A1A61-00C6-CE16-5834-7A580260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6D2D-15F7-60AD-15D5-87B5DAE2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87D1-A7CB-71F8-1121-038C6B6AE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C3335-FE7D-F6F9-527F-2E63F021E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FE721-D4C9-A8F4-613C-2080ED8A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4FD10-F162-08C1-FEC7-5F120654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3A1F6-A5C3-E0F7-BA78-5AD1CEB4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6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9AE3-50DA-CED6-4B8F-DF79D868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EBEDB-BE52-A8BB-BA13-E9273BD2A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33B94-5383-AFFA-86EA-D680945E9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39DF1-B5B4-7ADC-3B72-2DE58E6A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D876-43D9-0797-045A-25C405D7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8222-EEE4-02CC-373C-512BEFA1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4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E998-09FD-9BA2-38D9-45BF3CC4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76C5B-1DC3-6099-44A8-41C3B2C4D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4EBB-C5CC-5774-F15B-FE429E10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9F9F4-2EF4-AD3E-104C-AD2B95CA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673E2-315E-1DF3-8767-9034BC05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9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44CC48-7399-8CCC-0CC0-06A99DEA7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43295-780E-7352-D5F1-3FC9ACA11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623B-2E8D-BFC0-A5B6-E2AEADE2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F9D8-E296-6216-ED79-3B7A67EF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1819-6F2E-8E4E-0185-5C7C1AB2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1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8D9FD-43ED-AE24-1112-DA6BE6A5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84978-ED41-8C7C-CB00-DBA819202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2DD31-F459-AFE0-A3B2-69CA3C02C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AEF5-DD8A-4250-86F8-15AEBE73A4D5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0B0BA-7374-3C07-4E42-E5F279FC6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F6CC-650E-9631-CDA6-8B142657E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2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DE3B64-432C-802E-F8EF-A9F7B0F3A1CE}"/>
              </a:ext>
            </a:extLst>
          </p:cNvPr>
          <p:cNvSpPr txBox="1"/>
          <p:nvPr/>
        </p:nvSpPr>
        <p:spPr>
          <a:xfrm>
            <a:off x="3047223" y="2210318"/>
            <a:ext cx="6097554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Wrangling – Part 1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D4B47B-DB32-01F3-F860-6EF40DD31C28}"/>
              </a:ext>
            </a:extLst>
          </p:cNvPr>
          <p:cNvSpPr txBox="1"/>
          <p:nvPr/>
        </p:nvSpPr>
        <p:spPr>
          <a:xfrm>
            <a:off x="679269" y="572230"/>
            <a:ext cx="10789920" cy="2578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tidyverse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Package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Tidyverse</a:t>
            </a: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collection of R packages designed to facilitate data manipulation, exploration, visualization, and modeling.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2D71FB-07E4-F3CC-DCF9-7355B2E2C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24" y="3429000"/>
            <a:ext cx="11321143" cy="242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8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EEC146-FA3D-FEAA-93E6-5B9AAB721685}"/>
              </a:ext>
            </a:extLst>
          </p:cNvPr>
          <p:cNvSpPr txBox="1"/>
          <p:nvPr/>
        </p:nvSpPr>
        <p:spPr>
          <a:xfrm>
            <a:off x="3048000" y="2710534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Reading Data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800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A7FE0A-D7B1-55F7-EB64-55E9A672DF0F}"/>
              </a:ext>
            </a:extLst>
          </p:cNvPr>
          <p:cNvSpPr txBox="1"/>
          <p:nvPr/>
        </p:nvSpPr>
        <p:spPr>
          <a:xfrm>
            <a:off x="3048000" y="705603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Examining the Data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F12E9-00AD-2636-D581-41C76191FBE6}"/>
              </a:ext>
            </a:extLst>
          </p:cNvPr>
          <p:cNvSpPr txBox="1"/>
          <p:nvPr/>
        </p:nvSpPr>
        <p:spPr>
          <a:xfrm>
            <a:off x="670559" y="2213699"/>
            <a:ext cx="11355978" cy="192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5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slice()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Display the first few rows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Command: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5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slice(</a:t>
            </a:r>
            <a:r>
              <a:rPr lang="en-US" sz="2500" kern="100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name_of_dataframe</a:t>
            </a:r>
            <a:r>
              <a:rPr lang="en-US" sz="25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1:5)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5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slice(penguins, 1:3)</a:t>
            </a:r>
          </a:p>
        </p:txBody>
      </p:sp>
    </p:spTree>
    <p:extLst>
      <p:ext uri="{BB962C8B-B14F-4D97-AF65-F5344CB8AC3E}">
        <p14:creationId xmlns:p14="http://schemas.microsoft.com/office/powerpoint/2010/main" val="1488420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06C9DD-E593-E733-A2AA-4B4CB54FD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69" y="1417752"/>
            <a:ext cx="10998925" cy="383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378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242E17-AC66-278C-B440-8B773FE2E29E}"/>
              </a:ext>
            </a:extLst>
          </p:cNvPr>
          <p:cNvSpPr txBox="1"/>
          <p:nvPr/>
        </p:nvSpPr>
        <p:spPr>
          <a:xfrm>
            <a:off x="871636" y="1092448"/>
            <a:ext cx="10284044" cy="2249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glimpse()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 summary of the variables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glimpse(</a:t>
            </a:r>
            <a:r>
              <a:rPr lang="en-US" sz="3000" kern="100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name_of_dataframe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3:</a:t>
            </a:r>
            <a:r>
              <a:rPr lang="en-US" sz="3000" b="1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glimpse(penguins)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69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98DE5E-0059-77EA-E798-54D3E0FA6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92" y="1060223"/>
            <a:ext cx="10982216" cy="419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47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E9F03E-C0B8-A23B-CD1B-0EA6A4FD71A0}"/>
              </a:ext>
            </a:extLst>
          </p:cNvPr>
          <p:cNvSpPr txBox="1"/>
          <p:nvPr/>
        </p:nvSpPr>
        <p:spPr>
          <a:xfrm>
            <a:off x="992777" y="1085916"/>
            <a:ext cx="10337074" cy="2249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str()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structure of the data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str(</a:t>
            </a:r>
            <a:r>
              <a:rPr lang="en-US" sz="3000" kern="100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name_of_dataframe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4: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str(penguins)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452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CD3D27-D33E-3AC0-7B38-502B8207F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6" y="1741987"/>
            <a:ext cx="10789920" cy="293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777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EF45D8-0C39-E50B-5619-02FF32A1918E}"/>
              </a:ext>
            </a:extLst>
          </p:cNvPr>
          <p:cNvSpPr txBox="1"/>
          <p:nvPr/>
        </p:nvSpPr>
        <p:spPr>
          <a:xfrm>
            <a:off x="679268" y="644672"/>
            <a:ext cx="10833463" cy="4925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table()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it’s typically used for one or two columns. For one column, it tabulates each observation, and shows how many times each observation appeared (or repeats) in that column.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table(</a:t>
            </a:r>
            <a:r>
              <a:rPr lang="en-US" sz="3000" kern="100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name_of_dataframe$name_of_column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table(name_of_dataframe$name_of_column1, name_of_dataframe$name_of_column2)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832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EF45D8-0C39-E50B-5619-02FF32A1918E}"/>
              </a:ext>
            </a:extLst>
          </p:cNvPr>
          <p:cNvSpPr txBox="1"/>
          <p:nvPr/>
        </p:nvSpPr>
        <p:spPr>
          <a:xfrm>
            <a:off x="862147" y="598500"/>
            <a:ext cx="9858103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5: 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table(</a:t>
            </a:r>
            <a:r>
              <a:rPr lang="en-US" sz="3000" kern="100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penguins$sex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D6D400-12D3-37F5-12E7-ED6D55870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004" y="1619266"/>
            <a:ext cx="4560811" cy="1595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F8EDEF-1E72-2446-08D2-15496EACCC95}"/>
              </a:ext>
            </a:extLst>
          </p:cNvPr>
          <p:cNvSpPr txBox="1"/>
          <p:nvPr/>
        </p:nvSpPr>
        <p:spPr>
          <a:xfrm>
            <a:off x="1123405" y="4017674"/>
            <a:ext cx="9596845" cy="563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table(</a:t>
            </a:r>
            <a:r>
              <a:rPr lang="en-US" sz="3000" kern="100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penguins$sex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000" kern="100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useNA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</a:t>
            </a:r>
            <a:r>
              <a:rPr lang="en-US" sz="3000" kern="100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ifany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3E2318-B0CA-CE5D-9189-5E36098AA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743" y="4981303"/>
            <a:ext cx="6872741" cy="13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66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6246CD-C12D-F5B4-7087-939637D28FB0}"/>
              </a:ext>
            </a:extLst>
          </p:cNvPr>
          <p:cNvSpPr txBox="1"/>
          <p:nvPr/>
        </p:nvSpPr>
        <p:spPr>
          <a:xfrm>
            <a:off x="740229" y="672555"/>
            <a:ext cx="11242765" cy="2249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b="1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colnames</a:t>
            </a:r>
            <a:r>
              <a:rPr lang="en-US" sz="3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Display the structure of the data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kern="100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colnames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name_of_dataframe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6: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kern="100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colnames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(penguins)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FBC3ED-5298-7133-08CC-3029574894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1"/>
          <a:stretch/>
        </p:blipFill>
        <p:spPr>
          <a:xfrm>
            <a:off x="2199536" y="3492137"/>
            <a:ext cx="7792928" cy="192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01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7313A9-C8E2-071F-5A27-7D125CD07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190" y="1039972"/>
            <a:ext cx="8306615" cy="5818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BD3622-BF41-4896-36B3-A02E8245E92E}"/>
              </a:ext>
            </a:extLst>
          </p:cNvPr>
          <p:cNvSpPr txBox="1"/>
          <p:nvPr/>
        </p:nvSpPr>
        <p:spPr>
          <a:xfrm>
            <a:off x="2873829" y="422562"/>
            <a:ext cx="6096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dplyr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Package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121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E2D892-EC60-0275-CB18-998EE3F5665A}"/>
              </a:ext>
            </a:extLst>
          </p:cNvPr>
          <p:cNvSpPr txBox="1"/>
          <p:nvPr/>
        </p:nvSpPr>
        <p:spPr>
          <a:xfrm>
            <a:off x="896982" y="1075792"/>
            <a:ext cx="10415452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new_dataframe_name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dataframe_name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select(column_name1)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select(-column_name2)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136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91246" y="988164"/>
            <a:ext cx="6096000" cy="1919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F8F92-1F65-7C93-C270-95B0D776F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68" y="2907920"/>
            <a:ext cx="11489463" cy="24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28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CBEDA-CA71-269F-BB50-98AE9481AF11}"/>
              </a:ext>
            </a:extLst>
          </p:cNvPr>
          <p:cNvSpPr txBox="1"/>
          <p:nvPr/>
        </p:nvSpPr>
        <p:spPr>
          <a:xfrm>
            <a:off x="627016" y="1129260"/>
            <a:ext cx="10937967" cy="2225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ways to use `</a:t>
            </a:r>
            <a:r>
              <a:rPr lang="en-US" sz="4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select()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Choose specific column name from the data frame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383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CBEDA-CA71-269F-BB50-98AE9481AF11}"/>
              </a:ext>
            </a:extLst>
          </p:cNvPr>
          <p:cNvSpPr txBox="1"/>
          <p:nvPr/>
        </p:nvSpPr>
        <p:spPr>
          <a:xfrm>
            <a:off x="592182" y="319363"/>
            <a:ext cx="9866812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7: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Select columns "Age" and "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example_7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select(Age,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FA82D-5DB2-6C70-5251-3B0AC4474B57}"/>
              </a:ext>
            </a:extLst>
          </p:cNvPr>
          <p:cNvSpPr txBox="1"/>
          <p:nvPr/>
        </p:nvSpPr>
        <p:spPr>
          <a:xfrm>
            <a:off x="592182" y="3241961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59267B-C64D-0E21-7F49-3103D74FE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4026133"/>
            <a:ext cx="1134427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00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4BF279-FE1E-E7E0-30A2-9AA416117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202" y="2383563"/>
            <a:ext cx="3880267" cy="27893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2CF419-EE4E-05D1-6E8F-473854C43420}"/>
              </a:ext>
            </a:extLst>
          </p:cNvPr>
          <p:cNvSpPr txBox="1"/>
          <p:nvPr/>
        </p:nvSpPr>
        <p:spPr>
          <a:xfrm>
            <a:off x="679267" y="762196"/>
            <a:ext cx="10885715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099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003403-6571-5D4A-FFF1-4843210B93F8}"/>
              </a:ext>
            </a:extLst>
          </p:cNvPr>
          <p:cNvSpPr txBox="1"/>
          <p:nvPr/>
        </p:nvSpPr>
        <p:spPr>
          <a:xfrm>
            <a:off x="661851" y="661246"/>
            <a:ext cx="10868297" cy="5313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Select Columns by Name Patterns: You can use special helper functions like:  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3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7000"/>
              </a:lnSpc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  <a:r>
              <a:rPr lang="en-US" sz="3000" kern="100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starts_with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</a:p>
          <a:p>
            <a:pPr lvl="2" algn="just">
              <a:lnSpc>
                <a:spcPct val="107000"/>
              </a:lnSpc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  <a:r>
              <a:rPr lang="en-US" sz="3000" kern="100" dirty="0" err="1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ends_with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</a:p>
          <a:p>
            <a:pPr lvl="2" algn="just">
              <a:lnSpc>
                <a:spcPct val="107000"/>
              </a:lnSpc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contains()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</a:p>
          <a:p>
            <a:pPr lvl="2" algn="just">
              <a:lnSpc>
                <a:spcPct val="107000"/>
              </a:lnSpc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matches()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</a:p>
          <a:p>
            <a:pPr lvl="2" algn="just">
              <a:lnSpc>
                <a:spcPct val="107000"/>
              </a:lnSpc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everything()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 </a:t>
            </a: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3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select columns based on their names.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628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003403-6571-5D4A-FFF1-4843210B93F8}"/>
              </a:ext>
            </a:extLst>
          </p:cNvPr>
          <p:cNvSpPr txBox="1"/>
          <p:nvPr/>
        </p:nvSpPr>
        <p:spPr>
          <a:xfrm>
            <a:off x="592181" y="399989"/>
            <a:ext cx="11164389" cy="3544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8: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columns that start with "var"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example_8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select(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starts_with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(“var”))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DAD1D2-C765-F073-C576-8600D8E93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82" y="4217722"/>
            <a:ext cx="1134427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443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33DAFC-C580-EB11-82CB-95B73C9F2431}"/>
              </a:ext>
            </a:extLst>
          </p:cNvPr>
          <p:cNvSpPr txBox="1"/>
          <p:nvPr/>
        </p:nvSpPr>
        <p:spPr>
          <a:xfrm>
            <a:off x="761999" y="770904"/>
            <a:ext cx="10668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82A6B1-D785-5C17-6598-1953767CC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610" y="2343966"/>
            <a:ext cx="4854266" cy="282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66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F99E52-6FFB-DCF8-781A-15D8032A782F}"/>
              </a:ext>
            </a:extLst>
          </p:cNvPr>
          <p:cNvSpPr txBox="1"/>
          <p:nvPr/>
        </p:nvSpPr>
        <p:spPr>
          <a:xfrm>
            <a:off x="522514" y="364881"/>
            <a:ext cx="11007636" cy="3544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9: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columns that contains "total" in their names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example_9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select(contains("total"))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8A15F4-F2AA-D06F-AB94-A3F70E1D6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94" y="4243848"/>
            <a:ext cx="1134427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8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7EA4DD-4975-AE59-A89C-6A22463A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863" y="2123661"/>
            <a:ext cx="5016274" cy="34401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26E908-32B6-7BA6-7976-4A89E93EE232}"/>
              </a:ext>
            </a:extLst>
          </p:cNvPr>
          <p:cNvSpPr txBox="1"/>
          <p:nvPr/>
        </p:nvSpPr>
        <p:spPr>
          <a:xfrm>
            <a:off x="496388" y="500939"/>
            <a:ext cx="11199223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173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F02B94-AE1C-40A5-2CBD-287AB28C5B94}"/>
              </a:ext>
            </a:extLst>
          </p:cNvPr>
          <p:cNvSpPr txBox="1"/>
          <p:nvPr/>
        </p:nvSpPr>
        <p:spPr>
          <a:xfrm>
            <a:off x="696686" y="997191"/>
            <a:ext cx="10798628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Exclude Columns: To exclude specific columns, you can use the "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(minus) sign before the column name.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303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4ACA98-9A48-F32F-05A5-06B7D604435B}"/>
              </a:ext>
            </a:extLst>
          </p:cNvPr>
          <p:cNvSpPr txBox="1"/>
          <p:nvPr/>
        </p:nvSpPr>
        <p:spPr>
          <a:xfrm>
            <a:off x="423863" y="362758"/>
            <a:ext cx="11344274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10: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Exclude columns "honesty" and "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zipcode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example_10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select(-honesty, -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zipcode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652DC-940B-BED2-A2D1-33E5F589F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52" y="4142035"/>
            <a:ext cx="11344275" cy="2133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344DA6-BBF4-0DAB-7A8E-ACA4092CA36E}"/>
              </a:ext>
            </a:extLst>
          </p:cNvPr>
          <p:cNvSpPr txBox="1"/>
          <p:nvPr/>
        </p:nvSpPr>
        <p:spPr>
          <a:xfrm>
            <a:off x="357052" y="3344287"/>
            <a:ext cx="1024128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142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70C68F-4233-FB35-51C0-30ACC2A25471}"/>
              </a:ext>
            </a:extLst>
          </p:cNvPr>
          <p:cNvSpPr txBox="1"/>
          <p:nvPr/>
        </p:nvSpPr>
        <p:spPr>
          <a:xfrm>
            <a:off x="618309" y="692528"/>
            <a:ext cx="11086011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E658BC-E163-25DD-2569-EA74CDC9D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5" y="2372541"/>
            <a:ext cx="11222598" cy="272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360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1C3117-9240-B0B0-C38A-F481BEE9F09F}"/>
              </a:ext>
            </a:extLst>
          </p:cNvPr>
          <p:cNvSpPr txBox="1"/>
          <p:nvPr/>
        </p:nvSpPr>
        <p:spPr>
          <a:xfrm>
            <a:off x="539931" y="1136393"/>
            <a:ext cx="11303726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Select Columns by Index and Range: you can use a numeric vector to select the columns according to their index position.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11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08195C-2F6E-A9D5-0484-930FD231AD4D}"/>
              </a:ext>
            </a:extLst>
          </p:cNvPr>
          <p:cNvSpPr txBox="1"/>
          <p:nvPr/>
        </p:nvSpPr>
        <p:spPr>
          <a:xfrm>
            <a:off x="357050" y="472970"/>
            <a:ext cx="10519955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11: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Exclude columns "honesty" and "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zipcode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example_11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select(c(1,3,5,6))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28EA28-EC15-7009-1112-3F7FBD32938F}"/>
              </a:ext>
            </a:extLst>
          </p:cNvPr>
          <p:cNvSpPr txBox="1"/>
          <p:nvPr/>
        </p:nvSpPr>
        <p:spPr>
          <a:xfrm>
            <a:off x="423862" y="3505396"/>
            <a:ext cx="11344274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574182-804E-F9AF-8A68-D82CF7759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4257138"/>
            <a:ext cx="1134427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877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A21D34-54C2-7420-906D-1AE92DCE1384}"/>
              </a:ext>
            </a:extLst>
          </p:cNvPr>
          <p:cNvSpPr txBox="1"/>
          <p:nvPr/>
        </p:nvSpPr>
        <p:spPr>
          <a:xfrm>
            <a:off x="435428" y="596734"/>
            <a:ext cx="11286309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30A94-8E8C-015D-F164-B3BFE4314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885" y="2307771"/>
            <a:ext cx="8001690" cy="314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22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637</Words>
  <Application>Microsoft Office PowerPoint</Application>
  <PresentationFormat>Widescreen</PresentationFormat>
  <Paragraphs>85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Lucida Console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4</cp:revision>
  <dcterms:created xsi:type="dcterms:W3CDTF">2024-08-27T22:14:52Z</dcterms:created>
  <dcterms:modified xsi:type="dcterms:W3CDTF">2024-09-18T04:40:03Z</dcterms:modified>
</cp:coreProperties>
</file>